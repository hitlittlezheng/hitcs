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
  </p:notesMasterIdLst>
  <p:handoutMasterIdLst>
    <p:handoutMasterId r:id="rId97"/>
  </p:handoutMasterIdLst>
  <p:sldIdLst>
    <p:sldId id="259" r:id="rId5"/>
    <p:sldId id="502" r:id="rId7"/>
    <p:sldId id="393" r:id="rId8"/>
    <p:sldId id="394" r:id="rId9"/>
    <p:sldId id="395" r:id="rId10"/>
    <p:sldId id="396" r:id="rId11"/>
    <p:sldId id="397" r:id="rId12"/>
    <p:sldId id="398" r:id="rId13"/>
    <p:sldId id="399" r:id="rId14"/>
    <p:sldId id="400" r:id="rId15"/>
    <p:sldId id="401" r:id="rId16"/>
    <p:sldId id="402" r:id="rId17"/>
    <p:sldId id="403" r:id="rId18"/>
    <p:sldId id="404" r:id="rId19"/>
    <p:sldId id="409" r:id="rId20"/>
    <p:sldId id="410" r:id="rId21"/>
    <p:sldId id="1009" r:id="rId22"/>
    <p:sldId id="415" r:id="rId23"/>
    <p:sldId id="1010" r:id="rId24"/>
    <p:sldId id="1011" r:id="rId25"/>
    <p:sldId id="416" r:id="rId26"/>
    <p:sldId id="417" r:id="rId27"/>
    <p:sldId id="418" r:id="rId28"/>
    <p:sldId id="424" r:id="rId29"/>
    <p:sldId id="845" r:id="rId30"/>
    <p:sldId id="425" r:id="rId31"/>
    <p:sldId id="846" r:id="rId32"/>
    <p:sldId id="847" r:id="rId33"/>
    <p:sldId id="848" r:id="rId34"/>
    <p:sldId id="426" r:id="rId35"/>
    <p:sldId id="427" r:id="rId36"/>
    <p:sldId id="428" r:id="rId37"/>
    <p:sldId id="429" r:id="rId38"/>
    <p:sldId id="430" r:id="rId39"/>
    <p:sldId id="431" r:id="rId40"/>
    <p:sldId id="668" r:id="rId41"/>
    <p:sldId id="432" r:id="rId42"/>
    <p:sldId id="433" r:id="rId43"/>
    <p:sldId id="434" r:id="rId44"/>
    <p:sldId id="435" r:id="rId45"/>
    <p:sldId id="436" r:id="rId46"/>
    <p:sldId id="437" r:id="rId47"/>
    <p:sldId id="438" r:id="rId48"/>
    <p:sldId id="439" r:id="rId49"/>
    <p:sldId id="446" r:id="rId50"/>
    <p:sldId id="1012" r:id="rId51"/>
    <p:sldId id="1013" r:id="rId52"/>
    <p:sldId id="1014" r:id="rId53"/>
    <p:sldId id="1015" r:id="rId54"/>
    <p:sldId id="1016" r:id="rId55"/>
    <p:sldId id="447" r:id="rId56"/>
    <p:sldId id="448" r:id="rId57"/>
    <p:sldId id="449" r:id="rId58"/>
    <p:sldId id="450" r:id="rId59"/>
    <p:sldId id="451" r:id="rId60"/>
    <p:sldId id="452" r:id="rId61"/>
    <p:sldId id="453" r:id="rId62"/>
    <p:sldId id="454" r:id="rId63"/>
    <p:sldId id="455" r:id="rId64"/>
    <p:sldId id="456" r:id="rId65"/>
    <p:sldId id="465" r:id="rId66"/>
    <p:sldId id="476" r:id="rId67"/>
    <p:sldId id="477" r:id="rId68"/>
    <p:sldId id="478" r:id="rId69"/>
    <p:sldId id="479" r:id="rId70"/>
    <p:sldId id="480" r:id="rId71"/>
    <p:sldId id="481" r:id="rId72"/>
    <p:sldId id="482" r:id="rId73"/>
    <p:sldId id="483" r:id="rId74"/>
    <p:sldId id="484" r:id="rId75"/>
    <p:sldId id="496" r:id="rId76"/>
    <p:sldId id="497" r:id="rId77"/>
    <p:sldId id="498" r:id="rId78"/>
    <p:sldId id="1017" r:id="rId79"/>
    <p:sldId id="485" r:id="rId80"/>
    <p:sldId id="486" r:id="rId81"/>
    <p:sldId id="1018" r:id="rId82"/>
    <p:sldId id="487" r:id="rId83"/>
    <p:sldId id="488" r:id="rId84"/>
    <p:sldId id="499" r:id="rId85"/>
    <p:sldId id="1019" r:id="rId86"/>
    <p:sldId id="489" r:id="rId87"/>
    <p:sldId id="490" r:id="rId88"/>
    <p:sldId id="491" r:id="rId89"/>
    <p:sldId id="492" r:id="rId90"/>
    <p:sldId id="493" r:id="rId91"/>
    <p:sldId id="849" r:id="rId92"/>
    <p:sldId id="1020" r:id="rId93"/>
    <p:sldId id="494" r:id="rId94"/>
    <p:sldId id="844" r:id="rId95"/>
    <p:sldId id="500" r:id="rId96"/>
  </p:sldIdLst>
  <p:sldSz cx="9144000" cy="6858000" type="screen4x3"/>
  <p:notesSz cx="6800850" cy="9872345"/>
  <p:custDataLst>
    <p:tags r:id="rId101"/>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2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CC9900"/>
    <a:srgbClr val="FF99CC"/>
    <a:srgbClr val="1616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0" autoAdjust="0"/>
    <p:restoredTop sz="94608" autoAdjust="0"/>
  </p:normalViewPr>
  <p:slideViewPr>
    <p:cSldViewPr showGuides="1">
      <p:cViewPr varScale="1">
        <p:scale>
          <a:sx n="73" d="100"/>
          <a:sy n="73" d="100"/>
        </p:scale>
        <p:origin x="402" y="66"/>
      </p:cViewPr>
      <p:guideLst>
        <p:guide orient="horz" pos="2160"/>
        <p:guide pos="2925"/>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viewProps" Target="viewProps.xml"/><Relationship Id="rId98" Type="http://schemas.openxmlformats.org/officeDocument/2006/relationships/presProps" Target="presProps.xml"/><Relationship Id="rId97" Type="http://schemas.openxmlformats.org/officeDocument/2006/relationships/handoutMaster" Target="handoutMasters/handoutMaster1.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1" Type="http://schemas.openxmlformats.org/officeDocument/2006/relationships/tags" Target="tags/tag1.xml"/><Relationship Id="rId100" Type="http://schemas.openxmlformats.org/officeDocument/2006/relationships/tableStyles" Target="tableStyles.xml"/><Relationship Id="rId10" Type="http://schemas.openxmlformats.org/officeDocument/2006/relationships/slide" Target="slides/slide5.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9" Type="http://schemas.openxmlformats.org/officeDocument/2006/relationships/slide" Target="slides/slide25.xml"/><Relationship Id="rId8" Type="http://schemas.openxmlformats.org/officeDocument/2006/relationships/slide" Target="slides/slide14.xml"/><Relationship Id="rId7" Type="http://schemas.openxmlformats.org/officeDocument/2006/relationships/slide" Target="slides/slide11.xml"/><Relationship Id="rId6" Type="http://schemas.openxmlformats.org/officeDocument/2006/relationships/slide" Target="slides/slide9.xml"/><Relationship Id="rId5" Type="http://schemas.openxmlformats.org/officeDocument/2006/relationships/slide" Target="slides/slide8.xml"/><Relationship Id="rId4" Type="http://schemas.openxmlformats.org/officeDocument/2006/relationships/slide" Target="slides/slide6.xml"/><Relationship Id="rId34" Type="http://schemas.openxmlformats.org/officeDocument/2006/relationships/slide" Target="slides/slide90.xml"/><Relationship Id="rId33" Type="http://schemas.openxmlformats.org/officeDocument/2006/relationships/slide" Target="slides/slide88.xml"/><Relationship Id="rId32" Type="http://schemas.openxmlformats.org/officeDocument/2006/relationships/slide" Target="slides/slide87.xml"/><Relationship Id="rId31" Type="http://schemas.openxmlformats.org/officeDocument/2006/relationships/slide" Target="slides/slide84.xml"/><Relationship Id="rId30" Type="http://schemas.openxmlformats.org/officeDocument/2006/relationships/slide" Target="slides/slide83.xml"/><Relationship Id="rId3" Type="http://schemas.openxmlformats.org/officeDocument/2006/relationships/slide" Target="slides/slide5.xml"/><Relationship Id="rId29" Type="http://schemas.openxmlformats.org/officeDocument/2006/relationships/slide" Target="slides/slide81.xml"/><Relationship Id="rId28" Type="http://schemas.openxmlformats.org/officeDocument/2006/relationships/slide" Target="slides/slide77.xml"/><Relationship Id="rId27" Type="http://schemas.openxmlformats.org/officeDocument/2006/relationships/slide" Target="slides/slide74.xml"/><Relationship Id="rId26" Type="http://schemas.openxmlformats.org/officeDocument/2006/relationships/slide" Target="slides/slide73.xml"/><Relationship Id="rId25" Type="http://schemas.openxmlformats.org/officeDocument/2006/relationships/slide" Target="slides/slide72.xml"/><Relationship Id="rId24" Type="http://schemas.openxmlformats.org/officeDocument/2006/relationships/slide" Target="slides/slide71.xml"/><Relationship Id="rId23" Type="http://schemas.openxmlformats.org/officeDocument/2006/relationships/slide" Target="slides/slide70.xml"/><Relationship Id="rId22" Type="http://schemas.openxmlformats.org/officeDocument/2006/relationships/slide" Target="slides/slide69.xml"/><Relationship Id="rId21" Type="http://schemas.openxmlformats.org/officeDocument/2006/relationships/slide" Target="slides/slide68.xml"/><Relationship Id="rId20" Type="http://schemas.openxmlformats.org/officeDocument/2006/relationships/slide" Target="slides/slide64.xml"/><Relationship Id="rId2" Type="http://schemas.openxmlformats.org/officeDocument/2006/relationships/slide" Target="slides/slide4.xml"/><Relationship Id="rId19" Type="http://schemas.openxmlformats.org/officeDocument/2006/relationships/slide" Target="slides/slide63.xml"/><Relationship Id="rId18" Type="http://schemas.openxmlformats.org/officeDocument/2006/relationships/slide" Target="slides/slide62.xml"/><Relationship Id="rId17" Type="http://schemas.openxmlformats.org/officeDocument/2006/relationships/slide" Target="slides/slide61.xml"/><Relationship Id="rId16" Type="http://schemas.openxmlformats.org/officeDocument/2006/relationships/slide" Target="slides/slide45.xml"/><Relationship Id="rId15" Type="http://schemas.openxmlformats.org/officeDocument/2006/relationships/slide" Target="slides/slide40.xml"/><Relationship Id="rId14" Type="http://schemas.openxmlformats.org/officeDocument/2006/relationships/slide" Target="slides/slide31.xml"/><Relationship Id="rId13" Type="http://schemas.openxmlformats.org/officeDocument/2006/relationships/slide" Target="slides/slide29.xml"/><Relationship Id="rId12" Type="http://schemas.openxmlformats.org/officeDocument/2006/relationships/slide" Target="slides/slide28.xml"/><Relationship Id="rId11" Type="http://schemas.openxmlformats.org/officeDocument/2006/relationships/slide" Target="slides/slide27.xml"/><Relationship Id="rId10" Type="http://schemas.openxmlformats.org/officeDocument/2006/relationships/slide" Target="slides/slide26.xml"/><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7" Type="http://schemas.openxmlformats.org/officeDocument/2006/relationships/image" Target="../media/image11.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22.wmf"/><Relationship Id="rId8" Type="http://schemas.openxmlformats.org/officeDocument/2006/relationships/image" Target="../media/image21.wmf"/><Relationship Id="rId7" Type="http://schemas.openxmlformats.org/officeDocument/2006/relationships/image" Target="../media/image20.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27.wmf"/><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e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54.wmf"/><Relationship Id="rId4" Type="http://schemas.openxmlformats.org/officeDocument/2006/relationships/image" Target="../media/image53.wmf"/><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61.wmf"/><Relationship Id="rId7" Type="http://schemas.openxmlformats.org/officeDocument/2006/relationships/image" Target="../media/image60.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54.wmf"/><Relationship Id="rId7" Type="http://schemas.openxmlformats.org/officeDocument/2006/relationships/image" Target="../media/image66.emf"/><Relationship Id="rId6" Type="http://schemas.openxmlformats.org/officeDocument/2006/relationships/image" Target="../media/image65.emf"/><Relationship Id="rId5" Type="http://schemas.openxmlformats.org/officeDocument/2006/relationships/image" Target="../media/image60.wmf"/><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55.wmf"/></Relationships>
</file>

<file path=ppt/drawings/_rels/vmlDrawing15.vml.rels><?xml version="1.0" encoding="UTF-8" standalone="yes"?>
<Relationships xmlns="http://schemas.openxmlformats.org/package/2006/relationships"><Relationship Id="rId7" Type="http://schemas.openxmlformats.org/officeDocument/2006/relationships/image" Target="../media/image73.wmf"/><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wmf"/><Relationship Id="rId3" Type="http://schemas.openxmlformats.org/officeDocument/2006/relationships/image" Target="../media/image69.emf"/><Relationship Id="rId2" Type="http://schemas.openxmlformats.org/officeDocument/2006/relationships/image" Target="../media/image68.wmf"/><Relationship Id="rId1" Type="http://schemas.openxmlformats.org/officeDocument/2006/relationships/image" Target="../media/image67.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image" Target="../media/image74.wmf"/></Relationships>
</file>

<file path=ppt/drawings/_rels/vmlDrawing17.vml.rels><?xml version="1.0" encoding="UTF-8" standalone="yes"?>
<Relationships xmlns="http://schemas.openxmlformats.org/package/2006/relationships"><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86.wmf"/><Relationship Id="rId8" Type="http://schemas.openxmlformats.org/officeDocument/2006/relationships/image" Target="../media/image85.wmf"/><Relationship Id="rId7" Type="http://schemas.openxmlformats.org/officeDocument/2006/relationships/image" Target="../media/image84.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wmf"/><Relationship Id="rId11" Type="http://schemas.openxmlformats.org/officeDocument/2006/relationships/image" Target="../media/image88.wmf"/><Relationship Id="rId10" Type="http://schemas.openxmlformats.org/officeDocument/2006/relationships/image" Target="../media/image87.wmf"/><Relationship Id="rId1" Type="http://schemas.openxmlformats.org/officeDocument/2006/relationships/image" Target="../media/image8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99.wmf"/><Relationship Id="rId8" Type="http://schemas.openxmlformats.org/officeDocument/2006/relationships/image" Target="../media/image98.wmf"/><Relationship Id="rId7" Type="http://schemas.openxmlformats.org/officeDocument/2006/relationships/image" Target="../media/image97.wmf"/><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06.wmf"/><Relationship Id="rId7" Type="http://schemas.openxmlformats.org/officeDocument/2006/relationships/image" Target="../media/image105.wmf"/><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8.wmf"/></Relationships>
</file>

<file path=ppt/drawings/_rels/vmlDrawing22.vml.rels><?xml version="1.0" encoding="UTF-8" standalone="yes"?>
<Relationships xmlns="http://schemas.openxmlformats.org/package/2006/relationships"><Relationship Id="rId7" Type="http://schemas.openxmlformats.org/officeDocument/2006/relationships/image" Target="../media/image113.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s>
</file>

<file path=ppt/drawings/_rels/vmlDrawing23.vml.rels><?xml version="1.0" encoding="UTF-8" standalone="yes"?>
<Relationships xmlns="http://schemas.openxmlformats.org/package/2006/relationships"><Relationship Id="rId6" Type="http://schemas.openxmlformats.org/officeDocument/2006/relationships/image" Target="../media/image119.wmf"/><Relationship Id="rId5" Type="http://schemas.openxmlformats.org/officeDocument/2006/relationships/image" Target="../media/image118.wmf"/><Relationship Id="rId4" Type="http://schemas.openxmlformats.org/officeDocument/2006/relationships/image" Target="../media/image117.wmf"/><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29.wmf"/><Relationship Id="rId8" Type="http://schemas.openxmlformats.org/officeDocument/2006/relationships/image" Target="../media/image128.wmf"/><Relationship Id="rId7" Type="http://schemas.openxmlformats.org/officeDocument/2006/relationships/image" Target="../media/image127.wmf"/><Relationship Id="rId6" Type="http://schemas.openxmlformats.org/officeDocument/2006/relationships/image" Target="../media/image126.wmf"/><Relationship Id="rId5" Type="http://schemas.openxmlformats.org/officeDocument/2006/relationships/image" Target="../media/image125.wmf"/><Relationship Id="rId4" Type="http://schemas.openxmlformats.org/officeDocument/2006/relationships/image" Target="../media/image124.wmf"/><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133.wmf"/><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35.wmf"/><Relationship Id="rId1" Type="http://schemas.openxmlformats.org/officeDocument/2006/relationships/image" Target="../media/image134.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28.vml.rels><?xml version="1.0" encoding="UTF-8" standalone="yes"?>
<Relationships xmlns="http://schemas.openxmlformats.org/package/2006/relationships"><Relationship Id="rId4" Type="http://schemas.openxmlformats.org/officeDocument/2006/relationships/image" Target="../media/image140.wmf"/><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29.vml.rels><?xml version="1.0" encoding="UTF-8" standalone="yes"?>
<Relationships xmlns="http://schemas.openxmlformats.org/package/2006/relationships"><Relationship Id="rId5" Type="http://schemas.openxmlformats.org/officeDocument/2006/relationships/image" Target="../media/image145.wmf"/><Relationship Id="rId4" Type="http://schemas.openxmlformats.org/officeDocument/2006/relationships/image" Target="../media/image144.wmf"/><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47.wmf"/><Relationship Id="rId1" Type="http://schemas.openxmlformats.org/officeDocument/2006/relationships/image" Target="../media/image146.wmf"/></Relationships>
</file>

<file path=ppt/drawings/_rels/vmlDrawing31.vml.rels><?xml version="1.0" encoding="UTF-8" standalone="yes"?>
<Relationships xmlns="http://schemas.openxmlformats.org/package/2006/relationships"><Relationship Id="rId9" Type="http://schemas.openxmlformats.org/officeDocument/2006/relationships/image" Target="../media/image156.wmf"/><Relationship Id="rId8" Type="http://schemas.openxmlformats.org/officeDocument/2006/relationships/image" Target="../media/image155.wmf"/><Relationship Id="rId7" Type="http://schemas.openxmlformats.org/officeDocument/2006/relationships/image" Target="../media/image154.wmf"/><Relationship Id="rId6" Type="http://schemas.openxmlformats.org/officeDocument/2006/relationships/image" Target="../media/image153.wmf"/><Relationship Id="rId5" Type="http://schemas.openxmlformats.org/officeDocument/2006/relationships/image" Target="../media/image152.wmf"/><Relationship Id="rId4" Type="http://schemas.openxmlformats.org/officeDocument/2006/relationships/image" Target="../media/image151.wmf"/><Relationship Id="rId3" Type="http://schemas.openxmlformats.org/officeDocument/2006/relationships/image" Target="../media/image150.wmf"/><Relationship Id="rId2" Type="http://schemas.openxmlformats.org/officeDocument/2006/relationships/image" Target="../media/image149.wmf"/><Relationship Id="rId10" Type="http://schemas.openxmlformats.org/officeDocument/2006/relationships/image" Target="../media/image157.wmf"/><Relationship Id="rId1" Type="http://schemas.openxmlformats.org/officeDocument/2006/relationships/image" Target="../media/image148.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58.w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166.wmf"/><Relationship Id="rId8" Type="http://schemas.openxmlformats.org/officeDocument/2006/relationships/image" Target="../media/image165.wmf"/><Relationship Id="rId7" Type="http://schemas.openxmlformats.org/officeDocument/2006/relationships/image" Target="../media/image164.wmf"/><Relationship Id="rId6" Type="http://schemas.openxmlformats.org/officeDocument/2006/relationships/image" Target="../media/image163.wmf"/><Relationship Id="rId5" Type="http://schemas.openxmlformats.org/officeDocument/2006/relationships/image" Target="../media/image162.wmf"/><Relationship Id="rId4" Type="http://schemas.openxmlformats.org/officeDocument/2006/relationships/image" Target="../media/image161.wmf"/><Relationship Id="rId3" Type="http://schemas.openxmlformats.org/officeDocument/2006/relationships/image" Target="../media/image98.wmf"/><Relationship Id="rId2" Type="http://schemas.openxmlformats.org/officeDocument/2006/relationships/image" Target="../media/image160.wmf"/><Relationship Id="rId10" Type="http://schemas.openxmlformats.org/officeDocument/2006/relationships/image" Target="../media/image167.wmf"/><Relationship Id="rId1" Type="http://schemas.openxmlformats.org/officeDocument/2006/relationships/image" Target="../media/image159.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73.png"/></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90.wmf"/></Relationships>
</file>

<file path=ppt/drawings/_rels/vmlDrawing36.vml.rels><?xml version="1.0" encoding="UTF-8" standalone="yes"?>
<Relationships xmlns="http://schemas.openxmlformats.org/package/2006/relationships"><Relationship Id="rId4" Type="http://schemas.openxmlformats.org/officeDocument/2006/relationships/image" Target="../media/image195.wmf"/><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90.wmf"/><Relationship Id="rId2" Type="http://schemas.openxmlformats.org/officeDocument/2006/relationships/image" Target="../media/image197.wmf"/><Relationship Id="rId1" Type="http://schemas.openxmlformats.org/officeDocument/2006/relationships/image" Target="../media/image196.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202.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205.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215.wmf"/><Relationship Id="rId7" Type="http://schemas.openxmlformats.org/officeDocument/2006/relationships/image" Target="../media/image214.wmf"/><Relationship Id="rId6" Type="http://schemas.openxmlformats.org/officeDocument/2006/relationships/image" Target="../media/image213.wmf"/><Relationship Id="rId5" Type="http://schemas.openxmlformats.org/officeDocument/2006/relationships/image" Target="../media/image212.wmf"/><Relationship Id="rId4" Type="http://schemas.openxmlformats.org/officeDocument/2006/relationships/image" Target="../media/image211.wmf"/><Relationship Id="rId3" Type="http://schemas.openxmlformats.org/officeDocument/2006/relationships/image" Target="../media/image210.wmf"/><Relationship Id="rId2" Type="http://schemas.openxmlformats.org/officeDocument/2006/relationships/image" Target="../media/image209.wmf"/><Relationship Id="rId1" Type="http://schemas.openxmlformats.org/officeDocument/2006/relationships/image" Target="../media/image208.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18.wmf"/><Relationship Id="rId2" Type="http://schemas.openxmlformats.org/officeDocument/2006/relationships/image" Target="../media/image217.wmf"/><Relationship Id="rId1" Type="http://schemas.openxmlformats.org/officeDocument/2006/relationships/image" Target="../media/image216.wmf"/></Relationships>
</file>

<file path=ppt/drawings/_rels/vmlDrawing42.vml.rels><?xml version="1.0" encoding="UTF-8" standalone="yes"?>
<Relationships xmlns="http://schemas.openxmlformats.org/package/2006/relationships"><Relationship Id="rId4" Type="http://schemas.openxmlformats.org/officeDocument/2006/relationships/image" Target="../media/image222.wmf"/><Relationship Id="rId3" Type="http://schemas.openxmlformats.org/officeDocument/2006/relationships/image" Target="../media/image221.wmf"/><Relationship Id="rId2" Type="http://schemas.openxmlformats.org/officeDocument/2006/relationships/image" Target="../media/image220.wmf"/><Relationship Id="rId1" Type="http://schemas.openxmlformats.org/officeDocument/2006/relationships/image" Target="../media/image219.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image" Target="../media/image224.wmf"/><Relationship Id="rId1" Type="http://schemas.openxmlformats.org/officeDocument/2006/relationships/image" Target="../media/image223.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227.wmf"/><Relationship Id="rId1" Type="http://schemas.openxmlformats.org/officeDocument/2006/relationships/image" Target="../media/image226.wmf"/></Relationships>
</file>

<file path=ppt/drawings/_rels/vmlDrawing45.vml.rels><?xml version="1.0" encoding="UTF-8" standalone="yes"?>
<Relationships xmlns="http://schemas.openxmlformats.org/package/2006/relationships"><Relationship Id="rId4" Type="http://schemas.openxmlformats.org/officeDocument/2006/relationships/image" Target="../media/image231.wmf"/><Relationship Id="rId3" Type="http://schemas.openxmlformats.org/officeDocument/2006/relationships/image" Target="../media/image230.wmf"/><Relationship Id="rId2" Type="http://schemas.openxmlformats.org/officeDocument/2006/relationships/image" Target="../media/image229.wmf"/><Relationship Id="rId1" Type="http://schemas.openxmlformats.org/officeDocument/2006/relationships/image" Target="../media/image228.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32.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33.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34.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38.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240.wmf"/><Relationship Id="rId1" Type="http://schemas.openxmlformats.org/officeDocument/2006/relationships/image" Target="../media/image239.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242.wmf"/><Relationship Id="rId1" Type="http://schemas.openxmlformats.org/officeDocument/2006/relationships/image" Target="../media/image241.wmf"/></Relationships>
</file>

<file path=ppt/drawings/_rels/vmlDrawing52.vml.rels><?xml version="1.0" encoding="UTF-8" standalone="yes"?>
<Relationships xmlns="http://schemas.openxmlformats.org/package/2006/relationships"><Relationship Id="rId4" Type="http://schemas.openxmlformats.org/officeDocument/2006/relationships/image" Target="../media/image246.wmf"/><Relationship Id="rId3" Type="http://schemas.openxmlformats.org/officeDocument/2006/relationships/image" Target="../media/image245.wmf"/><Relationship Id="rId2" Type="http://schemas.openxmlformats.org/officeDocument/2006/relationships/image" Target="../media/image244.wmf"/><Relationship Id="rId1" Type="http://schemas.openxmlformats.org/officeDocument/2006/relationships/image" Target="../media/image243.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47.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250.wmf"/><Relationship Id="rId1" Type="http://schemas.openxmlformats.org/officeDocument/2006/relationships/image" Target="../media/image249.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51.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5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7035" cy="494736"/>
          </a:xfrm>
          <a:prstGeom prst="rect">
            <a:avLst/>
          </a:prstGeom>
        </p:spPr>
        <p:txBody>
          <a:bodyPr vert="horz" lIns="90718" tIns="45359" rIns="90718" bIns="45359" rtlCol="0"/>
          <a:lstStyle>
            <a:lvl1pPr algn="l">
              <a:defRPr sz="1200" smtClean="0"/>
            </a:lvl1pPr>
          </a:lstStyle>
          <a:p>
            <a:pPr>
              <a:defRPr/>
            </a:pPr>
            <a:endParaRPr lang="zh-CN" altLang="en-US"/>
          </a:p>
        </p:txBody>
      </p:sp>
      <p:sp>
        <p:nvSpPr>
          <p:cNvPr id="3" name="日期占位符 2"/>
          <p:cNvSpPr>
            <a:spLocks noGrp="1"/>
          </p:cNvSpPr>
          <p:nvPr>
            <p:ph type="dt" sz="quarter" idx="1"/>
          </p:nvPr>
        </p:nvSpPr>
        <p:spPr>
          <a:xfrm>
            <a:off x="3852241" y="1"/>
            <a:ext cx="2947035" cy="494736"/>
          </a:xfrm>
          <a:prstGeom prst="rect">
            <a:avLst/>
          </a:prstGeom>
        </p:spPr>
        <p:txBody>
          <a:bodyPr vert="horz" lIns="90718" tIns="45359" rIns="90718" bIns="45359" rtlCol="0"/>
          <a:lstStyle>
            <a:lvl1pPr algn="r">
              <a:defRPr sz="1200" smtClean="0"/>
            </a:lvl1pPr>
          </a:lstStyle>
          <a:p>
            <a:pPr>
              <a:defRPr/>
            </a:pPr>
            <a:fld id="{EF111691-F249-49BF-AD13-77AC163C2E72}" type="datetimeFigureOut">
              <a:rPr lang="zh-CN" altLang="en-US"/>
            </a:fld>
            <a:endParaRPr lang="zh-CN" altLang="en-US"/>
          </a:p>
        </p:txBody>
      </p:sp>
      <p:sp>
        <p:nvSpPr>
          <p:cNvPr id="4" name="页脚占位符 3"/>
          <p:cNvSpPr>
            <a:spLocks noGrp="1"/>
          </p:cNvSpPr>
          <p:nvPr>
            <p:ph type="ftr" sz="quarter" idx="2"/>
          </p:nvPr>
        </p:nvSpPr>
        <p:spPr>
          <a:xfrm>
            <a:off x="0" y="9377927"/>
            <a:ext cx="2947035" cy="494736"/>
          </a:xfrm>
          <a:prstGeom prst="rect">
            <a:avLst/>
          </a:prstGeom>
        </p:spPr>
        <p:txBody>
          <a:bodyPr vert="horz" lIns="90718" tIns="45359" rIns="90718" bIns="45359" rtlCol="0" anchor="b"/>
          <a:lstStyle>
            <a:lvl1pPr algn="l">
              <a:defRPr sz="1200" smtClean="0"/>
            </a:lvl1pPr>
          </a:lstStyle>
          <a:p>
            <a:pPr>
              <a:defRPr/>
            </a:pPr>
            <a:endParaRPr lang="zh-CN" altLang="en-US"/>
          </a:p>
        </p:txBody>
      </p:sp>
      <p:sp>
        <p:nvSpPr>
          <p:cNvPr id="5" name="灯片编号占位符 4"/>
          <p:cNvSpPr>
            <a:spLocks noGrp="1"/>
          </p:cNvSpPr>
          <p:nvPr>
            <p:ph type="sldNum" sz="quarter" idx="3"/>
          </p:nvPr>
        </p:nvSpPr>
        <p:spPr>
          <a:xfrm>
            <a:off x="3852241" y="9377927"/>
            <a:ext cx="2947035" cy="494736"/>
          </a:xfrm>
          <a:prstGeom prst="rect">
            <a:avLst/>
          </a:prstGeom>
        </p:spPr>
        <p:txBody>
          <a:bodyPr vert="horz" lIns="90718" tIns="45359" rIns="90718" bIns="45359" rtlCol="0" anchor="b"/>
          <a:lstStyle>
            <a:lvl1pPr algn="r">
              <a:defRPr sz="1200" smtClean="0"/>
            </a:lvl1pPr>
          </a:lstStyle>
          <a:p>
            <a:pPr>
              <a:defRPr/>
            </a:pPr>
            <a:fld id="{ED217722-F9DE-4589-BAF8-332D113C6475}"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2947035" cy="493161"/>
          </a:xfrm>
          <a:prstGeom prst="rect">
            <a:avLst/>
          </a:prstGeom>
          <a:noFill/>
          <a:ln w="9525">
            <a:noFill/>
            <a:miter lim="800000"/>
          </a:ln>
          <a:effectLst/>
        </p:spPr>
        <p:txBody>
          <a:bodyPr vert="horz" wrap="square" lIns="90718" tIns="45359" rIns="90718" bIns="45359" numCol="1" anchor="t" anchorCtr="0" compatLnSpc="1"/>
          <a:lstStyle>
            <a:lvl1pPr eaLnBrk="1" hangingPunct="1">
              <a:defRPr kumimoji="1" sz="1200">
                <a:latin typeface="Times New Roman" panose="02020603050405020304" pitchFamily="18" charset="0"/>
              </a:defRPr>
            </a:lvl1pPr>
          </a:lstStyle>
          <a:p>
            <a:pPr>
              <a:defRPr/>
            </a:pPr>
            <a:endParaRPr lang="zh-CN" altLang="en-US"/>
          </a:p>
        </p:txBody>
      </p:sp>
      <p:sp>
        <p:nvSpPr>
          <p:cNvPr id="57347" name="Rectangle 3"/>
          <p:cNvSpPr>
            <a:spLocks noGrp="1" noChangeArrowheads="1"/>
          </p:cNvSpPr>
          <p:nvPr>
            <p:ph type="dt" idx="1"/>
          </p:nvPr>
        </p:nvSpPr>
        <p:spPr bwMode="auto">
          <a:xfrm>
            <a:off x="3853815" y="0"/>
            <a:ext cx="2947035" cy="493161"/>
          </a:xfrm>
          <a:prstGeom prst="rect">
            <a:avLst/>
          </a:prstGeom>
          <a:noFill/>
          <a:ln w="9525">
            <a:noFill/>
            <a:miter lim="800000"/>
          </a:ln>
          <a:effectLst/>
        </p:spPr>
        <p:txBody>
          <a:bodyPr vert="horz" wrap="square" lIns="90718" tIns="45359" rIns="90718" bIns="45359"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931863" y="739775"/>
            <a:ext cx="4937125" cy="37036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9" name="Rectangle 5"/>
          <p:cNvSpPr>
            <a:spLocks noGrp="1" noChangeArrowheads="1"/>
          </p:cNvSpPr>
          <p:nvPr>
            <p:ph type="body" sz="quarter" idx="3"/>
          </p:nvPr>
        </p:nvSpPr>
        <p:spPr bwMode="auto">
          <a:xfrm>
            <a:off x="906780" y="4688963"/>
            <a:ext cx="4987290" cy="4443171"/>
          </a:xfrm>
          <a:prstGeom prst="rect">
            <a:avLst/>
          </a:prstGeom>
          <a:noFill/>
          <a:ln w="9525">
            <a:noFill/>
            <a:miter lim="800000"/>
          </a:ln>
          <a:effectLst/>
        </p:spPr>
        <p:txBody>
          <a:bodyPr vert="horz" wrap="square" lIns="90718" tIns="45359" rIns="90718" bIns="45359"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57350" name="Rectangle 6"/>
          <p:cNvSpPr>
            <a:spLocks noGrp="1" noChangeArrowheads="1"/>
          </p:cNvSpPr>
          <p:nvPr>
            <p:ph type="ftr" sz="quarter" idx="4"/>
          </p:nvPr>
        </p:nvSpPr>
        <p:spPr bwMode="auto">
          <a:xfrm>
            <a:off x="0" y="9379504"/>
            <a:ext cx="2947035" cy="493160"/>
          </a:xfrm>
          <a:prstGeom prst="rect">
            <a:avLst/>
          </a:prstGeom>
          <a:noFill/>
          <a:ln w="9525">
            <a:noFill/>
            <a:miter lim="800000"/>
          </a:ln>
          <a:effectLst/>
        </p:spPr>
        <p:txBody>
          <a:bodyPr vert="horz" wrap="square" lIns="90718" tIns="45359" rIns="90718" bIns="45359"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57351" name="Rectangle 7"/>
          <p:cNvSpPr>
            <a:spLocks noGrp="1" noChangeArrowheads="1"/>
          </p:cNvSpPr>
          <p:nvPr>
            <p:ph type="sldNum" sz="quarter" idx="5"/>
          </p:nvPr>
        </p:nvSpPr>
        <p:spPr bwMode="auto">
          <a:xfrm>
            <a:off x="3853815" y="9379504"/>
            <a:ext cx="2947035" cy="493160"/>
          </a:xfrm>
          <a:prstGeom prst="rect">
            <a:avLst/>
          </a:prstGeom>
          <a:noFill/>
          <a:ln w="9525">
            <a:noFill/>
            <a:miter lim="800000"/>
          </a:ln>
          <a:effectLst/>
        </p:spPr>
        <p:txBody>
          <a:bodyPr vert="horz" wrap="square" lIns="90718" tIns="45359" rIns="90718" bIns="45359" numCol="1" anchor="b" anchorCtr="0" compatLnSpc="1"/>
          <a:lstStyle>
            <a:lvl1pPr algn="r" eaLnBrk="1" hangingPunct="1">
              <a:defRPr kumimoji="1" sz="1200">
                <a:latin typeface="Times New Roman" panose="02020603050405020304" pitchFamily="18" charset="0"/>
              </a:defRPr>
            </a:lvl1pPr>
          </a:lstStyle>
          <a:p>
            <a:pPr>
              <a:defRPr/>
            </a:pPr>
            <a:fld id="{C37847A5-3418-4168-BB03-40E320A0CA13}"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Narrow" panose="020B0606020202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Narrow" panose="020B0606020202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Narrow" panose="020B0606020202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Narrow" panose="020B0606020202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Narrow" panose="020B0606020202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ea typeface="宋体" panose="02010600030101010101" pitchFamily="2" charset="-122"/>
              </a:defRPr>
            </a:lvl1pPr>
            <a:lvl2pPr marL="737235" indent="-283210">
              <a:spcBef>
                <a:spcPct val="30000"/>
              </a:spcBef>
              <a:defRPr sz="1200">
                <a:solidFill>
                  <a:schemeClr val="tx1"/>
                </a:solidFill>
                <a:latin typeface="Arial Narrow" panose="020B0606020202030204" pitchFamily="34" charset="0"/>
                <a:ea typeface="宋体" panose="02010600030101010101" pitchFamily="2" charset="-122"/>
              </a:defRPr>
            </a:lvl2pPr>
            <a:lvl3pPr marL="1134110" indent="-226695">
              <a:spcBef>
                <a:spcPct val="30000"/>
              </a:spcBef>
              <a:defRPr sz="1200">
                <a:solidFill>
                  <a:schemeClr val="tx1"/>
                </a:solidFill>
                <a:latin typeface="Arial Narrow" panose="020B0606020202030204" pitchFamily="34" charset="0"/>
                <a:ea typeface="宋体" panose="02010600030101010101" pitchFamily="2" charset="-122"/>
              </a:defRPr>
            </a:lvl3pPr>
            <a:lvl4pPr marL="1587500" indent="-226695">
              <a:spcBef>
                <a:spcPct val="30000"/>
              </a:spcBef>
              <a:defRPr sz="1200">
                <a:solidFill>
                  <a:schemeClr val="tx1"/>
                </a:solidFill>
                <a:latin typeface="Arial Narrow" panose="020B0606020202030204" pitchFamily="34" charset="0"/>
                <a:ea typeface="宋体" panose="02010600030101010101" pitchFamily="2" charset="-122"/>
              </a:defRPr>
            </a:lvl4pPr>
            <a:lvl5pPr marL="2040890" indent="-226695">
              <a:spcBef>
                <a:spcPct val="30000"/>
              </a:spcBef>
              <a:defRPr sz="1200">
                <a:solidFill>
                  <a:schemeClr val="tx1"/>
                </a:solidFill>
                <a:latin typeface="Arial Narrow" panose="020B0606020202030204" pitchFamily="34" charset="0"/>
                <a:ea typeface="宋体" panose="02010600030101010101" pitchFamily="2" charset="-122"/>
              </a:defRPr>
            </a:lvl5pPr>
            <a:lvl6pPr marL="2494915" indent="-226695"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6pPr>
            <a:lvl7pPr marL="2948305" indent="-226695"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7pPr>
            <a:lvl8pPr marL="3401695" indent="-226695"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8pPr>
            <a:lvl9pPr marL="3855720" indent="-226695" eaLnBrk="0" fontAlgn="base" hangingPunct="0">
              <a:spcBef>
                <a:spcPct val="30000"/>
              </a:spcBef>
              <a:spcAft>
                <a:spcPct val="0"/>
              </a:spcAft>
              <a:defRPr sz="1200">
                <a:solidFill>
                  <a:schemeClr val="tx1"/>
                </a:solidFill>
                <a:latin typeface="Arial Narrow" panose="020B0606020202030204" pitchFamily="34" charset="0"/>
                <a:ea typeface="宋体" panose="02010600030101010101" pitchFamily="2" charset="-122"/>
              </a:defRPr>
            </a:lvl9pPr>
          </a:lstStyle>
          <a:p>
            <a:pPr>
              <a:spcBef>
                <a:spcPct val="0"/>
              </a:spcBef>
            </a:pPr>
            <a:fld id="{0E933F3D-3132-4E55-B67E-D84038DB376F}" type="slidenum">
              <a:rPr lang="zh-CN" altLang="en-US" smtClean="0">
                <a:latin typeface="Times New Roman" panose="02020603050405020304" pitchFamily="18" charset="0"/>
              </a:rPr>
            </a:fld>
            <a:endParaRPr lang="en-US" altLang="zh-CN" smtClean="0">
              <a:latin typeface="Times New Roman" panose="02020603050405020304" pitchFamily="18"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65C973C-6C52-46E9-BC7E-D1DBD5DE92E8}" type="slidenum">
              <a:rPr lang="zh-CN" altLang="en-US" smtClean="0">
                <a:latin typeface="Times New Roman" panose="02020603050405020304" pitchFamily="18" charset="0"/>
              </a:rPr>
            </a:fld>
            <a:endParaRPr lang="en-US" altLang="zh-CN" smtClean="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E6A172B2-3612-4225-B4FE-971A077299CE}" type="slidenum">
              <a:rPr lang="zh-CN" altLang="en-US" smtClean="0"/>
            </a:fld>
            <a:endParaRPr lang="en-US" altLang="zh-CN" smtClean="0"/>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5F3D7CD-0C28-41C6-87F3-9E050C5811B6}" type="slidenum">
              <a:rPr lang="zh-CN" altLang="en-US" smtClean="0"/>
            </a:fld>
            <a:endParaRPr lang="en-US" altLang="zh-CN" smtClean="0"/>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8B232C3-6BD1-4EE8-8942-08F41A263BF0}" type="slidenum">
              <a:rPr lang="zh-CN" altLang="en-US" smtClean="0"/>
            </a:fld>
            <a:endParaRPr lang="en-US" altLang="zh-CN" smtClean="0"/>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DEF66C8-4F00-492A-A0C7-AEEEDD0F16E3}" type="slidenum">
              <a:rPr lang="zh-CN" altLang="en-US" smtClean="0"/>
            </a:fld>
            <a:endParaRPr lang="en-US" altLang="zh-CN" smtClean="0"/>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A55F7DBA-E17F-4C20-9526-14D38C1BF002}" type="slidenum">
              <a:rPr lang="zh-CN" altLang="en-US" smtClean="0"/>
            </a:fld>
            <a:endParaRPr lang="en-US" altLang="zh-CN" smtClean="0"/>
          </a:p>
        </p:txBody>
      </p:sp>
      <p:sp>
        <p:nvSpPr>
          <p:cNvPr id="17411" name="Rectangle 2"/>
          <p:cNvSpPr>
            <a:spLocks noGrp="1" noRot="1" noChangeAspect="1" noChangeArrowheads="1" noTextEdit="1"/>
          </p:cNvSpPr>
          <p:nvPr>
            <p:ph type="sldImg"/>
          </p:nvPr>
        </p:nvSpPr>
        <p:spPr/>
      </p:sp>
      <p:sp>
        <p:nvSpPr>
          <p:cNvPr id="1741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3408F68-AB05-43CB-BB72-948960EFEF7D}" type="slidenum">
              <a:rPr lang="zh-CN" altLang="en-US" smtClean="0"/>
            </a:fld>
            <a:endParaRPr lang="en-US" altLang="zh-CN" smtClean="0"/>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E74E1AA-4569-4EAA-BFCE-362F02DF37C2}" type="slidenum">
              <a:rPr lang="zh-CN" altLang="en-US" smtClean="0"/>
            </a:fld>
            <a:endParaRPr lang="en-US" altLang="zh-CN" smtClean="0"/>
          </a:p>
        </p:txBody>
      </p:sp>
      <p:sp>
        <p:nvSpPr>
          <p:cNvPr id="21507" name="Rectangle 2"/>
          <p:cNvSpPr>
            <a:spLocks noGrp="1" noRot="1" noChangeAspect="1" noChangeArrowheads="1" noTextEdit="1"/>
          </p:cNvSpPr>
          <p:nvPr>
            <p:ph type="sldImg"/>
          </p:nvPr>
        </p:nvSpPr>
        <p:spPr/>
      </p:sp>
      <p:sp>
        <p:nvSpPr>
          <p:cNvPr id="2150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8F2C036E-2432-45AE-BDB5-35D328F0BB9C}" type="slidenum">
              <a:rPr lang="zh-CN" altLang="en-US" smtClean="0"/>
            </a:fld>
            <a:endParaRPr lang="en-US" altLang="zh-CN" smtClean="0"/>
          </a:p>
        </p:txBody>
      </p:sp>
      <p:sp>
        <p:nvSpPr>
          <p:cNvPr id="23555" name="Rectangle 2"/>
          <p:cNvSpPr>
            <a:spLocks noGrp="1" noRot="1" noChangeAspect="1" noChangeArrowheads="1" noTextEdit="1"/>
          </p:cNvSpPr>
          <p:nvPr>
            <p:ph type="sldImg"/>
          </p:nvPr>
        </p:nvSpPr>
        <p:spPr/>
      </p:sp>
      <p:sp>
        <p:nvSpPr>
          <p:cNvPr id="2355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A4FC232-8910-4CDA-8D44-62BB430872CE}" type="slidenum">
              <a:rPr lang="zh-CN" altLang="en-US" smtClean="0"/>
            </a:fld>
            <a:endParaRPr lang="en-US" altLang="zh-CN" smtClean="0"/>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E5CCFA76-647C-4C99-971D-AB12C0B38292}" type="slidenum">
              <a:rPr lang="zh-CN" altLang="en-US" smtClean="0"/>
            </a:fld>
            <a:endParaRPr lang="en-US" altLang="zh-CN" smtClean="0"/>
          </a:p>
        </p:txBody>
      </p:sp>
      <p:sp>
        <p:nvSpPr>
          <p:cNvPr id="27651" name="Rectangle 2"/>
          <p:cNvSpPr>
            <a:spLocks noGrp="1" noRot="1" noChangeAspect="1" noChangeArrowheads="1" noTextEdit="1"/>
          </p:cNvSpPr>
          <p:nvPr>
            <p:ph type="sldImg"/>
          </p:nvPr>
        </p:nvSpPr>
        <p:spPr/>
      </p:sp>
      <p:sp>
        <p:nvSpPr>
          <p:cNvPr id="2765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62AFC923-0C78-4D9C-84A3-4EF0B17E093C}" type="slidenum">
              <a:rPr lang="zh-CN" altLang="en-US" smtClean="0"/>
            </a:fld>
            <a:endParaRPr lang="en-US" altLang="zh-CN" smtClean="0"/>
          </a:p>
        </p:txBody>
      </p:sp>
      <p:sp>
        <p:nvSpPr>
          <p:cNvPr id="29699" name="Rectangle 2"/>
          <p:cNvSpPr>
            <a:spLocks noGrp="1" noRot="1" noChangeAspect="1" noChangeArrowheads="1" noTextEdit="1"/>
          </p:cNvSpPr>
          <p:nvPr>
            <p:ph type="sldImg"/>
          </p:nvPr>
        </p:nvSpPr>
        <p:spPr/>
      </p:sp>
      <p:sp>
        <p:nvSpPr>
          <p:cNvPr id="2970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p:sp>
      <p:sp>
        <p:nvSpPr>
          <p:cNvPr id="409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690F6F5-27DC-4087-8BAC-12291AF087C7}" type="slidenum">
              <a:rPr lang="zh-CN" altLang="en-US" smtClean="0"/>
            </a:fld>
            <a:endParaRPr lang="en-US" altLang="zh-CN" smtClean="0"/>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690F6F5-27DC-4087-8BAC-12291AF087C7}" type="slidenum">
              <a:rPr lang="zh-CN" altLang="en-US" smtClean="0"/>
            </a:fld>
            <a:endParaRPr lang="en-US" altLang="zh-CN" smtClean="0"/>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690F6F5-27DC-4087-8BAC-12291AF087C7}" type="slidenum">
              <a:rPr lang="zh-CN" altLang="en-US" smtClean="0"/>
            </a:fld>
            <a:endParaRPr lang="en-US" altLang="zh-CN" smtClean="0"/>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690F6F5-27DC-4087-8BAC-12291AF087C7}" type="slidenum">
              <a:rPr lang="zh-CN" altLang="en-US" smtClean="0"/>
            </a:fld>
            <a:endParaRPr lang="en-US" altLang="zh-CN" smtClean="0"/>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8B232C3-6BD1-4EE8-8942-08F41A263BF0}" type="slidenum">
              <a:rPr lang="zh-CN" altLang="en-US" smtClean="0"/>
            </a:fld>
            <a:endParaRPr lang="en-US" altLang="zh-CN" smtClean="0"/>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03E5A3D4-0532-442E-BCA8-7F8F8029C877}" type="slidenum">
              <a:rPr lang="zh-CN" altLang="en-US" smtClean="0"/>
            </a:fld>
            <a:endParaRPr lang="en-US" altLang="zh-CN" smtClean="0"/>
          </a:p>
        </p:txBody>
      </p:sp>
      <p:sp>
        <p:nvSpPr>
          <p:cNvPr id="69635" name="Rectangle 2"/>
          <p:cNvSpPr>
            <a:spLocks noGrp="1" noRot="1" noChangeAspect="1" noChangeArrowheads="1" noTextEdit="1"/>
          </p:cNvSpPr>
          <p:nvPr>
            <p:ph type="sldImg"/>
          </p:nvPr>
        </p:nvSpPr>
        <p:spPr/>
      </p:sp>
      <p:sp>
        <p:nvSpPr>
          <p:cNvPr id="6963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8B232C3-6BD1-4EE8-8942-08F41A263BF0}" type="slidenum">
              <a:rPr lang="zh-CN" altLang="en-US" smtClean="0"/>
            </a:fld>
            <a:endParaRPr lang="en-US" altLang="zh-CN" smtClean="0"/>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8B232C3-6BD1-4EE8-8942-08F41A263BF0}" type="slidenum">
              <a:rPr lang="zh-CN" altLang="en-US" smtClean="0"/>
            </a:fld>
            <a:endParaRPr lang="en-US" altLang="zh-CN" smtClean="0"/>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8B232C3-6BD1-4EE8-8942-08F41A263BF0}" type="slidenum">
              <a:rPr lang="zh-CN" altLang="en-US" smtClean="0"/>
            </a:fld>
            <a:endParaRPr lang="en-US" altLang="zh-CN" smtClean="0"/>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7E369AEC-AE12-45FB-B42D-20FC9C5A5C92}" type="slidenum">
              <a:rPr lang="zh-CN" altLang="en-US" smtClean="0"/>
            </a:fld>
            <a:endParaRPr lang="en-US" altLang="zh-CN" smtClean="0"/>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9BDFA96-4991-4877-9F29-6BC1572FBEF6}" type="slidenum">
              <a:rPr lang="zh-CN" altLang="en-US" smtClean="0"/>
            </a:fld>
            <a:endParaRPr lang="en-US" altLang="zh-CN" smtClean="0"/>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CEF2D85A-9F91-4AAC-AD70-F8A32BDDE1E3}" type="slidenum">
              <a:rPr lang="zh-CN" altLang="en-US" smtClean="0"/>
            </a:fld>
            <a:endParaRPr lang="en-US" altLang="zh-CN" smtClean="0"/>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78CAE7DA-63A7-4D6E-9C6F-48B7BF6A07FD}" type="slidenum">
              <a:rPr lang="zh-CN" altLang="en-US" smtClean="0"/>
            </a:fld>
            <a:endParaRPr lang="en-US" altLang="zh-CN" smtClean="0"/>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401FBBB1-2D81-4E6A-9CD4-E40F697F8DE1}" type="slidenum">
              <a:rPr lang="zh-CN" altLang="en-US" smtClean="0"/>
            </a:fld>
            <a:endParaRPr lang="en-US" altLang="zh-CN" smtClean="0"/>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08C3940-E624-46A6-852C-2B095D76B6C8}" type="slidenum">
              <a:rPr lang="zh-CN" altLang="en-US" smtClean="0"/>
            </a:fld>
            <a:endParaRPr lang="en-US" altLang="zh-CN" smtClean="0"/>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08C3940-E624-46A6-852C-2B095D76B6C8}" type="slidenum">
              <a:rPr lang="zh-CN" altLang="en-US" smtClean="0"/>
            </a:fld>
            <a:endParaRPr lang="en-US" altLang="zh-CN" smtClean="0"/>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AE1BA99D-B688-488E-B253-1DBB60353084}" type="slidenum">
              <a:rPr lang="zh-CN" altLang="en-US" smtClean="0"/>
            </a:fld>
            <a:endParaRPr lang="en-US" altLang="zh-CN" smtClean="0"/>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8147B56-B073-4EAA-886E-51FAA940AA78}" type="slidenum">
              <a:rPr lang="zh-CN" altLang="en-US" smtClean="0"/>
            </a:fld>
            <a:endParaRPr lang="en-US" altLang="zh-CN" smtClean="0"/>
          </a:p>
        </p:txBody>
      </p:sp>
      <p:sp>
        <p:nvSpPr>
          <p:cNvPr id="86019" name="Rectangle 2"/>
          <p:cNvSpPr>
            <a:spLocks noGrp="1" noRot="1" noChangeAspect="1" noChangeArrowheads="1" noTextEdit="1"/>
          </p:cNvSpPr>
          <p:nvPr>
            <p:ph type="sldImg"/>
          </p:nvPr>
        </p:nvSpPr>
        <p:spPr/>
      </p:sp>
      <p:sp>
        <p:nvSpPr>
          <p:cNvPr id="8602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E9FBDA47-9E49-4CEC-BFF3-B807D43AA58B}" type="slidenum">
              <a:rPr lang="zh-CN" altLang="en-US" smtClean="0"/>
            </a:fld>
            <a:endParaRPr lang="en-US" altLang="zh-CN" smtClean="0"/>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4669B0C8-2063-4967-A58D-37B292F952DA}" type="slidenum">
              <a:rPr lang="zh-CN" altLang="en-US" smtClean="0"/>
            </a:fld>
            <a:endParaRPr lang="en-US" altLang="zh-CN" smtClean="0"/>
          </a:p>
        </p:txBody>
      </p:sp>
      <p:sp>
        <p:nvSpPr>
          <p:cNvPr id="90115" name="Rectangle 2"/>
          <p:cNvSpPr>
            <a:spLocks noGrp="1" noRot="1" noChangeAspect="1" noChangeArrowheads="1" noTextEdit="1"/>
          </p:cNvSpPr>
          <p:nvPr>
            <p:ph type="sldImg"/>
          </p:nvPr>
        </p:nvSpPr>
        <p:spPr/>
      </p:sp>
      <p:sp>
        <p:nvSpPr>
          <p:cNvPr id="9011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5A88330-08C2-491C-B993-DAC3B28DD347}" type="slidenum">
              <a:rPr lang="zh-CN" altLang="en-US" smtClean="0"/>
            </a:fld>
            <a:endParaRPr lang="en-US" altLang="zh-CN" smtClean="0"/>
          </a:p>
        </p:txBody>
      </p:sp>
      <p:sp>
        <p:nvSpPr>
          <p:cNvPr id="93187" name="Rectangle 2"/>
          <p:cNvSpPr>
            <a:spLocks noGrp="1" noRot="1" noChangeAspect="1" noChangeArrowheads="1" noTextEdit="1"/>
          </p:cNvSpPr>
          <p:nvPr>
            <p:ph type="sldImg"/>
          </p:nvPr>
        </p:nvSpPr>
        <p:spPr/>
      </p:sp>
      <p:sp>
        <p:nvSpPr>
          <p:cNvPr id="9318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12897BCE-03A7-4462-B82E-11FB7E465BA8}" type="slidenum">
              <a:rPr lang="zh-CN" altLang="en-US" smtClean="0"/>
            </a:fld>
            <a:endParaRPr lang="en-US" altLang="zh-CN" smtClean="0"/>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61A68166-B475-4D44-A51F-19828B35941B}" type="slidenum">
              <a:rPr lang="zh-CN" altLang="en-US" smtClean="0"/>
            </a:fld>
            <a:endParaRPr lang="en-US" altLang="zh-CN" smtClean="0"/>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87D7357B-B556-4147-8A68-EB214D1D3088}" type="slidenum">
              <a:rPr lang="zh-CN" altLang="en-US" smtClean="0"/>
            </a:fld>
            <a:endParaRPr lang="en-US" altLang="zh-CN" smtClean="0"/>
          </a:p>
        </p:txBody>
      </p:sp>
      <p:sp>
        <p:nvSpPr>
          <p:cNvPr id="111619" name="Rectangle 2"/>
          <p:cNvSpPr>
            <a:spLocks noGrp="1" noRot="1" noChangeAspect="1" noChangeArrowheads="1" noTextEdit="1"/>
          </p:cNvSpPr>
          <p:nvPr>
            <p:ph type="sldImg"/>
          </p:nvPr>
        </p:nvSpPr>
        <p:spPr/>
      </p:sp>
      <p:sp>
        <p:nvSpPr>
          <p:cNvPr id="11162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D0D7B1A9-F694-4E36-BF8B-2A4780F50A55}" type="slidenum">
              <a:rPr lang="zh-CN" altLang="en-US" smtClean="0"/>
            </a:fld>
            <a:endParaRPr lang="en-US" altLang="zh-CN"/>
          </a:p>
        </p:txBody>
      </p:sp>
      <p:sp>
        <p:nvSpPr>
          <p:cNvPr id="101379" name="Rectangle 2"/>
          <p:cNvSpPr>
            <a:spLocks noGrp="1" noRot="1" noChangeAspect="1" noChangeArrowheads="1" noTextEdit="1"/>
          </p:cNvSpPr>
          <p:nvPr>
            <p:ph type="sldImg"/>
          </p:nvPr>
        </p:nvSpPr>
        <p:spPr/>
      </p:sp>
      <p:sp>
        <p:nvSpPr>
          <p:cNvPr id="10138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2380792-069E-40BB-A5AC-4FF253120B5B}" type="slidenum">
              <a:rPr lang="zh-CN" altLang="en-US" smtClean="0"/>
            </a:fld>
            <a:endParaRPr lang="en-US" altLang="zh-CN"/>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8864BA10-2A12-4910-81B6-8C0908C72A04}" type="slidenum">
              <a:rPr lang="zh-CN" altLang="en-US" smtClean="0"/>
            </a:fld>
            <a:endParaRPr lang="en-US" altLang="zh-CN"/>
          </a:p>
        </p:txBody>
      </p:sp>
      <p:sp>
        <p:nvSpPr>
          <p:cNvPr id="105475" name="Rectangle 2"/>
          <p:cNvSpPr>
            <a:spLocks noGrp="1" noRot="1" noChangeAspect="1" noChangeArrowheads="1" noTextEdit="1"/>
          </p:cNvSpPr>
          <p:nvPr>
            <p:ph type="sldImg"/>
          </p:nvPr>
        </p:nvSpPr>
        <p:spPr/>
      </p:sp>
      <p:sp>
        <p:nvSpPr>
          <p:cNvPr id="1054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E42E0806-4E9E-4F6F-9ADB-FF9E6B84F4BD}" type="slidenum">
              <a:rPr lang="zh-CN" altLang="en-US" smtClean="0"/>
            </a:fld>
            <a:endParaRPr lang="en-US" altLang="zh-CN"/>
          </a:p>
        </p:txBody>
      </p:sp>
      <p:sp>
        <p:nvSpPr>
          <p:cNvPr id="107523" name="Rectangle 2"/>
          <p:cNvSpPr>
            <a:spLocks noGrp="1" noRot="1" noChangeAspect="1" noChangeArrowheads="1" noTextEdit="1"/>
          </p:cNvSpPr>
          <p:nvPr>
            <p:ph type="sldImg"/>
          </p:nvPr>
        </p:nvSpPr>
        <p:spPr/>
      </p:sp>
      <p:sp>
        <p:nvSpPr>
          <p:cNvPr id="10752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E56D5DCD-A8CB-417E-9D8B-760989DB7C75}" type="slidenum">
              <a:rPr lang="zh-CN" altLang="en-US" smtClean="0"/>
            </a:fld>
            <a:endParaRPr lang="en-US" altLang="zh-CN"/>
          </a:p>
        </p:txBody>
      </p:sp>
      <p:sp>
        <p:nvSpPr>
          <p:cNvPr id="109571" name="Rectangle 2"/>
          <p:cNvSpPr>
            <a:spLocks noGrp="1" noRot="1" noChangeAspect="1" noChangeArrowheads="1" noTextEdit="1"/>
          </p:cNvSpPr>
          <p:nvPr>
            <p:ph type="sldImg"/>
          </p:nvPr>
        </p:nvSpPr>
        <p:spPr/>
      </p:sp>
      <p:sp>
        <p:nvSpPr>
          <p:cNvPr id="10957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6C9EE38F-8FBA-44B5-8064-C7D58E70C6C8}" type="slidenum">
              <a:rPr lang="zh-CN" altLang="en-US" smtClean="0"/>
            </a:fld>
            <a:endParaRPr lang="en-US" altLang="zh-CN" smtClean="0"/>
          </a:p>
        </p:txBody>
      </p:sp>
      <p:sp>
        <p:nvSpPr>
          <p:cNvPr id="113667" name="Rectangle 2"/>
          <p:cNvSpPr>
            <a:spLocks noGrp="1" noRot="1" noChangeAspect="1" noChangeArrowheads="1" noTextEdit="1"/>
          </p:cNvSpPr>
          <p:nvPr>
            <p:ph type="sldImg"/>
          </p:nvPr>
        </p:nvSpPr>
        <p:spPr/>
      </p:sp>
      <p:sp>
        <p:nvSpPr>
          <p:cNvPr id="11366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6FDD2A3-8B4B-465D-B964-8354B5A30F40}" type="slidenum">
              <a:rPr lang="zh-CN" altLang="en-US" smtClean="0"/>
            </a:fld>
            <a:endParaRPr lang="en-US" altLang="zh-CN" smtClean="0"/>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F3DA679B-7B8F-4121-92D1-B0738C84C380}" type="slidenum">
              <a:rPr lang="zh-CN" altLang="en-US" smtClean="0"/>
            </a:fld>
            <a:endParaRPr lang="en-US" altLang="zh-CN" smtClean="0"/>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E1F0186B-DE90-480F-A2DC-10F88EB9829B}" type="slidenum">
              <a:rPr lang="zh-CN" altLang="en-US" smtClean="0"/>
            </a:fld>
            <a:endParaRPr lang="en-US" altLang="zh-CN" smtClean="0"/>
          </a:p>
        </p:txBody>
      </p:sp>
      <p:sp>
        <p:nvSpPr>
          <p:cNvPr id="119811" name="Rectangle 2"/>
          <p:cNvSpPr>
            <a:spLocks noGrp="1" noRot="1" noChangeAspect="1" noChangeArrowheads="1" noTextEdit="1"/>
          </p:cNvSpPr>
          <p:nvPr>
            <p:ph type="sldImg"/>
          </p:nvPr>
        </p:nvSpPr>
        <p:spPr/>
      </p:sp>
      <p:sp>
        <p:nvSpPr>
          <p:cNvPr id="11981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0286998-A8A0-4134-98D6-9BDB27E0EBE9}" type="slidenum">
              <a:rPr lang="zh-CN" altLang="en-US" smtClean="0"/>
            </a:fld>
            <a:endParaRPr lang="en-US" altLang="zh-CN" smtClean="0"/>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2F1052E-1293-4227-943A-31299DC01D43}" type="slidenum">
              <a:rPr lang="zh-CN" altLang="en-US" smtClean="0"/>
            </a:fld>
            <a:endParaRPr lang="en-US" altLang="zh-CN" smtClean="0"/>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4BD82BFD-7D6E-457E-83BF-087F070263D8}" type="slidenum">
              <a:rPr lang="zh-CN" altLang="en-US" smtClean="0"/>
            </a:fld>
            <a:endParaRPr lang="en-US" altLang="zh-CN" smtClean="0"/>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DDB7D5C-4F93-4641-AAFA-5B73BEDDDCA0}" type="slidenum">
              <a:rPr lang="zh-CN" altLang="en-US" smtClean="0"/>
            </a:fld>
            <a:endParaRPr lang="en-US" altLang="zh-CN" smtClean="0"/>
          </a:p>
        </p:txBody>
      </p:sp>
      <p:sp>
        <p:nvSpPr>
          <p:cNvPr id="128003" name="Rectangle 2"/>
          <p:cNvSpPr>
            <a:spLocks noGrp="1" noRot="1" noChangeAspect="1" noChangeArrowheads="1" noTextEdit="1"/>
          </p:cNvSpPr>
          <p:nvPr>
            <p:ph type="sldImg"/>
          </p:nvPr>
        </p:nvSpPr>
        <p:spPr/>
      </p:sp>
      <p:sp>
        <p:nvSpPr>
          <p:cNvPr id="12800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FD62764D-A3B6-429B-851D-4E5CD22A6641}" type="slidenum">
              <a:rPr lang="zh-CN" altLang="en-US" smtClean="0"/>
            </a:fld>
            <a:endParaRPr lang="en-US" altLang="zh-CN" smtClean="0"/>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086E4537-C255-4D98-B24B-D2A745B6DB53}" type="slidenum">
              <a:rPr lang="zh-CN" altLang="en-US" smtClean="0"/>
            </a:fld>
            <a:endParaRPr lang="en-US" altLang="zh-CN" smtClean="0"/>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2915E182-835A-464D-97DF-A890201ED056}" type="slidenum">
              <a:rPr lang="zh-CN" altLang="en-US" smtClean="0"/>
            </a:fld>
            <a:endParaRPr lang="en-US" altLang="zh-CN" smtClean="0"/>
          </a:p>
        </p:txBody>
      </p:sp>
      <p:sp>
        <p:nvSpPr>
          <p:cNvPr id="148483" name="Rectangle 2"/>
          <p:cNvSpPr>
            <a:spLocks noGrp="1" noRot="1" noChangeAspect="1" noChangeArrowheads="1" noTextEdit="1"/>
          </p:cNvSpPr>
          <p:nvPr>
            <p:ph type="sldImg"/>
          </p:nvPr>
        </p:nvSpPr>
        <p:spPr/>
      </p:sp>
      <p:sp>
        <p:nvSpPr>
          <p:cNvPr id="14848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713B347-5BA9-4DB2-A61D-0E06B47A7139}" type="slidenum">
              <a:rPr lang="zh-CN" altLang="en-US" smtClean="0"/>
            </a:fld>
            <a:endParaRPr lang="en-US" altLang="zh-CN" smtClean="0"/>
          </a:p>
        </p:txBody>
      </p:sp>
      <p:sp>
        <p:nvSpPr>
          <p:cNvPr id="171011" name="Rectangle 2"/>
          <p:cNvSpPr>
            <a:spLocks noGrp="1" noRot="1" noChangeAspect="1" noChangeArrowheads="1" noTextEdit="1"/>
          </p:cNvSpPr>
          <p:nvPr>
            <p:ph type="sldImg"/>
          </p:nvPr>
        </p:nvSpPr>
        <p:spPr/>
      </p:sp>
      <p:sp>
        <p:nvSpPr>
          <p:cNvPr id="17101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8AB255B2-FCEE-4CCA-AF6D-A3E95F4F765D}" type="slidenum">
              <a:rPr lang="zh-CN" altLang="en-US" smtClean="0"/>
            </a:fld>
            <a:endParaRPr lang="en-US" altLang="zh-CN" smtClean="0"/>
          </a:p>
        </p:txBody>
      </p:sp>
      <p:sp>
        <p:nvSpPr>
          <p:cNvPr id="173059" name="Rectangle 2"/>
          <p:cNvSpPr>
            <a:spLocks noGrp="1" noRot="1" noChangeAspect="1" noChangeArrowheads="1" noTextEdit="1"/>
          </p:cNvSpPr>
          <p:nvPr>
            <p:ph type="sldImg"/>
          </p:nvPr>
        </p:nvSpPr>
        <p:spPr/>
      </p:sp>
      <p:sp>
        <p:nvSpPr>
          <p:cNvPr id="17306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FA996D32-B12F-457E-A40C-A7A2B4C6F3E0}" type="slidenum">
              <a:rPr lang="zh-CN" altLang="en-US" smtClean="0"/>
            </a:fld>
            <a:endParaRPr lang="en-US" altLang="zh-CN" smtClean="0"/>
          </a:p>
        </p:txBody>
      </p:sp>
      <p:sp>
        <p:nvSpPr>
          <p:cNvPr id="175107" name="Rectangle 2"/>
          <p:cNvSpPr>
            <a:spLocks noGrp="1" noRot="1" noChangeAspect="1" noChangeArrowheads="1" noTextEdit="1"/>
          </p:cNvSpPr>
          <p:nvPr>
            <p:ph type="sldImg"/>
          </p:nvPr>
        </p:nvSpPr>
        <p:spPr/>
      </p:sp>
      <p:sp>
        <p:nvSpPr>
          <p:cNvPr id="17510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45BF18F-AE0E-4257-9206-2916F73DFB7B}" type="slidenum">
              <a:rPr lang="zh-CN" altLang="en-US" smtClean="0"/>
            </a:fld>
            <a:endParaRPr lang="en-US" altLang="zh-CN" smtClean="0"/>
          </a:p>
        </p:txBody>
      </p:sp>
      <p:sp>
        <p:nvSpPr>
          <p:cNvPr id="177155" name="Rectangle 2"/>
          <p:cNvSpPr>
            <a:spLocks noGrp="1" noRot="1" noChangeAspect="1" noChangeArrowheads="1" noTextEdit="1"/>
          </p:cNvSpPr>
          <p:nvPr>
            <p:ph type="sldImg"/>
          </p:nvPr>
        </p:nvSpPr>
        <p:spPr/>
      </p:sp>
      <p:sp>
        <p:nvSpPr>
          <p:cNvPr id="17715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0320C685-3DF2-4714-9E04-43042AD7CC04}" type="slidenum">
              <a:rPr lang="zh-CN" altLang="en-US" smtClean="0"/>
            </a:fld>
            <a:endParaRPr lang="en-US" altLang="zh-CN" smtClean="0"/>
          </a:p>
        </p:txBody>
      </p:sp>
      <p:sp>
        <p:nvSpPr>
          <p:cNvPr id="179203" name="Rectangle 2"/>
          <p:cNvSpPr>
            <a:spLocks noGrp="1" noRot="1" noChangeAspect="1" noChangeArrowheads="1" noTextEdit="1"/>
          </p:cNvSpPr>
          <p:nvPr>
            <p:ph type="sldImg"/>
          </p:nvPr>
        </p:nvSpPr>
        <p:spPr/>
      </p:sp>
      <p:sp>
        <p:nvSpPr>
          <p:cNvPr id="17920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81154AE2-2372-43E9-8255-2B776C174FE6}" type="slidenum">
              <a:rPr lang="zh-CN" altLang="en-US" smtClean="0"/>
            </a:fld>
            <a:endParaRPr lang="en-US" altLang="zh-CN" smtClean="0"/>
          </a:p>
        </p:txBody>
      </p:sp>
      <p:sp>
        <p:nvSpPr>
          <p:cNvPr id="181251" name="Rectangle 2"/>
          <p:cNvSpPr>
            <a:spLocks noGrp="1" noRot="1" noChangeAspect="1" noChangeArrowheads="1" noTextEdit="1"/>
          </p:cNvSpPr>
          <p:nvPr>
            <p:ph type="sldImg"/>
          </p:nvPr>
        </p:nvSpPr>
        <p:spPr/>
      </p:sp>
      <p:sp>
        <p:nvSpPr>
          <p:cNvPr id="18125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DF2947B2-A0BA-4DC6-BE7C-63EF1C336B54}" type="slidenum">
              <a:rPr lang="zh-CN" altLang="en-US" smtClean="0"/>
            </a:fld>
            <a:endParaRPr lang="en-US" altLang="zh-CN" smtClean="0"/>
          </a:p>
        </p:txBody>
      </p:sp>
      <p:sp>
        <p:nvSpPr>
          <p:cNvPr id="183299" name="Rectangle 2"/>
          <p:cNvSpPr>
            <a:spLocks noGrp="1" noRot="1" noChangeAspect="1" noChangeArrowheads="1" noTextEdit="1"/>
          </p:cNvSpPr>
          <p:nvPr>
            <p:ph type="sldImg"/>
          </p:nvPr>
        </p:nvSpPr>
        <p:spPr/>
      </p:sp>
      <p:sp>
        <p:nvSpPr>
          <p:cNvPr id="18330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7E27270-EA4E-4866-9A80-01C8815F061A}" type="slidenum">
              <a:rPr lang="zh-CN" altLang="en-US" smtClean="0"/>
            </a:fld>
            <a:endParaRPr lang="en-US" altLang="zh-CN" smtClean="0"/>
          </a:p>
        </p:txBody>
      </p:sp>
      <p:sp>
        <p:nvSpPr>
          <p:cNvPr id="185347" name="Rectangle 2"/>
          <p:cNvSpPr>
            <a:spLocks noGrp="1" noRot="1" noChangeAspect="1" noChangeArrowheads="1" noTextEdit="1"/>
          </p:cNvSpPr>
          <p:nvPr>
            <p:ph type="sldImg"/>
          </p:nvPr>
        </p:nvSpPr>
        <p:spPr/>
      </p:sp>
      <p:sp>
        <p:nvSpPr>
          <p:cNvPr id="18534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9E58749-0E2F-46FD-962F-5D22F76F9F39}" type="slidenum">
              <a:rPr lang="zh-CN" altLang="en-US" smtClean="0"/>
            </a:fld>
            <a:endParaRPr lang="en-US" altLang="zh-CN" smtClean="0"/>
          </a:p>
        </p:txBody>
      </p:sp>
      <p:sp>
        <p:nvSpPr>
          <p:cNvPr id="187395" name="Rectangle 2"/>
          <p:cNvSpPr>
            <a:spLocks noGrp="1" noRot="1" noChangeAspect="1" noChangeArrowheads="1" noTextEdit="1"/>
          </p:cNvSpPr>
          <p:nvPr>
            <p:ph type="sldImg"/>
          </p:nvPr>
        </p:nvSpPr>
        <p:spPr/>
      </p:sp>
      <p:sp>
        <p:nvSpPr>
          <p:cNvPr id="18739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9E58749-0E2F-46FD-962F-5D22F76F9F39}" type="slidenum">
              <a:rPr lang="zh-CN" altLang="en-US" smtClean="0"/>
            </a:fld>
            <a:endParaRPr lang="en-US" altLang="zh-CN" smtClean="0"/>
          </a:p>
        </p:txBody>
      </p:sp>
      <p:sp>
        <p:nvSpPr>
          <p:cNvPr id="187395" name="Rectangle 2"/>
          <p:cNvSpPr>
            <a:spLocks noGrp="1" noRot="1" noChangeAspect="1" noChangeArrowheads="1" noTextEdit="1"/>
          </p:cNvSpPr>
          <p:nvPr>
            <p:ph type="sldImg"/>
          </p:nvPr>
        </p:nvSpPr>
        <p:spPr/>
      </p:sp>
      <p:sp>
        <p:nvSpPr>
          <p:cNvPr id="18739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9E58749-0E2F-46FD-962F-5D22F76F9F39}" type="slidenum">
              <a:rPr lang="zh-CN" altLang="en-US" smtClean="0"/>
            </a:fld>
            <a:endParaRPr lang="en-US" altLang="zh-CN" smtClean="0"/>
          </a:p>
        </p:txBody>
      </p:sp>
      <p:sp>
        <p:nvSpPr>
          <p:cNvPr id="187395" name="Rectangle 2"/>
          <p:cNvSpPr>
            <a:spLocks noGrp="1" noRot="1" noChangeAspect="1" noChangeArrowheads="1" noTextEdit="1"/>
          </p:cNvSpPr>
          <p:nvPr>
            <p:ph type="sldImg"/>
          </p:nvPr>
        </p:nvSpPr>
        <p:spPr/>
      </p:sp>
      <p:sp>
        <p:nvSpPr>
          <p:cNvPr id="18739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9E58749-0E2F-46FD-962F-5D22F76F9F39}" type="slidenum">
              <a:rPr lang="zh-CN" altLang="en-US" smtClean="0"/>
            </a:fld>
            <a:endParaRPr lang="en-US" altLang="zh-CN" smtClean="0"/>
          </a:p>
        </p:txBody>
      </p:sp>
      <p:sp>
        <p:nvSpPr>
          <p:cNvPr id="187395" name="Rectangle 2"/>
          <p:cNvSpPr>
            <a:spLocks noGrp="1" noRot="1" noChangeAspect="1" noChangeArrowheads="1" noTextEdit="1"/>
          </p:cNvSpPr>
          <p:nvPr>
            <p:ph type="sldImg"/>
          </p:nvPr>
        </p:nvSpPr>
        <p:spPr/>
      </p:sp>
      <p:sp>
        <p:nvSpPr>
          <p:cNvPr id="18739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7E27270-EA4E-4866-9A80-01C8815F061A}" type="slidenum">
              <a:rPr lang="zh-CN" altLang="en-US" smtClean="0"/>
            </a:fld>
            <a:endParaRPr lang="en-US" altLang="zh-CN" smtClean="0"/>
          </a:p>
        </p:txBody>
      </p:sp>
      <p:sp>
        <p:nvSpPr>
          <p:cNvPr id="185347" name="Rectangle 2"/>
          <p:cNvSpPr>
            <a:spLocks noGrp="1" noRot="1" noChangeAspect="1" noChangeArrowheads="1" noTextEdit="1"/>
          </p:cNvSpPr>
          <p:nvPr>
            <p:ph type="sldImg"/>
          </p:nvPr>
        </p:nvSpPr>
        <p:spPr/>
      </p:sp>
      <p:sp>
        <p:nvSpPr>
          <p:cNvPr id="18534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6BFB79C0-7EA3-4A65-AB67-63B2F9D52B9F}" type="slidenum">
              <a:rPr lang="zh-CN" altLang="en-US" smtClean="0"/>
            </a:fld>
            <a:endParaRPr lang="en-US" altLang="zh-CN" smtClean="0"/>
          </a:p>
        </p:txBody>
      </p:sp>
      <p:sp>
        <p:nvSpPr>
          <p:cNvPr id="189443" name="Rectangle 2"/>
          <p:cNvSpPr>
            <a:spLocks noGrp="1" noRot="1" noChangeAspect="1" noChangeArrowheads="1" noTextEdit="1"/>
          </p:cNvSpPr>
          <p:nvPr>
            <p:ph type="sldImg"/>
          </p:nvPr>
        </p:nvSpPr>
        <p:spPr/>
      </p:sp>
      <p:sp>
        <p:nvSpPr>
          <p:cNvPr id="18944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6479BF80-BDB8-4699-955A-BCB9DD95D431}" type="slidenum">
              <a:rPr lang="zh-CN" altLang="en-US" smtClean="0"/>
            </a:fld>
            <a:endParaRPr lang="en-US" altLang="zh-CN" smtClean="0"/>
          </a:p>
        </p:txBody>
      </p:sp>
      <p:sp>
        <p:nvSpPr>
          <p:cNvPr id="191491" name="Rectangle 2"/>
          <p:cNvSpPr>
            <a:spLocks noGrp="1" noRot="1" noChangeAspect="1" noChangeArrowheads="1" noTextEdit="1"/>
          </p:cNvSpPr>
          <p:nvPr>
            <p:ph type="sldImg"/>
          </p:nvPr>
        </p:nvSpPr>
        <p:spPr/>
      </p:sp>
      <p:sp>
        <p:nvSpPr>
          <p:cNvPr id="19149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7E27270-EA4E-4866-9A80-01C8815F061A}" type="slidenum">
              <a:rPr lang="zh-CN" altLang="en-US" smtClean="0"/>
            </a:fld>
            <a:endParaRPr lang="en-US" altLang="zh-CN" smtClean="0"/>
          </a:p>
        </p:txBody>
      </p:sp>
      <p:sp>
        <p:nvSpPr>
          <p:cNvPr id="185347" name="Rectangle 2"/>
          <p:cNvSpPr>
            <a:spLocks noGrp="1" noRot="1" noChangeAspect="1" noChangeArrowheads="1" noTextEdit="1"/>
          </p:cNvSpPr>
          <p:nvPr>
            <p:ph type="sldImg"/>
          </p:nvPr>
        </p:nvSpPr>
        <p:spPr/>
      </p:sp>
      <p:sp>
        <p:nvSpPr>
          <p:cNvPr id="18534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D3376A9-1E2C-4985-99CD-2B9DF6B3AA57}" type="slidenum">
              <a:rPr lang="zh-CN" altLang="en-US" smtClean="0"/>
            </a:fld>
            <a:endParaRPr lang="en-US" altLang="zh-CN" smtClean="0"/>
          </a:p>
        </p:txBody>
      </p:sp>
      <p:sp>
        <p:nvSpPr>
          <p:cNvPr id="193539" name="Rectangle 2"/>
          <p:cNvSpPr>
            <a:spLocks noGrp="1" noRot="1" noChangeAspect="1" noChangeArrowheads="1" noTextEdit="1"/>
          </p:cNvSpPr>
          <p:nvPr>
            <p:ph type="sldImg"/>
          </p:nvPr>
        </p:nvSpPr>
        <p:spPr/>
      </p:sp>
      <p:sp>
        <p:nvSpPr>
          <p:cNvPr id="19354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7BACCCB9-3D93-454C-93D3-58E7124CCD15}" type="slidenum">
              <a:rPr lang="zh-CN" altLang="en-US" smtClean="0"/>
            </a:fld>
            <a:endParaRPr lang="en-US" altLang="zh-CN" smtClean="0"/>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D3376A9-1E2C-4985-99CD-2B9DF6B3AA57}" type="slidenum">
              <a:rPr lang="zh-CN" altLang="en-US" smtClean="0"/>
            </a:fld>
            <a:endParaRPr lang="en-US" altLang="zh-CN" smtClean="0"/>
          </a:p>
        </p:txBody>
      </p:sp>
      <p:sp>
        <p:nvSpPr>
          <p:cNvPr id="193539" name="Rectangle 2"/>
          <p:cNvSpPr>
            <a:spLocks noGrp="1" noRot="1" noChangeAspect="1" noChangeArrowheads="1" noTextEdit="1"/>
          </p:cNvSpPr>
          <p:nvPr>
            <p:ph type="sldImg"/>
          </p:nvPr>
        </p:nvSpPr>
        <p:spPr/>
      </p:sp>
      <p:sp>
        <p:nvSpPr>
          <p:cNvPr id="19354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7E27270-EA4E-4866-9A80-01C8815F061A}" type="slidenum">
              <a:rPr lang="zh-CN" altLang="en-US" smtClean="0"/>
            </a:fld>
            <a:endParaRPr lang="en-US" altLang="zh-CN" smtClean="0"/>
          </a:p>
        </p:txBody>
      </p:sp>
      <p:sp>
        <p:nvSpPr>
          <p:cNvPr id="185347" name="Rectangle 2"/>
          <p:cNvSpPr>
            <a:spLocks noGrp="1" noRot="1" noChangeAspect="1" noChangeArrowheads="1" noTextEdit="1"/>
          </p:cNvSpPr>
          <p:nvPr>
            <p:ph type="sldImg"/>
          </p:nvPr>
        </p:nvSpPr>
        <p:spPr/>
      </p:sp>
      <p:sp>
        <p:nvSpPr>
          <p:cNvPr id="18534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63B0C31-D41D-472B-9B98-434442D5B577}" type="slidenum">
              <a:rPr lang="zh-CN" altLang="en-US" smtClean="0"/>
            </a:fld>
            <a:endParaRPr lang="en-US" altLang="zh-CN" smtClean="0"/>
          </a:p>
        </p:txBody>
      </p:sp>
      <p:sp>
        <p:nvSpPr>
          <p:cNvPr id="197635" name="Rectangle 2"/>
          <p:cNvSpPr>
            <a:spLocks noGrp="1" noRot="1" noChangeAspect="1" noChangeArrowheads="1" noTextEdit="1"/>
          </p:cNvSpPr>
          <p:nvPr>
            <p:ph type="sldImg"/>
          </p:nvPr>
        </p:nvSpPr>
        <p:spPr/>
      </p:sp>
      <p:sp>
        <p:nvSpPr>
          <p:cNvPr id="19763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04C70FB2-FB01-4C91-A7FE-34065FD9E608}" type="slidenum">
              <a:rPr lang="zh-CN" altLang="en-US" smtClean="0"/>
            </a:fld>
            <a:endParaRPr lang="en-US" altLang="zh-CN" smtClean="0"/>
          </a:p>
        </p:txBody>
      </p:sp>
      <p:sp>
        <p:nvSpPr>
          <p:cNvPr id="199683" name="Rectangle 2"/>
          <p:cNvSpPr>
            <a:spLocks noGrp="1" noRot="1" noChangeAspect="1" noChangeArrowheads="1" noTextEdit="1"/>
          </p:cNvSpPr>
          <p:nvPr>
            <p:ph type="sldImg"/>
          </p:nvPr>
        </p:nvSpPr>
        <p:spPr/>
      </p:sp>
      <p:sp>
        <p:nvSpPr>
          <p:cNvPr id="199684"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AD8AC749-3F48-4BA3-82DC-2925589E8182}" type="slidenum">
              <a:rPr lang="zh-CN" altLang="en-US" smtClean="0"/>
            </a:fld>
            <a:endParaRPr lang="en-US" altLang="zh-CN" smtClean="0"/>
          </a:p>
        </p:txBody>
      </p:sp>
      <p:sp>
        <p:nvSpPr>
          <p:cNvPr id="201731" name="Rectangle 2"/>
          <p:cNvSpPr>
            <a:spLocks noGrp="1" noRot="1" noChangeAspect="1" noChangeArrowheads="1" noTextEdit="1"/>
          </p:cNvSpPr>
          <p:nvPr>
            <p:ph type="sldImg"/>
          </p:nvPr>
        </p:nvSpPr>
        <p:spPr/>
      </p:sp>
      <p:sp>
        <p:nvSpPr>
          <p:cNvPr id="20173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439F03DC-04C8-40A6-98AE-96BC4FDC73D1}" type="slidenum">
              <a:rPr lang="zh-CN" altLang="en-US" smtClean="0"/>
            </a:fld>
            <a:endParaRPr lang="en-US" altLang="zh-CN" smtClean="0"/>
          </a:p>
        </p:txBody>
      </p:sp>
      <p:sp>
        <p:nvSpPr>
          <p:cNvPr id="203779" name="Rectangle 2"/>
          <p:cNvSpPr>
            <a:spLocks noGrp="1" noRot="1" noChangeAspect="1" noChangeArrowheads="1" noTextEdit="1"/>
          </p:cNvSpPr>
          <p:nvPr>
            <p:ph type="sldImg"/>
          </p:nvPr>
        </p:nvSpPr>
        <p:spPr/>
      </p:sp>
      <p:sp>
        <p:nvSpPr>
          <p:cNvPr id="203780"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E09A40E-9374-45D7-BBB3-0BEF1DEAFBF9}" type="slidenum">
              <a:rPr lang="zh-CN" altLang="en-US" smtClean="0"/>
            </a:fld>
            <a:endParaRPr lang="en-US" altLang="zh-CN" smtClean="0"/>
          </a:p>
        </p:txBody>
      </p:sp>
      <p:sp>
        <p:nvSpPr>
          <p:cNvPr id="205827" name="Rectangle 2"/>
          <p:cNvSpPr>
            <a:spLocks noGrp="1" noRot="1" noChangeAspect="1" noChangeArrowheads="1" noTextEdit="1"/>
          </p:cNvSpPr>
          <p:nvPr>
            <p:ph type="sldImg"/>
          </p:nvPr>
        </p:nvSpPr>
        <p:spPr/>
      </p:sp>
      <p:sp>
        <p:nvSpPr>
          <p:cNvPr id="20582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59BDFA96-4991-4877-9F29-6BC1572FBEF6}" type="slidenum">
              <a:rPr lang="zh-CN" altLang="en-US" smtClean="0"/>
            </a:fld>
            <a:endParaRPr lang="en-US" altLang="zh-CN" smtClean="0"/>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B7E27270-EA4E-4866-9A80-01C8815F061A}" type="slidenum">
              <a:rPr lang="zh-CN" altLang="en-US" smtClean="0"/>
            </a:fld>
            <a:endParaRPr lang="en-US" altLang="zh-CN" smtClean="0"/>
          </a:p>
        </p:txBody>
      </p:sp>
      <p:sp>
        <p:nvSpPr>
          <p:cNvPr id="185347" name="Rectangle 2"/>
          <p:cNvSpPr>
            <a:spLocks noGrp="1" noRot="1" noChangeAspect="1" noChangeArrowheads="1" noTextEdit="1"/>
          </p:cNvSpPr>
          <p:nvPr>
            <p:ph type="sldImg"/>
          </p:nvPr>
        </p:nvSpPr>
        <p:spPr/>
      </p:sp>
      <p:sp>
        <p:nvSpPr>
          <p:cNvPr id="185348"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3363536A-F5C2-4BD9-8D56-161F593D340D}" type="slidenum">
              <a:rPr lang="zh-CN" altLang="en-US" smtClean="0"/>
            </a:fld>
            <a:endParaRPr lang="en-US" altLang="zh-CN" smtClean="0"/>
          </a:p>
        </p:txBody>
      </p:sp>
      <p:sp>
        <p:nvSpPr>
          <p:cNvPr id="207875" name="Rectangle 2"/>
          <p:cNvSpPr>
            <a:spLocks noGrp="1" noRot="1" noChangeAspect="1" noChangeArrowheads="1" noTextEdit="1"/>
          </p:cNvSpPr>
          <p:nvPr>
            <p:ph type="sldImg"/>
          </p:nvPr>
        </p:nvSpPr>
        <p:spPr/>
      </p:sp>
      <p:sp>
        <p:nvSpPr>
          <p:cNvPr id="20787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98B232C3-6BD1-4EE8-8942-08F41A263BF0}" type="slidenum">
              <a:rPr lang="zh-CN" altLang="en-US" smtClean="0"/>
            </a:fld>
            <a:endParaRPr lang="en-US" altLang="zh-CN" smtClean="0"/>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37235" indent="-283210">
              <a:spcBef>
                <a:spcPct val="30000"/>
              </a:spcBef>
              <a:defRPr kumimoji="1" sz="1200">
                <a:solidFill>
                  <a:schemeClr val="tx1"/>
                </a:solidFill>
                <a:latin typeface="Arial" panose="020B0604020202020204" pitchFamily="34" charset="0"/>
                <a:ea typeface="宋体" panose="02010600030101010101" pitchFamily="2" charset="-122"/>
              </a:defRPr>
            </a:lvl2pPr>
            <a:lvl3pPr marL="1134110" indent="-226695">
              <a:spcBef>
                <a:spcPct val="30000"/>
              </a:spcBef>
              <a:defRPr kumimoji="1" sz="1200">
                <a:solidFill>
                  <a:schemeClr val="tx1"/>
                </a:solidFill>
                <a:latin typeface="Arial" panose="020B0604020202020204" pitchFamily="34" charset="0"/>
                <a:ea typeface="宋体" panose="02010600030101010101" pitchFamily="2" charset="-122"/>
              </a:defRPr>
            </a:lvl3pPr>
            <a:lvl4pPr marL="1587500" indent="-226695">
              <a:spcBef>
                <a:spcPct val="30000"/>
              </a:spcBef>
              <a:defRPr kumimoji="1" sz="1200">
                <a:solidFill>
                  <a:schemeClr val="tx1"/>
                </a:solidFill>
                <a:latin typeface="Arial" panose="020B0604020202020204" pitchFamily="34" charset="0"/>
                <a:ea typeface="宋体" panose="02010600030101010101" pitchFamily="2" charset="-122"/>
              </a:defRPr>
            </a:lvl4pPr>
            <a:lvl5pPr marL="2040890" indent="-226695">
              <a:spcBef>
                <a:spcPct val="30000"/>
              </a:spcBef>
              <a:defRPr kumimoji="1" sz="1200">
                <a:solidFill>
                  <a:schemeClr val="tx1"/>
                </a:solidFill>
                <a:latin typeface="Arial" panose="020B0604020202020204" pitchFamily="34" charset="0"/>
                <a:ea typeface="宋体" panose="02010600030101010101" pitchFamily="2" charset="-122"/>
              </a:defRPr>
            </a:lvl5pPr>
            <a:lvl6pPr marL="249491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4830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01695"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55720" indent="-226695"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3363536A-F5C2-4BD9-8D56-161F593D340D}" type="slidenum">
              <a:rPr lang="zh-CN" altLang="en-US" smtClean="0"/>
            </a:fld>
            <a:endParaRPr lang="en-US" altLang="zh-CN" smtClean="0"/>
          </a:p>
        </p:txBody>
      </p:sp>
      <p:sp>
        <p:nvSpPr>
          <p:cNvPr id="207875" name="Rectangle 2"/>
          <p:cNvSpPr>
            <a:spLocks noGrp="1" noRot="1" noChangeAspect="1" noChangeArrowheads="1" noTextEdit="1"/>
          </p:cNvSpPr>
          <p:nvPr>
            <p:ph type="sldImg"/>
          </p:nvPr>
        </p:nvSpPr>
        <p:spPr/>
      </p:sp>
      <p:sp>
        <p:nvSpPr>
          <p:cNvPr id="207876" name="Rectangle 3"/>
          <p:cNvSpPr>
            <a:spLocks noGrp="1" noChangeArrowheads="1"/>
          </p:cNvSpPr>
          <p:nvPr>
            <p:ph type="body" idx="1"/>
          </p:nvPr>
        </p:nvSpPr>
        <p:spPr>
          <a:xfrm>
            <a:off x="906780" y="4310821"/>
            <a:ext cx="4987290" cy="40839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zh-CN" altLang="zh-CN"/>
          </a:p>
        </p:txBody>
      </p:sp>
      <p:sp>
        <p:nvSpPr>
          <p:cNvPr id="6" name="Rectangle 11"/>
          <p:cNvSpPr>
            <a:spLocks noGrp="1" noChangeArrowheads="1"/>
          </p:cNvSpPr>
          <p:nvPr>
            <p:ph type="sldNum" sz="quarter" idx="12"/>
          </p:nvPr>
        </p:nvSpPr>
        <p:spPr/>
        <p:txBody>
          <a:bodyPr/>
          <a:lstStyle>
            <a:lvl1pPr>
              <a:defRPr/>
            </a:lvl1pPr>
          </a:lstStyle>
          <a:p>
            <a:pPr>
              <a:defRPr/>
            </a:pPr>
            <a:fld id="{67241D5B-C7CF-41E9-8BFC-B81285AC3D5F}" type="slidenum">
              <a:rPr lang="en-US" altLang="zh-CN"/>
            </a:fld>
            <a:endParaRPr lang="en-US" altLang="zh-CN"/>
          </a:p>
        </p:txBody>
      </p:sp>
    </p:spTree>
  </p:cSld>
  <p:clrMapOvr>
    <a:masterClrMapping/>
  </p:clrMapOvr>
  <p:transition spd="slow" advClick="0">
    <p:sndAc>
      <p:end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zh-CN" altLang="zh-CN"/>
          </a:p>
        </p:txBody>
      </p:sp>
      <p:sp>
        <p:nvSpPr>
          <p:cNvPr id="6" name="Rectangle 11"/>
          <p:cNvSpPr>
            <a:spLocks noGrp="1" noChangeArrowheads="1"/>
          </p:cNvSpPr>
          <p:nvPr>
            <p:ph type="sldNum" sz="quarter" idx="12"/>
          </p:nvPr>
        </p:nvSpPr>
        <p:spPr/>
        <p:txBody>
          <a:bodyPr/>
          <a:lstStyle>
            <a:lvl1pPr>
              <a:defRPr/>
            </a:lvl1pPr>
          </a:lstStyle>
          <a:p>
            <a:pPr>
              <a:defRPr/>
            </a:pPr>
            <a:fld id="{BA89342B-1D0C-4C87-A696-AE5BD3D6C094}" type="slidenum">
              <a:rPr lang="en-US" altLang="zh-CN"/>
            </a:fld>
            <a:endParaRPr lang="en-US" altLang="zh-CN"/>
          </a:p>
        </p:txBody>
      </p:sp>
    </p:spTree>
  </p:cSld>
  <p:clrMapOvr>
    <a:masterClrMapping/>
  </p:clrMapOvr>
  <p:transition spd="slow" advClick="0">
    <p:sndAc>
      <p:end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zh-CN" altLang="zh-CN"/>
          </a:p>
        </p:txBody>
      </p:sp>
      <p:sp>
        <p:nvSpPr>
          <p:cNvPr id="6" name="Rectangle 11"/>
          <p:cNvSpPr>
            <a:spLocks noGrp="1" noChangeArrowheads="1"/>
          </p:cNvSpPr>
          <p:nvPr>
            <p:ph type="sldNum" sz="quarter" idx="12"/>
          </p:nvPr>
        </p:nvSpPr>
        <p:spPr/>
        <p:txBody>
          <a:bodyPr/>
          <a:lstStyle>
            <a:lvl1pPr>
              <a:defRPr/>
            </a:lvl1pPr>
          </a:lstStyle>
          <a:p>
            <a:pPr>
              <a:defRPr/>
            </a:pPr>
            <a:fld id="{E8D71257-F651-4830-91FE-B8FD3A2DF0FE}" type="slidenum">
              <a:rPr lang="en-US" altLang="zh-CN"/>
            </a:fld>
            <a:endParaRPr lang="en-US" altLang="zh-CN"/>
          </a:p>
        </p:txBody>
      </p:sp>
    </p:spTree>
  </p:cSld>
  <p:clrMapOvr>
    <a:masterClrMapping/>
  </p:clrMapOvr>
  <p:transition spd="slow" advClick="0">
    <p:sndAc>
      <p:end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9"/>
          <p:cNvSpPr>
            <a:spLocks noGrp="1" noChangeArrowheads="1"/>
          </p:cNvSpPr>
          <p:nvPr>
            <p:ph type="dt" sz="half" idx="10"/>
          </p:nvPr>
        </p:nvSpPr>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p:txBody>
          <a:bodyPr/>
          <a:lstStyle>
            <a:lvl1pPr>
              <a:defRPr/>
            </a:lvl1pPr>
          </a:lstStyle>
          <a:p>
            <a:pPr>
              <a:defRPr/>
            </a:pPr>
            <a:endParaRPr lang="zh-CN" altLang="zh-CN"/>
          </a:p>
        </p:txBody>
      </p:sp>
      <p:sp>
        <p:nvSpPr>
          <p:cNvPr id="7" name="Rectangle 11"/>
          <p:cNvSpPr>
            <a:spLocks noGrp="1" noChangeArrowheads="1"/>
          </p:cNvSpPr>
          <p:nvPr>
            <p:ph type="sldNum" sz="quarter" idx="12"/>
          </p:nvPr>
        </p:nvSpPr>
        <p:spPr/>
        <p:txBody>
          <a:bodyPr/>
          <a:lstStyle>
            <a:lvl1pPr>
              <a:defRPr/>
            </a:lvl1pPr>
          </a:lstStyle>
          <a:p>
            <a:pPr>
              <a:defRPr/>
            </a:pPr>
            <a:fld id="{6231B0DD-5CA8-413B-9D98-C20793B9E886}" type="slidenum">
              <a:rPr lang="en-US" altLang="zh-CN"/>
            </a:fld>
            <a:endParaRPr lang="en-US" altLang="zh-CN"/>
          </a:p>
        </p:txBody>
      </p:sp>
    </p:spTree>
  </p:cSld>
  <p:clrMapOvr>
    <a:masterClrMapping/>
  </p:clrMapOvr>
  <p:transition spd="slow" advClick="0">
    <p:sndAc>
      <p:end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9"/>
          <p:cNvSpPr>
            <a:spLocks noGrp="1" noChangeArrowheads="1"/>
          </p:cNvSpPr>
          <p:nvPr>
            <p:ph type="dt" sz="half" idx="10"/>
          </p:nvPr>
        </p:nvSpPr>
        <p:spPr/>
        <p:txBody>
          <a:bodyPr/>
          <a:lstStyle>
            <a:lvl1pPr>
              <a:defRPr/>
            </a:lvl1pPr>
          </a:lstStyle>
          <a:p>
            <a:pPr>
              <a:defRPr/>
            </a:pPr>
            <a:endParaRPr lang="en-US" altLang="zh-CN"/>
          </a:p>
        </p:txBody>
      </p:sp>
      <p:sp>
        <p:nvSpPr>
          <p:cNvPr id="8" name="Rectangle 10"/>
          <p:cNvSpPr>
            <a:spLocks noGrp="1" noChangeArrowheads="1"/>
          </p:cNvSpPr>
          <p:nvPr>
            <p:ph type="ftr" sz="quarter" idx="11"/>
          </p:nvPr>
        </p:nvSpPr>
        <p:spPr/>
        <p:txBody>
          <a:bodyPr/>
          <a:lstStyle>
            <a:lvl1pPr>
              <a:defRPr/>
            </a:lvl1pPr>
          </a:lstStyle>
          <a:p>
            <a:pPr>
              <a:defRPr/>
            </a:pPr>
            <a:endParaRPr lang="zh-CN" altLang="zh-CN"/>
          </a:p>
        </p:txBody>
      </p:sp>
      <p:sp>
        <p:nvSpPr>
          <p:cNvPr id="9" name="Rectangle 11"/>
          <p:cNvSpPr>
            <a:spLocks noGrp="1" noChangeArrowheads="1"/>
          </p:cNvSpPr>
          <p:nvPr>
            <p:ph type="sldNum" sz="quarter" idx="12"/>
          </p:nvPr>
        </p:nvSpPr>
        <p:spPr/>
        <p:txBody>
          <a:bodyPr/>
          <a:lstStyle>
            <a:lvl1pPr>
              <a:defRPr/>
            </a:lvl1pPr>
          </a:lstStyle>
          <a:p>
            <a:pPr>
              <a:defRPr/>
            </a:pPr>
            <a:fld id="{156EC62F-676E-4536-9A52-2309C69F88B2}" type="slidenum">
              <a:rPr lang="en-US" altLang="zh-CN"/>
            </a:fld>
            <a:endParaRPr lang="en-US" altLang="zh-CN"/>
          </a:p>
        </p:txBody>
      </p:sp>
    </p:spTree>
  </p:cSld>
  <p:clrMapOvr>
    <a:masterClrMapping/>
  </p:clrMapOvr>
  <p:transition spd="slow" advClick="0">
    <p:sndAc>
      <p:end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9"/>
          <p:cNvSpPr>
            <a:spLocks noGrp="1" noChangeArrowheads="1"/>
          </p:cNvSpPr>
          <p:nvPr>
            <p:ph type="dt" sz="half" idx="10"/>
          </p:nvPr>
        </p:nvSpPr>
        <p:spPr/>
        <p:txBody>
          <a:bodyPr/>
          <a:lstStyle>
            <a:lvl1pPr>
              <a:defRPr/>
            </a:lvl1pPr>
          </a:lstStyle>
          <a:p>
            <a:pPr>
              <a:defRPr/>
            </a:pPr>
            <a:endParaRPr lang="en-US" altLang="zh-CN"/>
          </a:p>
        </p:txBody>
      </p:sp>
      <p:sp>
        <p:nvSpPr>
          <p:cNvPr id="4" name="Rectangle 10"/>
          <p:cNvSpPr>
            <a:spLocks noGrp="1" noChangeArrowheads="1"/>
          </p:cNvSpPr>
          <p:nvPr>
            <p:ph type="ftr" sz="quarter" idx="11"/>
          </p:nvPr>
        </p:nvSpPr>
        <p:spPr/>
        <p:txBody>
          <a:bodyPr/>
          <a:lstStyle>
            <a:lvl1pPr>
              <a:defRPr/>
            </a:lvl1pPr>
          </a:lstStyle>
          <a:p>
            <a:pPr>
              <a:defRPr/>
            </a:pPr>
            <a:endParaRPr lang="zh-CN" altLang="zh-CN"/>
          </a:p>
        </p:txBody>
      </p:sp>
      <p:sp>
        <p:nvSpPr>
          <p:cNvPr id="5" name="Rectangle 11"/>
          <p:cNvSpPr>
            <a:spLocks noGrp="1" noChangeArrowheads="1"/>
          </p:cNvSpPr>
          <p:nvPr>
            <p:ph type="sldNum" sz="quarter" idx="12"/>
          </p:nvPr>
        </p:nvSpPr>
        <p:spPr/>
        <p:txBody>
          <a:bodyPr/>
          <a:lstStyle>
            <a:lvl1pPr>
              <a:defRPr/>
            </a:lvl1pPr>
          </a:lstStyle>
          <a:p>
            <a:pPr>
              <a:defRPr/>
            </a:pPr>
            <a:fld id="{F5A6F8B4-B054-4685-9B5D-BD1CE4E33E85}" type="slidenum">
              <a:rPr lang="en-US" altLang="zh-CN"/>
            </a:fld>
            <a:endParaRPr lang="en-US" altLang="zh-CN"/>
          </a:p>
        </p:txBody>
      </p:sp>
    </p:spTree>
  </p:cSld>
  <p:clrMapOvr>
    <a:masterClrMapping/>
  </p:clrMapOvr>
  <p:transition spd="slow" advClick="0">
    <p:sndAc>
      <p:end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p:txBody>
          <a:bodyPr/>
          <a:lstStyle>
            <a:lvl1pPr>
              <a:defRPr/>
            </a:lvl1pPr>
          </a:lstStyle>
          <a:p>
            <a:pPr>
              <a:defRPr/>
            </a:pPr>
            <a:endParaRPr lang="en-US" altLang="zh-CN"/>
          </a:p>
        </p:txBody>
      </p:sp>
      <p:sp>
        <p:nvSpPr>
          <p:cNvPr id="3" name="Rectangle 10"/>
          <p:cNvSpPr>
            <a:spLocks noGrp="1" noChangeArrowheads="1"/>
          </p:cNvSpPr>
          <p:nvPr>
            <p:ph type="ftr" sz="quarter" idx="11"/>
          </p:nvPr>
        </p:nvSpPr>
        <p:spPr/>
        <p:txBody>
          <a:bodyPr/>
          <a:lstStyle>
            <a:lvl1pPr>
              <a:defRPr/>
            </a:lvl1pPr>
          </a:lstStyle>
          <a:p>
            <a:pPr>
              <a:defRPr/>
            </a:pPr>
            <a:endParaRPr lang="zh-CN" altLang="zh-CN"/>
          </a:p>
        </p:txBody>
      </p:sp>
      <p:sp>
        <p:nvSpPr>
          <p:cNvPr id="4" name="Rectangle 11"/>
          <p:cNvSpPr>
            <a:spLocks noGrp="1" noChangeArrowheads="1"/>
          </p:cNvSpPr>
          <p:nvPr>
            <p:ph type="sldNum" sz="quarter" idx="12"/>
          </p:nvPr>
        </p:nvSpPr>
        <p:spPr/>
        <p:txBody>
          <a:bodyPr/>
          <a:lstStyle>
            <a:lvl1pPr>
              <a:defRPr/>
            </a:lvl1pPr>
          </a:lstStyle>
          <a:p>
            <a:pPr>
              <a:defRPr/>
            </a:pPr>
            <a:fld id="{D2D38BD6-CD08-4B18-A00E-213EF5559B38}" type="slidenum">
              <a:rPr lang="en-US" altLang="zh-CN"/>
            </a:fld>
            <a:endParaRPr lang="en-US" altLang="zh-CN"/>
          </a:p>
        </p:txBody>
      </p:sp>
    </p:spTree>
  </p:cSld>
  <p:clrMapOvr>
    <a:masterClrMapping/>
  </p:clrMapOvr>
  <p:transition spd="slow" advClick="0">
    <p:sndAc>
      <p:end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9"/>
          <p:cNvSpPr>
            <a:spLocks noGrp="1" noChangeArrowheads="1"/>
          </p:cNvSpPr>
          <p:nvPr>
            <p:ph type="dt" sz="half" idx="10"/>
          </p:nvPr>
        </p:nvSpPr>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p:txBody>
          <a:bodyPr/>
          <a:lstStyle>
            <a:lvl1pPr>
              <a:defRPr/>
            </a:lvl1pPr>
          </a:lstStyle>
          <a:p>
            <a:pPr>
              <a:defRPr/>
            </a:pPr>
            <a:endParaRPr lang="zh-CN" altLang="zh-CN"/>
          </a:p>
        </p:txBody>
      </p:sp>
      <p:sp>
        <p:nvSpPr>
          <p:cNvPr id="7" name="Rectangle 11"/>
          <p:cNvSpPr>
            <a:spLocks noGrp="1" noChangeArrowheads="1"/>
          </p:cNvSpPr>
          <p:nvPr>
            <p:ph type="sldNum" sz="quarter" idx="12"/>
          </p:nvPr>
        </p:nvSpPr>
        <p:spPr/>
        <p:txBody>
          <a:bodyPr/>
          <a:lstStyle>
            <a:lvl1pPr>
              <a:defRPr/>
            </a:lvl1pPr>
          </a:lstStyle>
          <a:p>
            <a:pPr>
              <a:defRPr/>
            </a:pPr>
            <a:fld id="{0A0BF579-F828-4DD0-9748-1571BF19EE5D}" type="slidenum">
              <a:rPr lang="en-US" altLang="zh-CN"/>
            </a:fld>
            <a:endParaRPr lang="en-US" altLang="zh-CN"/>
          </a:p>
        </p:txBody>
      </p:sp>
    </p:spTree>
  </p:cSld>
  <p:clrMapOvr>
    <a:masterClrMapping/>
  </p:clrMapOvr>
  <p:transition spd="slow" advClick="0">
    <p:sndAc>
      <p:end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9"/>
          <p:cNvSpPr>
            <a:spLocks noGrp="1" noChangeArrowheads="1"/>
          </p:cNvSpPr>
          <p:nvPr>
            <p:ph type="dt" sz="half" idx="10"/>
          </p:nvPr>
        </p:nvSpPr>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p:txBody>
          <a:bodyPr/>
          <a:lstStyle>
            <a:lvl1pPr>
              <a:defRPr/>
            </a:lvl1pPr>
          </a:lstStyle>
          <a:p>
            <a:pPr>
              <a:defRPr/>
            </a:pPr>
            <a:endParaRPr lang="zh-CN" altLang="zh-CN"/>
          </a:p>
        </p:txBody>
      </p:sp>
      <p:sp>
        <p:nvSpPr>
          <p:cNvPr id="7" name="Rectangle 11"/>
          <p:cNvSpPr>
            <a:spLocks noGrp="1" noChangeArrowheads="1"/>
          </p:cNvSpPr>
          <p:nvPr>
            <p:ph type="sldNum" sz="quarter" idx="12"/>
          </p:nvPr>
        </p:nvSpPr>
        <p:spPr/>
        <p:txBody>
          <a:bodyPr/>
          <a:lstStyle>
            <a:lvl1pPr>
              <a:defRPr/>
            </a:lvl1pPr>
          </a:lstStyle>
          <a:p>
            <a:pPr>
              <a:defRPr/>
            </a:pPr>
            <a:fld id="{0FDC05E3-AD46-4E9C-B21F-7DEECDF53CB4}" type="slidenum">
              <a:rPr lang="en-US" altLang="zh-CN"/>
            </a:fld>
            <a:endParaRPr lang="en-US" altLang="zh-CN"/>
          </a:p>
        </p:txBody>
      </p:sp>
    </p:spTree>
  </p:cSld>
  <p:clrMapOvr>
    <a:masterClrMapping/>
  </p:clrMapOvr>
  <p:transition spd="slow" advClick="0">
    <p:sndAc>
      <p:end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zh-CN" altLang="zh-CN"/>
          </a:p>
        </p:txBody>
      </p:sp>
      <p:sp>
        <p:nvSpPr>
          <p:cNvPr id="6" name="Rectangle 11"/>
          <p:cNvSpPr>
            <a:spLocks noGrp="1" noChangeArrowheads="1"/>
          </p:cNvSpPr>
          <p:nvPr>
            <p:ph type="sldNum" sz="quarter" idx="12"/>
          </p:nvPr>
        </p:nvSpPr>
        <p:spPr/>
        <p:txBody>
          <a:bodyPr/>
          <a:lstStyle>
            <a:lvl1pPr>
              <a:defRPr/>
            </a:lvl1pPr>
          </a:lstStyle>
          <a:p>
            <a:pPr>
              <a:defRPr/>
            </a:pPr>
            <a:fld id="{636C2D64-1FDD-46B2-AA0E-566EBA5F5619}" type="slidenum">
              <a:rPr lang="en-US" altLang="zh-CN"/>
            </a:fld>
            <a:endParaRPr lang="en-US" altLang="zh-CN"/>
          </a:p>
        </p:txBody>
      </p:sp>
    </p:spTree>
  </p:cSld>
  <p:clrMapOvr>
    <a:masterClrMapping/>
  </p:clrMapOvr>
  <p:transition spd="slow" advClick="0">
    <p:sndAc>
      <p:end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0013" y="215900"/>
            <a:ext cx="2084387" cy="58039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95263" y="215900"/>
            <a:ext cx="6102350" cy="58039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zh-CN" altLang="zh-CN"/>
          </a:p>
        </p:txBody>
      </p:sp>
      <p:sp>
        <p:nvSpPr>
          <p:cNvPr id="6" name="Rectangle 11"/>
          <p:cNvSpPr>
            <a:spLocks noGrp="1" noChangeArrowheads="1"/>
          </p:cNvSpPr>
          <p:nvPr>
            <p:ph type="sldNum" sz="quarter" idx="12"/>
          </p:nvPr>
        </p:nvSpPr>
        <p:spPr/>
        <p:txBody>
          <a:bodyPr/>
          <a:lstStyle>
            <a:lvl1pPr>
              <a:defRPr/>
            </a:lvl1pPr>
          </a:lstStyle>
          <a:p>
            <a:pPr>
              <a:defRPr/>
            </a:pPr>
            <a:fld id="{E2947193-5223-410B-8004-74950257FFBD}" type="slidenum">
              <a:rPr lang="en-US" altLang="zh-CN"/>
            </a:fld>
            <a:endParaRPr lang="en-US" altLang="zh-CN"/>
          </a:p>
        </p:txBody>
      </p:sp>
    </p:spTree>
  </p:cSld>
  <p:clrMapOvr>
    <a:masterClrMapping/>
  </p:clrMapOvr>
  <p:transition spd="slow" advClick="0">
    <p:sndAc>
      <p:end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transition spd="slow" advClick="0">
    <p:sndAc>
      <p:end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advClick="0">
    <p:sndAc>
      <p:end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spd="slow" advClick="0">
    <p:sndAc>
      <p:end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advClick="0">
    <p:sndAc>
      <p:end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advClick="0">
    <p:sndAc>
      <p:end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spd="slow" advClick="0">
    <p:sndAc>
      <p:end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advClick="0">
    <p:sndAc>
      <p:end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advClick="0">
    <p:sndAc>
      <p:end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advClick="0">
    <p:sndAc>
      <p:end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advClick="0">
    <p:sndAc>
      <p:end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0013" y="228600"/>
            <a:ext cx="2084387"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95263" y="228600"/>
            <a:ext cx="6102350" cy="5791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advClick="0">
    <p:sndAc>
      <p:end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9CFD1BE-9A24-4ABB-8E66-560EA6A1DFC3}" type="slidenum">
              <a:rPr lang="zh-CN" altLang="en-US"/>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872C963-E0A7-42F7-8FAD-B21C46696F29}" type="slidenum">
              <a:rPr lang="zh-CN" altLang="en-US"/>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4437D3D-CAAF-4017-B871-F905C63F368E}" type="slidenum">
              <a:rPr lang="zh-CN" altLang="en-US"/>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D5DA83EA-F16A-41B4-A35C-7CA23289B577}" type="slidenum">
              <a:rPr lang="zh-CN" altLang="en-US"/>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5BB843DB-975B-4589-AE69-FB160CC0C245}" type="slidenum">
              <a:rPr lang="zh-CN" altLang="en-US"/>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739C28B7-A46D-492B-B924-04F8242A5027}" type="slidenum">
              <a:rPr lang="zh-CN" altLang="en-US"/>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F592E4ED-E153-4BBF-9C40-4C1BA4B76FE8}" type="slidenum">
              <a:rPr lang="zh-CN" altLang="en-US"/>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4D5E5126-C2C7-4B90-8322-5292A2A408B2}" type="slidenum">
              <a:rPr lang="zh-CN" altLang="en-US"/>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C946550-8C4D-4F6D-A434-8579F080076E}" type="slidenum">
              <a:rPr lang="zh-CN" altLang="en-US"/>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4DE6D23-AE9F-4212-9947-F857A2BFEF8A}" type="slidenum">
              <a:rPr lang="zh-CN" altLang="en-US"/>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EA0B9D0-2EDD-4D8B-9176-4274A3030CE1}" type="slidenum">
              <a:rPr lang="zh-CN" altLang="en-US"/>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076CBFF-9A49-498A-A830-1449BCA27E58}" type="slidenum">
              <a:rPr lang="zh-CN" altLang="en-US"/>
            </a:fld>
            <a:endParaRPr lang="en-US" altLang="zh-CN"/>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pPr>
              <a:defRPr/>
            </a:pPr>
            <a:fld id="{58C56914-0B3A-4F4E-A3B4-2A6E2E9714E9}" type="slidenum">
              <a:rPr lang="zh-CN" altLang="en-US"/>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4" Type="http://schemas.openxmlformats.org/officeDocument/2006/relationships/theme" Target="../theme/theme3.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p:nvPr/>
        </p:nvGrpSpPr>
        <p:grpSpPr bwMode="auto">
          <a:xfrm>
            <a:off x="0" y="927100"/>
            <a:ext cx="8991600" cy="4495800"/>
            <a:chOff x="0" y="584"/>
            <a:chExt cx="5664" cy="2832"/>
          </a:xfrm>
        </p:grpSpPr>
        <p:sp>
          <p:nvSpPr>
            <p:cNvPr id="1032" name="AutoShape 3"/>
            <p:cNvSpPr>
              <a:spLocks noChangeArrowheads="1"/>
            </p:cNvSpPr>
            <p:nvPr userDrawn="1"/>
          </p:nvSpPr>
          <p:spPr bwMode="auto">
            <a:xfrm>
              <a:off x="432" y="1304"/>
              <a:ext cx="4656" cy="2112"/>
            </a:xfrm>
            <a:prstGeom prst="roundRect">
              <a:avLst>
                <a:gd name="adj" fmla="val 16667"/>
              </a:avLst>
            </a:prstGeom>
            <a:noFill/>
            <a:ln w="50800">
              <a:solidFill>
                <a:schemeClr val="bg2"/>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smtClean="0">
                <a:latin typeface="Times New Roman" panose="02020603050405020304" pitchFamily="18" charset="0"/>
              </a:endParaRPr>
            </a:p>
          </p:txBody>
        </p:sp>
        <p:sp>
          <p:nvSpPr>
            <p:cNvPr id="1033" name="Rectangle 4"/>
            <p:cNvSpPr>
              <a:spLocks noChangeArrowheads="1"/>
            </p:cNvSpPr>
            <p:nvPr userDrawn="1"/>
          </p:nvSpPr>
          <p:spPr bwMode="blackWhite">
            <a:xfrm>
              <a:off x="144" y="584"/>
              <a:ext cx="4512" cy="624"/>
            </a:xfrm>
            <a:prstGeom prst="rect">
              <a:avLst/>
            </a:prstGeom>
            <a:solidFill>
              <a:schemeClr val="bg1"/>
            </a:solidFill>
            <a:ln w="57150">
              <a:solidFill>
                <a:schemeClr val="bg2"/>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smtClean="0">
                <a:latin typeface="Times New Roman" panose="02020603050405020304" pitchFamily="18" charset="0"/>
              </a:endParaRPr>
            </a:p>
          </p:txBody>
        </p:sp>
        <p:sp>
          <p:nvSpPr>
            <p:cNvPr id="1034" name="AutoShape 5"/>
            <p:cNvSpPr>
              <a:spLocks noChangeArrowheads="1"/>
            </p:cNvSpPr>
            <p:nvPr userDrawn="1"/>
          </p:nvSpPr>
          <p:spPr bwMode="blackWhite">
            <a:xfrm>
              <a:off x="0" y="872"/>
              <a:ext cx="5664" cy="1152"/>
            </a:xfrm>
            <a:custGeom>
              <a:avLst/>
              <a:gdLst>
                <a:gd name="T0" fmla="*/ 0 w 4917"/>
                <a:gd name="T1" fmla="*/ 0 h 1000"/>
                <a:gd name="T2" fmla="*/ 7775 w 4917"/>
                <a:gd name="T3" fmla="*/ 0 h 1000"/>
                <a:gd name="T4" fmla="*/ 8657 w 4917"/>
                <a:gd name="T5" fmla="*/ 881 h 1000"/>
                <a:gd name="T6" fmla="*/ 7777 w 4917"/>
                <a:gd name="T7" fmla="*/ 1761 h 1000"/>
                <a:gd name="T8" fmla="*/ 0 w 4917"/>
                <a:gd name="T9" fmla="*/ 1761 h 1000"/>
                <a:gd name="T10" fmla="*/ 0 60000 65536"/>
                <a:gd name="T11" fmla="*/ 0 60000 65536"/>
                <a:gd name="T12" fmla="*/ 0 60000 65536"/>
                <a:gd name="T13" fmla="*/ 0 60000 65536"/>
                <a:gd name="T14" fmla="*/ 0 60000 65536"/>
                <a:gd name="T15" fmla="*/ 0 w 4917"/>
                <a:gd name="T16" fmla="*/ 0 h 1000"/>
                <a:gd name="T17" fmla="*/ 2459 w 4917"/>
                <a:gd name="T18" fmla="*/ 1000 h 1000"/>
              </a:gdLst>
              <a:ahLst/>
              <a:cxnLst>
                <a:cxn ang="T10">
                  <a:pos x="T0" y="T1"/>
                </a:cxn>
                <a:cxn ang="T11">
                  <a:pos x="T2" y="T3"/>
                </a:cxn>
                <a:cxn ang="T12">
                  <a:pos x="T4" y="T5"/>
                </a:cxn>
                <a:cxn ang="T13">
                  <a:pos x="T6" y="T7"/>
                </a:cxn>
                <a:cxn ang="T14">
                  <a:pos x="T8" y="T9"/>
                </a:cxn>
              </a:cxnLst>
              <a:rect l="T15" t="T16" r="T17" b="T18"/>
              <a:pathLst>
                <a:path w="4917" h="1000">
                  <a:moveTo>
                    <a:pt x="0" y="0"/>
                  </a:moveTo>
                  <a:lnTo>
                    <a:pt x="4416" y="0"/>
                  </a:lnTo>
                  <a:cubicBezTo>
                    <a:pt x="4693" y="0"/>
                    <a:pt x="4917" y="223"/>
                    <a:pt x="4917" y="500"/>
                  </a:cubicBezTo>
                  <a:cubicBezTo>
                    <a:pt x="4917" y="776"/>
                    <a:pt x="4693" y="999"/>
                    <a:pt x="4417"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5" name="Line 6"/>
            <p:cNvSpPr>
              <a:spLocks noChangeShapeType="1"/>
            </p:cNvSpPr>
            <p:nvPr userDrawn="1"/>
          </p:nvSpPr>
          <p:spPr bwMode="auto">
            <a:xfrm>
              <a:off x="0" y="1928"/>
              <a:ext cx="5232" cy="0"/>
            </a:xfrm>
            <a:prstGeom prst="line">
              <a:avLst/>
            </a:prstGeom>
            <a:noFill/>
            <a:ln w="508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027" name="Rectangle 6"/>
          <p:cNvSpPr>
            <a:spLocks noGrp="1" noChangeArrowheads="1"/>
          </p:cNvSpPr>
          <p:nvPr>
            <p:ph type="title"/>
          </p:nvPr>
        </p:nvSpPr>
        <p:spPr bwMode="auto">
          <a:xfrm>
            <a:off x="195263" y="215900"/>
            <a:ext cx="80152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8" name="Rectangle 7"/>
          <p:cNvSpPr>
            <a:spLocks noGrp="1" noChangeArrowheads="1"/>
          </p:cNvSpPr>
          <p:nvPr>
            <p:ph type="body" idx="1"/>
          </p:nvPr>
        </p:nvSpPr>
        <p:spPr bwMode="auto">
          <a:xfrm>
            <a:off x="609600" y="1600200"/>
            <a:ext cx="7924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9" name="Rectangle 9"/>
          <p:cNvSpPr>
            <a:spLocks noGrp="1" noChangeArrowheads="1"/>
          </p:cNvSpPr>
          <p:nvPr>
            <p:ph type="dt" sz="half" idx="2"/>
          </p:nvPr>
        </p:nvSpPr>
        <p:spPr bwMode="auto">
          <a:xfrm>
            <a:off x="457200" y="6248400"/>
            <a:ext cx="2133600" cy="471488"/>
          </a:xfrm>
          <a:prstGeom prst="rect">
            <a:avLst/>
          </a:prstGeom>
          <a:ln>
            <a:miter lim="800000"/>
          </a:ln>
        </p:spPr>
        <p:txBody>
          <a:bodyPr vert="horz" wrap="square" lIns="91440" tIns="45720" rIns="91440" bIns="45720" numCol="1" anchor="b" anchorCtr="0" compatLnSpc="1"/>
          <a:lstStyle>
            <a:lvl1pPr algn="l" eaLnBrk="1" hangingPunct="1">
              <a:defRPr sz="1200" b="0">
                <a:latin typeface="+mn-lt"/>
                <a:ea typeface="+mn-ea"/>
              </a:defRPr>
            </a:lvl1pPr>
          </a:lstStyle>
          <a:p>
            <a:pPr>
              <a:defRPr/>
            </a:pPr>
            <a:endParaRPr lang="en-US" altLang="zh-CN"/>
          </a:p>
        </p:txBody>
      </p:sp>
      <p:sp>
        <p:nvSpPr>
          <p:cNvPr id="20" name="Rectangle 10"/>
          <p:cNvSpPr>
            <a:spLocks noGrp="1" noChangeArrowheads="1"/>
          </p:cNvSpPr>
          <p:nvPr>
            <p:ph type="ftr" sz="quarter" idx="3"/>
          </p:nvPr>
        </p:nvSpPr>
        <p:spPr bwMode="auto">
          <a:xfrm>
            <a:off x="3124200" y="6253163"/>
            <a:ext cx="2895600" cy="457200"/>
          </a:xfrm>
          <a:prstGeom prst="rect">
            <a:avLst/>
          </a:prstGeom>
          <a:ln>
            <a:miter lim="800000"/>
          </a:ln>
        </p:spPr>
        <p:txBody>
          <a:bodyPr vert="horz" wrap="square" lIns="91440" tIns="45720" rIns="91440" bIns="45720" numCol="1" anchor="b" anchorCtr="0" compatLnSpc="1"/>
          <a:lstStyle>
            <a:lvl1pPr algn="ctr" eaLnBrk="1" hangingPunct="1">
              <a:defRPr sz="1200" b="0">
                <a:latin typeface="+mn-lt"/>
              </a:defRPr>
            </a:lvl1pPr>
          </a:lstStyle>
          <a:p>
            <a:pPr>
              <a:defRPr/>
            </a:pPr>
            <a:endParaRPr lang="zh-CN" altLang="zh-CN"/>
          </a:p>
        </p:txBody>
      </p:sp>
      <p:sp>
        <p:nvSpPr>
          <p:cNvPr id="21" name="Rectangle 11"/>
          <p:cNvSpPr>
            <a:spLocks noGrp="1" noChangeArrowheads="1"/>
          </p:cNvSpPr>
          <p:nvPr>
            <p:ph type="sldNum" sz="quarter" idx="4"/>
          </p:nvPr>
        </p:nvSpPr>
        <p:spPr bwMode="auto">
          <a:xfrm>
            <a:off x="6553200" y="6248400"/>
            <a:ext cx="2133600" cy="471488"/>
          </a:xfrm>
          <a:prstGeom prst="rect">
            <a:avLst/>
          </a:prstGeom>
          <a:ln>
            <a:miter lim="800000"/>
          </a:ln>
        </p:spPr>
        <p:txBody>
          <a:bodyPr vert="horz" wrap="square" lIns="91440" tIns="45720" rIns="91440" bIns="45720" numCol="1" anchor="b" anchorCtr="0" compatLnSpc="1"/>
          <a:lstStyle>
            <a:lvl1pPr algn="r" eaLnBrk="1" hangingPunct="1">
              <a:defRPr sz="1200">
                <a:latin typeface="Arial Black" panose="020B0A04020102020204" pitchFamily="34" charset="0"/>
              </a:defRPr>
            </a:lvl1pPr>
          </a:lstStyle>
          <a:p>
            <a:pPr>
              <a:defRPr/>
            </a:pPr>
            <a:fld id="{8AE5B700-EE1E-4D63-B1C2-C88A146C7A20}"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advClick="0">
    <p:sndAc>
      <p:endSnd/>
    </p:sndAc>
  </p:transition>
  <p:timing>
    <p:tnLst>
      <p:par>
        <p:cTn id="1" dur="indefinite" restart="never" nodeType="tmRoot"/>
      </p:par>
    </p:tnLst>
  </p:timing>
  <p:hf hdr="0" ftr="0" dt="0"/>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2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2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2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2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panose="05000000000000000000" pitchFamily="2" charset="2"/>
        <a:buChar char="l"/>
        <a:defRPr sz="2800" b="1">
          <a:solidFill>
            <a:srgbClr val="0000CC"/>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l"/>
        <a:defRPr sz="2400" b="1">
          <a:solidFill>
            <a:srgbClr val="0000CC"/>
          </a:solidFill>
          <a:latin typeface="+mn-lt"/>
          <a:ea typeface="+mn-ea"/>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rgbClr val="0000CC"/>
          </a:solidFill>
          <a:latin typeface="+mn-lt"/>
          <a:ea typeface="+mn-ea"/>
        </a:defRPr>
      </a:lvl4pPr>
      <a:lvl5pPr marL="20574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5pPr>
      <a:lvl6pPr marL="2514600" indent="-228600" algn="l" rtl="0" fontAlgn="base">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6pPr>
      <a:lvl7pPr marL="2971800" indent="-228600" algn="l" rtl="0" fontAlgn="base">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7pPr>
      <a:lvl8pPr marL="3429000" indent="-228600" algn="l" rtl="0" fontAlgn="base">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8pPr>
      <a:lvl9pPr marL="3886200" indent="-228600" algn="l" rtl="0" fontAlgn="base">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bwMode="auto">
          <a:xfrm>
            <a:off x="0" y="115888"/>
            <a:ext cx="8686800" cy="6096000"/>
            <a:chOff x="0" y="96"/>
            <a:chExt cx="5472" cy="3840"/>
          </a:xfrm>
        </p:grpSpPr>
        <p:sp>
          <p:nvSpPr>
            <p:cNvPr id="2054" name="AutoShape 3"/>
            <p:cNvSpPr>
              <a:spLocks noChangeArrowheads="1"/>
            </p:cNvSpPr>
            <p:nvPr userDrawn="1"/>
          </p:nvSpPr>
          <p:spPr bwMode="auto">
            <a:xfrm>
              <a:off x="240" y="336"/>
              <a:ext cx="5232" cy="3600"/>
            </a:xfrm>
            <a:prstGeom prst="roundRect">
              <a:avLst>
                <a:gd name="adj" fmla="val 13727"/>
              </a:avLst>
            </a:prstGeom>
            <a:noFill/>
            <a:ln w="50800">
              <a:solidFill>
                <a:schemeClr val="bg2"/>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smtClean="0">
                <a:latin typeface="Times New Roman" panose="02020603050405020304" pitchFamily="18" charset="0"/>
              </a:endParaRPr>
            </a:p>
          </p:txBody>
        </p:sp>
        <p:sp>
          <p:nvSpPr>
            <p:cNvPr id="2055" name="AutoShape 4"/>
            <p:cNvSpPr>
              <a:spLocks noChangeArrowheads="1"/>
            </p:cNvSpPr>
            <p:nvPr userDrawn="1"/>
          </p:nvSpPr>
          <p:spPr bwMode="blackWhite">
            <a:xfrm>
              <a:off x="0" y="96"/>
              <a:ext cx="5376" cy="768"/>
            </a:xfrm>
            <a:custGeom>
              <a:avLst/>
              <a:gdLst>
                <a:gd name="T0" fmla="*/ 0 w 7000"/>
                <a:gd name="T1" fmla="*/ 0 h 1000"/>
                <a:gd name="T2" fmla="*/ 2261 w 7000"/>
                <a:gd name="T3" fmla="*/ 0 h 1000"/>
                <a:gd name="T4" fmla="*/ 2435 w 7000"/>
                <a:gd name="T5" fmla="*/ 174 h 1000"/>
                <a:gd name="T6" fmla="*/ 2262 w 7000"/>
                <a:gd name="T7" fmla="*/ 348 h 1000"/>
                <a:gd name="T8" fmla="*/ 0 w 7000"/>
                <a:gd name="T9" fmla="*/ 348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499" y="0"/>
                  </a:lnTo>
                  <a:cubicBezTo>
                    <a:pt x="6776" y="0"/>
                    <a:pt x="7000" y="223"/>
                    <a:pt x="7000" y="500"/>
                  </a:cubicBezTo>
                  <a:cubicBezTo>
                    <a:pt x="7000" y="776"/>
                    <a:pt x="6776" y="999"/>
                    <a:pt x="650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56" name="Line 5"/>
            <p:cNvSpPr>
              <a:spLocks noChangeShapeType="1"/>
            </p:cNvSpPr>
            <p:nvPr userDrawn="1"/>
          </p:nvSpPr>
          <p:spPr bwMode="auto">
            <a:xfrm>
              <a:off x="0" y="768"/>
              <a:ext cx="5088" cy="0"/>
            </a:xfrm>
            <a:prstGeom prst="line">
              <a:avLst/>
            </a:prstGeom>
            <a:noFill/>
            <a:ln w="381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051" name="Rectangle 6"/>
          <p:cNvSpPr>
            <a:spLocks noGrp="1" noChangeArrowheads="1"/>
          </p:cNvSpPr>
          <p:nvPr>
            <p:ph type="title"/>
          </p:nvPr>
        </p:nvSpPr>
        <p:spPr bwMode="auto">
          <a:xfrm>
            <a:off x="195263" y="228600"/>
            <a:ext cx="80152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2052" name="Rectangle 7"/>
          <p:cNvSpPr>
            <a:spLocks noGrp="1" noChangeArrowheads="1"/>
          </p:cNvSpPr>
          <p:nvPr>
            <p:ph type="body" idx="1"/>
          </p:nvPr>
        </p:nvSpPr>
        <p:spPr bwMode="auto">
          <a:xfrm>
            <a:off x="609600" y="1600200"/>
            <a:ext cx="7924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pic>
        <p:nvPicPr>
          <p:cNvPr id="2053" name="Picture 11" descr="index2008_03"/>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6661150" y="6245225"/>
            <a:ext cx="18319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advClick="0">
    <p:sndAc>
      <p:endSnd/>
    </p:sndAc>
  </p:transition>
  <p:timing>
    <p:tnLst>
      <p:par>
        <p:cTn id="1" dur="indefinite" restart="never" nodeType="tmRoot"/>
      </p:par>
    </p:tnLst>
  </p:timing>
  <p:hf hdr="0" ftr="0" dt="0"/>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42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panose="05000000000000000000" pitchFamily="2" charset="2"/>
        <a:buChar char="l"/>
        <a:defRPr sz="2800" b="1">
          <a:solidFill>
            <a:srgbClr val="0000CC"/>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l"/>
        <a:defRPr sz="2400" b="1">
          <a:solidFill>
            <a:srgbClr val="0000CC"/>
          </a:solidFill>
          <a:latin typeface="+mn-lt"/>
          <a:ea typeface="+mn-ea"/>
        </a:defRPr>
      </a:lvl3pPr>
      <a:lvl4pPr marL="1600200" indent="-228600" algn="l" rtl="0" eaLnBrk="0" fontAlgn="base" hangingPunct="0">
        <a:spcBef>
          <a:spcPct val="20000"/>
        </a:spcBef>
        <a:spcAft>
          <a:spcPct val="0"/>
        </a:spcAft>
        <a:buClr>
          <a:schemeClr val="hlink"/>
        </a:buClr>
        <a:buSzPct val="60000"/>
        <a:buFont typeface="Wingdings" panose="05000000000000000000" pitchFamily="2" charset="2"/>
        <a:buChar char="l"/>
        <a:defRPr sz="2000">
          <a:solidFill>
            <a:srgbClr val="0000CC"/>
          </a:solidFill>
          <a:latin typeface="+mn-lt"/>
          <a:ea typeface="+mn-ea"/>
        </a:defRPr>
      </a:lvl4pPr>
      <a:lvl5pPr marL="20574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5pPr>
      <a:lvl6pPr marL="25146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6pPr>
      <a:lvl7pPr marL="29718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7pPr>
      <a:lvl8pPr marL="34290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8pPr>
      <a:lvl9pPr marL="3886200" indent="-228600" algn="l" rtl="0" eaLnBrk="0" fontAlgn="base" hangingPunct="0">
        <a:spcBef>
          <a:spcPct val="20000"/>
        </a:spcBef>
        <a:spcAft>
          <a:spcPct val="0"/>
        </a:spcAft>
        <a:buClr>
          <a:schemeClr val="bg2"/>
        </a:buClr>
        <a:buSzPct val="40000"/>
        <a:buFont typeface="Wingdings" panose="05000000000000000000" pitchFamily="2" charset="2"/>
        <a:buChar char="l"/>
        <a:defRPr sz="2000">
          <a:solidFill>
            <a:srgbClr val="0000CC"/>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3075"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97284"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a:defRPr/>
            </a:pPr>
            <a:endParaRPr lang="en-US" altLang="zh-CN"/>
          </a:p>
        </p:txBody>
      </p:sp>
      <p:sp>
        <p:nvSpPr>
          <p:cNvPr id="97285"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a:defRPr/>
            </a:pPr>
            <a:endParaRPr lang="en-US" altLang="zh-CN"/>
          </a:p>
        </p:txBody>
      </p:sp>
      <p:sp>
        <p:nvSpPr>
          <p:cNvPr id="97286"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a:defRPr/>
            </a:pPr>
            <a:fld id="{6B08F23A-9504-4358-88BF-208BD38AFAEB}"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9" Type="http://schemas.openxmlformats.org/officeDocument/2006/relationships/image" Target="../media/image8.wmf"/><Relationship Id="rId8" Type="http://schemas.openxmlformats.org/officeDocument/2006/relationships/oleObject" Target="../embeddings/oleObject4.bin"/><Relationship Id="rId7" Type="http://schemas.openxmlformats.org/officeDocument/2006/relationships/image" Target="../media/image7.wmf"/><Relationship Id="rId6" Type="http://schemas.openxmlformats.org/officeDocument/2006/relationships/oleObject" Target="../embeddings/oleObject3.bin"/><Relationship Id="rId5" Type="http://schemas.openxmlformats.org/officeDocument/2006/relationships/image" Target="../media/image6.png"/><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8" Type="http://schemas.openxmlformats.org/officeDocument/2006/relationships/notesSlide" Target="../notesSlides/notesSlide5.xml"/><Relationship Id="rId17" Type="http://schemas.openxmlformats.org/officeDocument/2006/relationships/vmlDrawing" Target="../drawings/vmlDrawing1.vml"/><Relationship Id="rId16" Type="http://schemas.openxmlformats.org/officeDocument/2006/relationships/slideLayout" Target="../slideLayouts/slideLayout24.xml"/><Relationship Id="rId15" Type="http://schemas.openxmlformats.org/officeDocument/2006/relationships/image" Target="../media/image11.wmf"/><Relationship Id="rId14" Type="http://schemas.openxmlformats.org/officeDocument/2006/relationships/oleObject" Target="../embeddings/oleObject7.bin"/><Relationship Id="rId13" Type="http://schemas.openxmlformats.org/officeDocument/2006/relationships/image" Target="../media/image10.wmf"/><Relationship Id="rId12" Type="http://schemas.openxmlformats.org/officeDocument/2006/relationships/oleObject" Target="../embeddings/oleObject6.bin"/><Relationship Id="rId11" Type="http://schemas.openxmlformats.org/officeDocument/2006/relationships/image" Target="../media/image9.wmf"/><Relationship Id="rId10" Type="http://schemas.openxmlformats.org/officeDocument/2006/relationships/oleObject" Target="../embeddings/oleObject5.bin"/><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vmlDrawing" Target="../drawings/vmlDrawing2.vml"/><Relationship Id="rId6" Type="http://schemas.openxmlformats.org/officeDocument/2006/relationships/slideLayout" Target="../slideLayouts/slideLayout24.xml"/><Relationship Id="rId5" Type="http://schemas.openxmlformats.org/officeDocument/2006/relationships/image" Target="../media/image13.wmf"/><Relationship Id="rId4" Type="http://schemas.openxmlformats.org/officeDocument/2006/relationships/oleObject" Target="../embeddings/oleObject9.bin"/><Relationship Id="rId3" Type="http://schemas.openxmlformats.org/officeDocument/2006/relationships/image" Target="../media/image12.wmf"/><Relationship Id="rId2" Type="http://schemas.openxmlformats.org/officeDocument/2006/relationships/oleObject" Target="../embeddings/oleObject8.bin"/><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17.wmf"/><Relationship Id="rId7" Type="http://schemas.openxmlformats.org/officeDocument/2006/relationships/oleObject" Target="../embeddings/oleObject13.bin"/><Relationship Id="rId6" Type="http://schemas.openxmlformats.org/officeDocument/2006/relationships/image" Target="../media/image16.wmf"/><Relationship Id="rId5" Type="http://schemas.openxmlformats.org/officeDocument/2006/relationships/oleObject" Target="../embeddings/oleObject12.bin"/><Relationship Id="rId4" Type="http://schemas.openxmlformats.org/officeDocument/2006/relationships/image" Target="../media/image15.wmf"/><Relationship Id="rId3" Type="http://schemas.openxmlformats.org/officeDocument/2006/relationships/oleObject" Target="../embeddings/oleObject11.bin"/><Relationship Id="rId21" Type="http://schemas.openxmlformats.org/officeDocument/2006/relationships/notesSlide" Target="../notesSlides/notesSlide7.xml"/><Relationship Id="rId20" Type="http://schemas.openxmlformats.org/officeDocument/2006/relationships/vmlDrawing" Target="../drawings/vmlDrawing3.vml"/><Relationship Id="rId2" Type="http://schemas.openxmlformats.org/officeDocument/2006/relationships/image" Target="../media/image14.wmf"/><Relationship Id="rId19" Type="http://schemas.openxmlformats.org/officeDocument/2006/relationships/slideLayout" Target="../slideLayouts/slideLayout24.xml"/><Relationship Id="rId18" Type="http://schemas.openxmlformats.org/officeDocument/2006/relationships/image" Target="../media/image22.wmf"/><Relationship Id="rId17" Type="http://schemas.openxmlformats.org/officeDocument/2006/relationships/oleObject" Target="../embeddings/oleObject18.bin"/><Relationship Id="rId16" Type="http://schemas.openxmlformats.org/officeDocument/2006/relationships/image" Target="../media/image21.wmf"/><Relationship Id="rId15" Type="http://schemas.openxmlformats.org/officeDocument/2006/relationships/oleObject" Target="../embeddings/oleObject17.bin"/><Relationship Id="rId14" Type="http://schemas.openxmlformats.org/officeDocument/2006/relationships/image" Target="../media/image20.wmf"/><Relationship Id="rId13" Type="http://schemas.openxmlformats.org/officeDocument/2006/relationships/oleObject" Target="../embeddings/oleObject16.bin"/><Relationship Id="rId12" Type="http://schemas.openxmlformats.org/officeDocument/2006/relationships/image" Target="../media/image19.wmf"/><Relationship Id="rId11" Type="http://schemas.openxmlformats.org/officeDocument/2006/relationships/oleObject" Target="../embeddings/oleObject15.bin"/><Relationship Id="rId10" Type="http://schemas.openxmlformats.org/officeDocument/2006/relationships/image" Target="../media/image18.wmf"/><Relationship Id="rId1"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26.wmf"/><Relationship Id="rId7" Type="http://schemas.openxmlformats.org/officeDocument/2006/relationships/oleObject" Target="../embeddings/oleObject22.bin"/><Relationship Id="rId6" Type="http://schemas.openxmlformats.org/officeDocument/2006/relationships/image" Target="../media/image25.wmf"/><Relationship Id="rId5" Type="http://schemas.openxmlformats.org/officeDocument/2006/relationships/oleObject" Target="../embeddings/oleObject21.bin"/><Relationship Id="rId4" Type="http://schemas.openxmlformats.org/officeDocument/2006/relationships/image" Target="../media/image24.wmf"/><Relationship Id="rId3" Type="http://schemas.openxmlformats.org/officeDocument/2006/relationships/oleObject" Target="../embeddings/oleObject20.bin"/><Relationship Id="rId2" Type="http://schemas.openxmlformats.org/officeDocument/2006/relationships/image" Target="../media/image23.wmf"/><Relationship Id="rId14" Type="http://schemas.openxmlformats.org/officeDocument/2006/relationships/notesSlide" Target="../notesSlides/notesSlide8.xml"/><Relationship Id="rId13" Type="http://schemas.openxmlformats.org/officeDocument/2006/relationships/vmlDrawing" Target="../drawings/vmlDrawing4.vml"/><Relationship Id="rId12" Type="http://schemas.openxmlformats.org/officeDocument/2006/relationships/slideLayout" Target="../slideLayouts/slideLayout24.xml"/><Relationship Id="rId11" Type="http://schemas.openxmlformats.org/officeDocument/2006/relationships/image" Target="../media/image6.png"/><Relationship Id="rId10" Type="http://schemas.openxmlformats.org/officeDocument/2006/relationships/image" Target="../media/image27.wmf"/><Relationship Id="rId1" Type="http://schemas.openxmlformats.org/officeDocument/2006/relationships/oleObject" Target="../embeddings/oleObject19.bin"/></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31.wmf"/><Relationship Id="rId7" Type="http://schemas.openxmlformats.org/officeDocument/2006/relationships/oleObject" Target="../embeddings/oleObject27.bin"/><Relationship Id="rId6" Type="http://schemas.openxmlformats.org/officeDocument/2006/relationships/image" Target="../media/image30.wmf"/><Relationship Id="rId5" Type="http://schemas.openxmlformats.org/officeDocument/2006/relationships/oleObject" Target="../embeddings/oleObject26.bin"/><Relationship Id="rId4" Type="http://schemas.openxmlformats.org/officeDocument/2006/relationships/image" Target="../media/image29.wmf"/><Relationship Id="rId3" Type="http://schemas.openxmlformats.org/officeDocument/2006/relationships/oleObject" Target="../embeddings/oleObject25.bin"/><Relationship Id="rId2" Type="http://schemas.openxmlformats.org/officeDocument/2006/relationships/image" Target="../media/image28.wmf"/><Relationship Id="rId11" Type="http://schemas.openxmlformats.org/officeDocument/2006/relationships/notesSlide" Target="../notesSlides/notesSlide9.xml"/><Relationship Id="rId10" Type="http://schemas.openxmlformats.org/officeDocument/2006/relationships/vmlDrawing" Target="../drawings/vmlDrawing5.vml"/><Relationship Id="rId1" Type="http://schemas.openxmlformats.org/officeDocument/2006/relationships/oleObject" Target="../embeddings/oleObject24.bin"/></Relationships>
</file>

<file path=ppt/slides/_rels/slide11.xml.rels><?xml version="1.0" encoding="UTF-8" standalone="yes"?>
<Relationships xmlns="http://schemas.openxmlformats.org/package/2006/relationships"><Relationship Id="rId9" Type="http://schemas.openxmlformats.org/officeDocument/2006/relationships/image" Target="../media/image35.wmf"/><Relationship Id="rId8" Type="http://schemas.openxmlformats.org/officeDocument/2006/relationships/oleObject" Target="../embeddings/oleObject31.bin"/><Relationship Id="rId7" Type="http://schemas.openxmlformats.org/officeDocument/2006/relationships/image" Target="../media/image34.wmf"/><Relationship Id="rId6" Type="http://schemas.openxmlformats.org/officeDocument/2006/relationships/oleObject" Target="../embeddings/oleObject30.bin"/><Relationship Id="rId5" Type="http://schemas.openxmlformats.org/officeDocument/2006/relationships/image" Target="../media/image33.wmf"/><Relationship Id="rId4" Type="http://schemas.openxmlformats.org/officeDocument/2006/relationships/oleObject" Target="../embeddings/oleObject29.bin"/><Relationship Id="rId3" Type="http://schemas.openxmlformats.org/officeDocument/2006/relationships/image" Target="../media/image6.png"/><Relationship Id="rId2" Type="http://schemas.openxmlformats.org/officeDocument/2006/relationships/image" Target="../media/image32.wmf"/><Relationship Id="rId12" Type="http://schemas.openxmlformats.org/officeDocument/2006/relationships/notesSlide" Target="../notesSlides/notesSlide10.xml"/><Relationship Id="rId11" Type="http://schemas.openxmlformats.org/officeDocument/2006/relationships/vmlDrawing" Target="../drawings/vmlDrawing6.vml"/><Relationship Id="rId10" Type="http://schemas.openxmlformats.org/officeDocument/2006/relationships/slideLayout" Target="../slideLayouts/slideLayout24.xml"/><Relationship Id="rId1" Type="http://schemas.openxmlformats.org/officeDocument/2006/relationships/oleObject" Target="../embeddings/oleObject28.bin"/></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7.vml"/><Relationship Id="rId5" Type="http://schemas.openxmlformats.org/officeDocument/2006/relationships/slideLayout" Target="../slideLayouts/slideLayout24.xml"/><Relationship Id="rId4" Type="http://schemas.openxmlformats.org/officeDocument/2006/relationships/image" Target="../media/image37.wmf"/><Relationship Id="rId3" Type="http://schemas.openxmlformats.org/officeDocument/2006/relationships/oleObject" Target="../embeddings/oleObject33.bin"/><Relationship Id="rId2" Type="http://schemas.openxmlformats.org/officeDocument/2006/relationships/image" Target="../media/image36.wmf"/><Relationship Id="rId1" Type="http://schemas.openxmlformats.org/officeDocument/2006/relationships/oleObject" Target="../embeddings/oleObject32.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38.bin"/><Relationship Id="rId8" Type="http://schemas.openxmlformats.org/officeDocument/2006/relationships/image" Target="../media/image41.wmf"/><Relationship Id="rId7" Type="http://schemas.openxmlformats.org/officeDocument/2006/relationships/oleObject" Target="../embeddings/oleObject37.bin"/><Relationship Id="rId6" Type="http://schemas.openxmlformats.org/officeDocument/2006/relationships/image" Target="../media/image40.wmf"/><Relationship Id="rId5" Type="http://schemas.openxmlformats.org/officeDocument/2006/relationships/oleObject" Target="../embeddings/oleObject36.bin"/><Relationship Id="rId4" Type="http://schemas.openxmlformats.org/officeDocument/2006/relationships/image" Target="../media/image39.wmf"/><Relationship Id="rId3" Type="http://schemas.openxmlformats.org/officeDocument/2006/relationships/oleObject" Target="../embeddings/oleObject35.bin"/><Relationship Id="rId2" Type="http://schemas.openxmlformats.org/officeDocument/2006/relationships/image" Target="../media/image38.wmf"/><Relationship Id="rId13" Type="http://schemas.openxmlformats.org/officeDocument/2006/relationships/notesSlide" Target="../notesSlides/notesSlide12.xml"/><Relationship Id="rId12" Type="http://schemas.openxmlformats.org/officeDocument/2006/relationships/vmlDrawing" Target="../drawings/vmlDrawing8.vml"/><Relationship Id="rId11" Type="http://schemas.openxmlformats.org/officeDocument/2006/relationships/slideLayout" Target="../slideLayouts/slideLayout24.xml"/><Relationship Id="rId10" Type="http://schemas.openxmlformats.org/officeDocument/2006/relationships/image" Target="../media/image42.wmf"/><Relationship Id="rId1" Type="http://schemas.openxmlformats.org/officeDocument/2006/relationships/oleObject" Target="../embeddings/oleObject34.bin"/></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vmlDrawing" Target="../drawings/vmlDrawing9.vml"/><Relationship Id="rId5" Type="http://schemas.openxmlformats.org/officeDocument/2006/relationships/slideLayout" Target="../slideLayouts/slideLayout24.xml"/><Relationship Id="rId4" Type="http://schemas.openxmlformats.org/officeDocument/2006/relationships/image" Target="../media/image44.wmf"/><Relationship Id="rId3" Type="http://schemas.openxmlformats.org/officeDocument/2006/relationships/oleObject" Target="../embeddings/oleObject40.bin"/><Relationship Id="rId2" Type="http://schemas.openxmlformats.org/officeDocument/2006/relationships/image" Target="../media/image43.wmf"/><Relationship Id="rId1" Type="http://schemas.openxmlformats.org/officeDocument/2006/relationships/oleObject" Target="../embeddings/oleObject39.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10.vml"/><Relationship Id="rId3" Type="http://schemas.openxmlformats.org/officeDocument/2006/relationships/slideLayout" Target="../slideLayouts/slideLayout24.xml"/><Relationship Id="rId2" Type="http://schemas.openxmlformats.org/officeDocument/2006/relationships/image" Target="../media/image45.wmf"/><Relationship Id="rId1" Type="http://schemas.openxmlformats.org/officeDocument/2006/relationships/oleObject" Target="../embeddings/oleObject41.bin"/></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image" Target="../media/image49.wmf"/><Relationship Id="rId7" Type="http://schemas.openxmlformats.org/officeDocument/2006/relationships/oleObject" Target="../embeddings/oleObject45.bin"/><Relationship Id="rId6" Type="http://schemas.openxmlformats.org/officeDocument/2006/relationships/image" Target="../media/image48.wmf"/><Relationship Id="rId5" Type="http://schemas.openxmlformats.org/officeDocument/2006/relationships/oleObject" Target="../embeddings/oleObject44.bin"/><Relationship Id="rId4" Type="http://schemas.openxmlformats.org/officeDocument/2006/relationships/image" Target="../media/image47.wmf"/><Relationship Id="rId3" Type="http://schemas.openxmlformats.org/officeDocument/2006/relationships/oleObject" Target="../embeddings/oleObject43.bin"/><Relationship Id="rId2" Type="http://schemas.openxmlformats.org/officeDocument/2006/relationships/image" Target="../media/image46.emf"/><Relationship Id="rId10" Type="http://schemas.openxmlformats.org/officeDocument/2006/relationships/vmlDrawing" Target="../drawings/vmlDrawing11.vml"/><Relationship Id="rId1" Type="http://schemas.openxmlformats.org/officeDocument/2006/relationships/oleObject" Target="../embeddings/oleObject42.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50.bin"/><Relationship Id="rId8" Type="http://schemas.openxmlformats.org/officeDocument/2006/relationships/image" Target="../media/image53.wmf"/><Relationship Id="rId7" Type="http://schemas.openxmlformats.org/officeDocument/2006/relationships/oleObject" Target="../embeddings/oleObject49.bin"/><Relationship Id="rId6" Type="http://schemas.openxmlformats.org/officeDocument/2006/relationships/image" Target="../media/image52.emf"/><Relationship Id="rId5" Type="http://schemas.openxmlformats.org/officeDocument/2006/relationships/oleObject" Target="../embeddings/oleObject48.bin"/><Relationship Id="rId4" Type="http://schemas.openxmlformats.org/officeDocument/2006/relationships/image" Target="../media/image51.emf"/><Relationship Id="rId3" Type="http://schemas.openxmlformats.org/officeDocument/2006/relationships/oleObject" Target="../embeddings/oleObject47.bin"/><Relationship Id="rId2" Type="http://schemas.openxmlformats.org/officeDocument/2006/relationships/image" Target="../media/image50.emf"/><Relationship Id="rId14" Type="http://schemas.openxmlformats.org/officeDocument/2006/relationships/notesSlide" Target="../notesSlides/notesSlide15.xml"/><Relationship Id="rId13" Type="http://schemas.openxmlformats.org/officeDocument/2006/relationships/vmlDrawing" Target="../drawings/vmlDrawing12.vml"/><Relationship Id="rId12" Type="http://schemas.openxmlformats.org/officeDocument/2006/relationships/slideLayout" Target="../slideLayouts/slideLayout24.xml"/><Relationship Id="rId11" Type="http://schemas.openxmlformats.org/officeDocument/2006/relationships/oleObject" Target="../embeddings/oleObject51.bin"/><Relationship Id="rId10" Type="http://schemas.openxmlformats.org/officeDocument/2006/relationships/image" Target="../media/image54.wmf"/><Relationship Id="rId1" Type="http://schemas.openxmlformats.org/officeDocument/2006/relationships/oleObject" Target="../embeddings/oleObject46.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57.wmf"/><Relationship Id="rId7" Type="http://schemas.openxmlformats.org/officeDocument/2006/relationships/oleObject" Target="../embeddings/oleObject55.bin"/><Relationship Id="rId6" Type="http://schemas.openxmlformats.org/officeDocument/2006/relationships/image" Target="../media/image56.wmf"/><Relationship Id="rId5" Type="http://schemas.openxmlformats.org/officeDocument/2006/relationships/oleObject" Target="../embeddings/oleObject54.bin"/><Relationship Id="rId4" Type="http://schemas.openxmlformats.org/officeDocument/2006/relationships/image" Target="../media/image55.wmf"/><Relationship Id="rId3" Type="http://schemas.openxmlformats.org/officeDocument/2006/relationships/oleObject" Target="../embeddings/oleObject53.bin"/><Relationship Id="rId2" Type="http://schemas.openxmlformats.org/officeDocument/2006/relationships/image" Target="../media/image54.wmf"/><Relationship Id="rId18" Type="http://schemas.openxmlformats.org/officeDocument/2006/relationships/vmlDrawing" Target="../drawings/vmlDrawing13.vml"/><Relationship Id="rId17" Type="http://schemas.openxmlformats.org/officeDocument/2006/relationships/slideLayout" Target="../slideLayouts/slideLayout29.xml"/><Relationship Id="rId16" Type="http://schemas.openxmlformats.org/officeDocument/2006/relationships/image" Target="../media/image61.wmf"/><Relationship Id="rId15" Type="http://schemas.openxmlformats.org/officeDocument/2006/relationships/oleObject" Target="../embeddings/oleObject59.bin"/><Relationship Id="rId14" Type="http://schemas.openxmlformats.org/officeDocument/2006/relationships/image" Target="../media/image60.wmf"/><Relationship Id="rId13" Type="http://schemas.openxmlformats.org/officeDocument/2006/relationships/oleObject" Target="../embeddings/oleObject58.bin"/><Relationship Id="rId12" Type="http://schemas.openxmlformats.org/officeDocument/2006/relationships/image" Target="../media/image59.wmf"/><Relationship Id="rId11" Type="http://schemas.openxmlformats.org/officeDocument/2006/relationships/oleObject" Target="../embeddings/oleObject57.bin"/><Relationship Id="rId10" Type="http://schemas.openxmlformats.org/officeDocument/2006/relationships/image" Target="../media/image58.wmf"/><Relationship Id="rId1" Type="http://schemas.openxmlformats.org/officeDocument/2006/relationships/oleObject" Target="../embeddings/oleObject52.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64.bin"/><Relationship Id="rId8" Type="http://schemas.openxmlformats.org/officeDocument/2006/relationships/image" Target="../media/image64.wmf"/><Relationship Id="rId7" Type="http://schemas.openxmlformats.org/officeDocument/2006/relationships/oleObject" Target="../embeddings/oleObject63.bin"/><Relationship Id="rId6" Type="http://schemas.openxmlformats.org/officeDocument/2006/relationships/image" Target="../media/image63.wmf"/><Relationship Id="rId5" Type="http://schemas.openxmlformats.org/officeDocument/2006/relationships/oleObject" Target="../embeddings/oleObject62.bin"/><Relationship Id="rId4" Type="http://schemas.openxmlformats.org/officeDocument/2006/relationships/image" Target="../media/image62.wmf"/><Relationship Id="rId3" Type="http://schemas.openxmlformats.org/officeDocument/2006/relationships/oleObject" Target="../embeddings/oleObject61.bin"/><Relationship Id="rId2" Type="http://schemas.openxmlformats.org/officeDocument/2006/relationships/image" Target="../media/image55.wmf"/><Relationship Id="rId19" Type="http://schemas.openxmlformats.org/officeDocument/2006/relationships/notesSlide" Target="../notesSlides/notesSlide16.xml"/><Relationship Id="rId18" Type="http://schemas.openxmlformats.org/officeDocument/2006/relationships/vmlDrawing" Target="../drawings/vmlDrawing14.vml"/><Relationship Id="rId17" Type="http://schemas.openxmlformats.org/officeDocument/2006/relationships/slideLayout" Target="../slideLayouts/slideLayout24.xml"/><Relationship Id="rId16" Type="http://schemas.openxmlformats.org/officeDocument/2006/relationships/image" Target="../media/image54.wmf"/><Relationship Id="rId15" Type="http://schemas.openxmlformats.org/officeDocument/2006/relationships/oleObject" Target="../embeddings/oleObject67.bin"/><Relationship Id="rId14" Type="http://schemas.openxmlformats.org/officeDocument/2006/relationships/image" Target="../media/image66.emf"/><Relationship Id="rId13" Type="http://schemas.openxmlformats.org/officeDocument/2006/relationships/oleObject" Target="../embeddings/oleObject66.bin"/><Relationship Id="rId12" Type="http://schemas.openxmlformats.org/officeDocument/2006/relationships/image" Target="../media/image65.emf"/><Relationship Id="rId11" Type="http://schemas.openxmlformats.org/officeDocument/2006/relationships/oleObject" Target="../embeddings/oleObject65.bin"/><Relationship Id="rId10" Type="http://schemas.openxmlformats.org/officeDocument/2006/relationships/image" Target="../media/image60.wmf"/><Relationship Id="rId1" Type="http://schemas.openxmlformats.org/officeDocument/2006/relationships/oleObject" Target="../embeddings/oleObject60.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72.bin"/><Relationship Id="rId8" Type="http://schemas.openxmlformats.org/officeDocument/2006/relationships/image" Target="../media/image70.wmf"/><Relationship Id="rId7" Type="http://schemas.openxmlformats.org/officeDocument/2006/relationships/oleObject" Target="../embeddings/oleObject71.bin"/><Relationship Id="rId6" Type="http://schemas.openxmlformats.org/officeDocument/2006/relationships/image" Target="../media/image69.emf"/><Relationship Id="rId5" Type="http://schemas.openxmlformats.org/officeDocument/2006/relationships/oleObject" Target="../embeddings/oleObject70.bin"/><Relationship Id="rId4" Type="http://schemas.openxmlformats.org/officeDocument/2006/relationships/image" Target="../media/image68.wmf"/><Relationship Id="rId3" Type="http://schemas.openxmlformats.org/officeDocument/2006/relationships/oleObject" Target="../embeddings/oleObject69.bin"/><Relationship Id="rId20" Type="http://schemas.openxmlformats.org/officeDocument/2006/relationships/notesSlide" Target="../notesSlides/notesSlide17.xml"/><Relationship Id="rId2" Type="http://schemas.openxmlformats.org/officeDocument/2006/relationships/image" Target="../media/image67.emf"/><Relationship Id="rId19" Type="http://schemas.openxmlformats.org/officeDocument/2006/relationships/vmlDrawing" Target="../drawings/vmlDrawing15.vml"/><Relationship Id="rId18" Type="http://schemas.openxmlformats.org/officeDocument/2006/relationships/slideLayout" Target="../slideLayouts/slideLayout24.xml"/><Relationship Id="rId17" Type="http://schemas.openxmlformats.org/officeDocument/2006/relationships/oleObject" Target="../embeddings/oleObject77.bin"/><Relationship Id="rId16" Type="http://schemas.openxmlformats.org/officeDocument/2006/relationships/image" Target="../media/image73.wmf"/><Relationship Id="rId15" Type="http://schemas.openxmlformats.org/officeDocument/2006/relationships/oleObject" Target="../embeddings/oleObject76.bin"/><Relationship Id="rId14" Type="http://schemas.openxmlformats.org/officeDocument/2006/relationships/oleObject" Target="../embeddings/oleObject75.bin"/><Relationship Id="rId13" Type="http://schemas.openxmlformats.org/officeDocument/2006/relationships/oleObject" Target="../embeddings/oleObject74.bin"/><Relationship Id="rId12" Type="http://schemas.openxmlformats.org/officeDocument/2006/relationships/image" Target="../media/image72.wmf"/><Relationship Id="rId11" Type="http://schemas.openxmlformats.org/officeDocument/2006/relationships/oleObject" Target="../embeddings/oleObject73.bin"/><Relationship Id="rId10" Type="http://schemas.openxmlformats.org/officeDocument/2006/relationships/image" Target="../media/image71.wmf"/><Relationship Id="rId1" Type="http://schemas.openxmlformats.org/officeDocument/2006/relationships/oleObject" Target="../embeddings/oleObject68.bin"/></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vmlDrawing" Target="../drawings/vmlDrawing16.vml"/><Relationship Id="rId7" Type="http://schemas.openxmlformats.org/officeDocument/2006/relationships/slideLayout" Target="../slideLayouts/slideLayout24.xml"/><Relationship Id="rId6" Type="http://schemas.openxmlformats.org/officeDocument/2006/relationships/image" Target="../media/image76.emf"/><Relationship Id="rId5" Type="http://schemas.openxmlformats.org/officeDocument/2006/relationships/oleObject" Target="../embeddings/oleObject80.bin"/><Relationship Id="rId4" Type="http://schemas.openxmlformats.org/officeDocument/2006/relationships/image" Target="../media/image75.emf"/><Relationship Id="rId3" Type="http://schemas.openxmlformats.org/officeDocument/2006/relationships/oleObject" Target="../embeddings/oleObject79.bin"/><Relationship Id="rId2" Type="http://schemas.openxmlformats.org/officeDocument/2006/relationships/image" Target="../media/image74.wmf"/><Relationship Id="rId1" Type="http://schemas.openxmlformats.org/officeDocument/2006/relationships/oleObject" Target="../embeddings/oleObject78.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84.bin"/><Relationship Id="rId8" Type="http://schemas.openxmlformats.org/officeDocument/2006/relationships/image" Target="../media/image80.wmf"/><Relationship Id="rId7" Type="http://schemas.openxmlformats.org/officeDocument/2006/relationships/oleObject" Target="../embeddings/oleObject83.bin"/><Relationship Id="rId6" Type="http://schemas.openxmlformats.org/officeDocument/2006/relationships/image" Target="../media/image79.wmf"/><Relationship Id="rId5" Type="http://schemas.openxmlformats.org/officeDocument/2006/relationships/oleObject" Target="../embeddings/oleObject82.bin"/><Relationship Id="rId4" Type="http://schemas.openxmlformats.org/officeDocument/2006/relationships/image" Target="../media/image78.wmf"/><Relationship Id="rId3" Type="http://schemas.openxmlformats.org/officeDocument/2006/relationships/oleObject" Target="../embeddings/oleObject81.bin"/><Relationship Id="rId2" Type="http://schemas.openxmlformats.org/officeDocument/2006/relationships/image" Target="../media/image77.png"/><Relationship Id="rId19" Type="http://schemas.openxmlformats.org/officeDocument/2006/relationships/notesSlide" Target="../notesSlides/notesSlide19.xml"/><Relationship Id="rId18" Type="http://schemas.openxmlformats.org/officeDocument/2006/relationships/vmlDrawing" Target="../drawings/vmlDrawing17.vml"/><Relationship Id="rId17" Type="http://schemas.openxmlformats.org/officeDocument/2006/relationships/slideLayout" Target="../slideLayouts/slideLayout24.xml"/><Relationship Id="rId16" Type="http://schemas.openxmlformats.org/officeDocument/2006/relationships/oleObject" Target="../embeddings/oleObject88.bin"/><Relationship Id="rId15" Type="http://schemas.openxmlformats.org/officeDocument/2006/relationships/oleObject" Target="../embeddings/oleObject87.bin"/><Relationship Id="rId14" Type="http://schemas.openxmlformats.org/officeDocument/2006/relationships/image" Target="../media/image83.wmf"/><Relationship Id="rId13" Type="http://schemas.openxmlformats.org/officeDocument/2006/relationships/oleObject" Target="../embeddings/oleObject86.bin"/><Relationship Id="rId12" Type="http://schemas.openxmlformats.org/officeDocument/2006/relationships/image" Target="../media/image82.wmf"/><Relationship Id="rId11" Type="http://schemas.openxmlformats.org/officeDocument/2006/relationships/oleObject" Target="../embeddings/oleObject85.bin"/><Relationship Id="rId10" Type="http://schemas.openxmlformats.org/officeDocument/2006/relationships/image" Target="../media/image81.wmf"/><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93.bin"/><Relationship Id="rId8" Type="http://schemas.openxmlformats.org/officeDocument/2006/relationships/image" Target="../media/image79.wmf"/><Relationship Id="rId7" Type="http://schemas.openxmlformats.org/officeDocument/2006/relationships/oleObject" Target="../embeddings/oleObject92.bin"/><Relationship Id="rId6" Type="http://schemas.openxmlformats.org/officeDocument/2006/relationships/image" Target="../media/image78.wmf"/><Relationship Id="rId5" Type="http://schemas.openxmlformats.org/officeDocument/2006/relationships/oleObject" Target="../embeddings/oleObject91.bin"/><Relationship Id="rId4" Type="http://schemas.openxmlformats.org/officeDocument/2006/relationships/image" Target="../media/image77.png"/><Relationship Id="rId31" Type="http://schemas.openxmlformats.org/officeDocument/2006/relationships/notesSlide" Target="../notesSlides/notesSlide21.xml"/><Relationship Id="rId30" Type="http://schemas.openxmlformats.org/officeDocument/2006/relationships/vmlDrawing" Target="../drawings/vmlDrawing18.vml"/><Relationship Id="rId3" Type="http://schemas.openxmlformats.org/officeDocument/2006/relationships/oleObject" Target="../embeddings/oleObject90.bin"/><Relationship Id="rId29" Type="http://schemas.openxmlformats.org/officeDocument/2006/relationships/slideLayout" Target="../slideLayouts/slideLayout24.xml"/><Relationship Id="rId28" Type="http://schemas.openxmlformats.org/officeDocument/2006/relationships/oleObject" Target="../embeddings/oleObject104.bin"/><Relationship Id="rId27" Type="http://schemas.openxmlformats.org/officeDocument/2006/relationships/oleObject" Target="../embeddings/oleObject103.bin"/><Relationship Id="rId26" Type="http://schemas.openxmlformats.org/officeDocument/2006/relationships/image" Target="../media/image88.wmf"/><Relationship Id="rId25" Type="http://schemas.openxmlformats.org/officeDocument/2006/relationships/oleObject" Target="../embeddings/oleObject102.bin"/><Relationship Id="rId24" Type="http://schemas.openxmlformats.org/officeDocument/2006/relationships/image" Target="../media/image87.wmf"/><Relationship Id="rId23" Type="http://schemas.openxmlformats.org/officeDocument/2006/relationships/oleObject" Target="../embeddings/oleObject101.bin"/><Relationship Id="rId22" Type="http://schemas.openxmlformats.org/officeDocument/2006/relationships/oleObject" Target="../embeddings/oleObject100.bin"/><Relationship Id="rId21" Type="http://schemas.openxmlformats.org/officeDocument/2006/relationships/image" Target="../media/image86.wmf"/><Relationship Id="rId20" Type="http://schemas.openxmlformats.org/officeDocument/2006/relationships/oleObject" Target="../embeddings/oleObject99.bin"/><Relationship Id="rId2" Type="http://schemas.openxmlformats.org/officeDocument/2006/relationships/image" Target="../media/image81.wmf"/><Relationship Id="rId19" Type="http://schemas.openxmlformats.org/officeDocument/2006/relationships/image" Target="../media/image85.wmf"/><Relationship Id="rId18" Type="http://schemas.openxmlformats.org/officeDocument/2006/relationships/oleObject" Target="../embeddings/oleObject98.bin"/><Relationship Id="rId17" Type="http://schemas.openxmlformats.org/officeDocument/2006/relationships/image" Target="../media/image84.wmf"/><Relationship Id="rId16" Type="http://schemas.openxmlformats.org/officeDocument/2006/relationships/oleObject" Target="../embeddings/oleObject97.bin"/><Relationship Id="rId15" Type="http://schemas.openxmlformats.org/officeDocument/2006/relationships/image" Target="../media/image83.wmf"/><Relationship Id="rId14" Type="http://schemas.openxmlformats.org/officeDocument/2006/relationships/oleObject" Target="../embeddings/oleObject96.bin"/><Relationship Id="rId13" Type="http://schemas.openxmlformats.org/officeDocument/2006/relationships/image" Target="../media/image82.wmf"/><Relationship Id="rId12" Type="http://schemas.openxmlformats.org/officeDocument/2006/relationships/oleObject" Target="../embeddings/oleObject95.bin"/><Relationship Id="rId11" Type="http://schemas.openxmlformats.org/officeDocument/2006/relationships/oleObject" Target="../embeddings/oleObject94.bin"/><Relationship Id="rId10" Type="http://schemas.openxmlformats.org/officeDocument/2006/relationships/image" Target="../media/image80.wmf"/><Relationship Id="rId1" Type="http://schemas.openxmlformats.org/officeDocument/2006/relationships/oleObject" Target="../embeddings/oleObject89.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4.xml"/><Relationship Id="rId1" Type="http://schemas.openxmlformats.org/officeDocument/2006/relationships/image" Target="../media/image89.jpe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vmlDrawing" Target="../drawings/vmlDrawing19.vml"/><Relationship Id="rId3" Type="http://schemas.openxmlformats.org/officeDocument/2006/relationships/slideLayout" Target="../slideLayouts/slideLayout24.xml"/><Relationship Id="rId2" Type="http://schemas.openxmlformats.org/officeDocument/2006/relationships/image" Target="../media/image90.wmf"/><Relationship Id="rId1" Type="http://schemas.openxmlformats.org/officeDocument/2006/relationships/oleObject" Target="../embeddings/oleObject105.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110.bin"/><Relationship Id="rId8" Type="http://schemas.openxmlformats.org/officeDocument/2006/relationships/image" Target="../media/image94.wmf"/><Relationship Id="rId7" Type="http://schemas.openxmlformats.org/officeDocument/2006/relationships/oleObject" Target="../embeddings/oleObject109.bin"/><Relationship Id="rId6" Type="http://schemas.openxmlformats.org/officeDocument/2006/relationships/image" Target="../media/image93.wmf"/><Relationship Id="rId5" Type="http://schemas.openxmlformats.org/officeDocument/2006/relationships/oleObject" Target="../embeddings/oleObject108.bin"/><Relationship Id="rId4" Type="http://schemas.openxmlformats.org/officeDocument/2006/relationships/image" Target="../media/image92.wmf"/><Relationship Id="rId3" Type="http://schemas.openxmlformats.org/officeDocument/2006/relationships/oleObject" Target="../embeddings/oleObject107.bin"/><Relationship Id="rId21" Type="http://schemas.openxmlformats.org/officeDocument/2006/relationships/notesSlide" Target="../notesSlides/notesSlide25.xml"/><Relationship Id="rId20" Type="http://schemas.openxmlformats.org/officeDocument/2006/relationships/vmlDrawing" Target="../drawings/vmlDrawing20.vml"/><Relationship Id="rId2" Type="http://schemas.openxmlformats.org/officeDocument/2006/relationships/image" Target="../media/image91.wmf"/><Relationship Id="rId19" Type="http://schemas.openxmlformats.org/officeDocument/2006/relationships/slideLayout" Target="../slideLayouts/slideLayout24.xml"/><Relationship Id="rId18" Type="http://schemas.openxmlformats.org/officeDocument/2006/relationships/image" Target="../media/image99.wmf"/><Relationship Id="rId17" Type="http://schemas.openxmlformats.org/officeDocument/2006/relationships/oleObject" Target="../embeddings/oleObject114.bin"/><Relationship Id="rId16" Type="http://schemas.openxmlformats.org/officeDocument/2006/relationships/image" Target="../media/image98.wmf"/><Relationship Id="rId15" Type="http://schemas.openxmlformats.org/officeDocument/2006/relationships/oleObject" Target="../embeddings/oleObject113.bin"/><Relationship Id="rId14" Type="http://schemas.openxmlformats.org/officeDocument/2006/relationships/image" Target="../media/image97.wmf"/><Relationship Id="rId13" Type="http://schemas.openxmlformats.org/officeDocument/2006/relationships/oleObject" Target="../embeddings/oleObject112.bin"/><Relationship Id="rId12" Type="http://schemas.openxmlformats.org/officeDocument/2006/relationships/image" Target="../media/image96.wmf"/><Relationship Id="rId11" Type="http://schemas.openxmlformats.org/officeDocument/2006/relationships/oleObject" Target="../embeddings/oleObject111.bin"/><Relationship Id="rId10" Type="http://schemas.openxmlformats.org/officeDocument/2006/relationships/image" Target="../media/image95.wmf"/><Relationship Id="rId1" Type="http://schemas.openxmlformats.org/officeDocument/2006/relationships/oleObject" Target="../embeddings/oleObject106.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119.bin"/><Relationship Id="rId8" Type="http://schemas.openxmlformats.org/officeDocument/2006/relationships/image" Target="../media/image102.wmf"/><Relationship Id="rId7" Type="http://schemas.openxmlformats.org/officeDocument/2006/relationships/oleObject" Target="../embeddings/oleObject118.bin"/><Relationship Id="rId6" Type="http://schemas.openxmlformats.org/officeDocument/2006/relationships/image" Target="../media/image101.wmf"/><Relationship Id="rId5" Type="http://schemas.openxmlformats.org/officeDocument/2006/relationships/oleObject" Target="../embeddings/oleObject117.bin"/><Relationship Id="rId4" Type="http://schemas.openxmlformats.org/officeDocument/2006/relationships/image" Target="../media/image100.wmf"/><Relationship Id="rId3" Type="http://schemas.openxmlformats.org/officeDocument/2006/relationships/oleObject" Target="../embeddings/oleObject116.bin"/><Relationship Id="rId2" Type="http://schemas.openxmlformats.org/officeDocument/2006/relationships/image" Target="../media/image98.wmf"/><Relationship Id="rId19" Type="http://schemas.openxmlformats.org/officeDocument/2006/relationships/notesSlide" Target="../notesSlides/notesSlide26.xml"/><Relationship Id="rId18" Type="http://schemas.openxmlformats.org/officeDocument/2006/relationships/vmlDrawing" Target="../drawings/vmlDrawing21.vml"/><Relationship Id="rId17" Type="http://schemas.openxmlformats.org/officeDocument/2006/relationships/slideLayout" Target="../slideLayouts/slideLayout24.xml"/><Relationship Id="rId16" Type="http://schemas.openxmlformats.org/officeDocument/2006/relationships/image" Target="../media/image106.wmf"/><Relationship Id="rId15" Type="http://schemas.openxmlformats.org/officeDocument/2006/relationships/oleObject" Target="../embeddings/oleObject122.bin"/><Relationship Id="rId14" Type="http://schemas.openxmlformats.org/officeDocument/2006/relationships/image" Target="../media/image105.wmf"/><Relationship Id="rId13" Type="http://schemas.openxmlformats.org/officeDocument/2006/relationships/oleObject" Target="../embeddings/oleObject121.bin"/><Relationship Id="rId12" Type="http://schemas.openxmlformats.org/officeDocument/2006/relationships/image" Target="../media/image104.wmf"/><Relationship Id="rId11" Type="http://schemas.openxmlformats.org/officeDocument/2006/relationships/oleObject" Target="../embeddings/oleObject120.bin"/><Relationship Id="rId10" Type="http://schemas.openxmlformats.org/officeDocument/2006/relationships/image" Target="../media/image103.wmf"/><Relationship Id="rId1" Type="http://schemas.openxmlformats.org/officeDocument/2006/relationships/oleObject" Target="../embeddings/oleObject115.bin"/></Relationships>
</file>

<file path=ppt/slides/_rels/slide33.xml.rels><?xml version="1.0" encoding="UTF-8" standalone="yes"?>
<Relationships xmlns="http://schemas.openxmlformats.org/package/2006/relationships"><Relationship Id="rId9" Type="http://schemas.openxmlformats.org/officeDocument/2006/relationships/image" Target="../media/image110.wmf"/><Relationship Id="rId8" Type="http://schemas.openxmlformats.org/officeDocument/2006/relationships/oleObject" Target="../embeddings/oleObject126.bin"/><Relationship Id="rId7" Type="http://schemas.openxmlformats.org/officeDocument/2006/relationships/image" Target="../media/image109.wmf"/><Relationship Id="rId6" Type="http://schemas.openxmlformats.org/officeDocument/2006/relationships/oleObject" Target="../embeddings/oleObject125.bin"/><Relationship Id="rId5" Type="http://schemas.openxmlformats.org/officeDocument/2006/relationships/image" Target="../media/image108.wmf"/><Relationship Id="rId4" Type="http://schemas.openxmlformats.org/officeDocument/2006/relationships/oleObject" Target="../embeddings/oleObject124.bin"/><Relationship Id="rId3" Type="http://schemas.openxmlformats.org/officeDocument/2006/relationships/image" Target="../media/image6.png"/><Relationship Id="rId2" Type="http://schemas.openxmlformats.org/officeDocument/2006/relationships/image" Target="../media/image107.wmf"/><Relationship Id="rId18" Type="http://schemas.openxmlformats.org/officeDocument/2006/relationships/notesSlide" Target="../notesSlides/notesSlide27.xml"/><Relationship Id="rId17" Type="http://schemas.openxmlformats.org/officeDocument/2006/relationships/vmlDrawing" Target="../drawings/vmlDrawing22.vml"/><Relationship Id="rId16" Type="http://schemas.openxmlformats.org/officeDocument/2006/relationships/slideLayout" Target="../slideLayouts/slideLayout24.xml"/><Relationship Id="rId15" Type="http://schemas.openxmlformats.org/officeDocument/2006/relationships/image" Target="../media/image113.wmf"/><Relationship Id="rId14" Type="http://schemas.openxmlformats.org/officeDocument/2006/relationships/oleObject" Target="../embeddings/oleObject129.bin"/><Relationship Id="rId13" Type="http://schemas.openxmlformats.org/officeDocument/2006/relationships/image" Target="../media/image112.wmf"/><Relationship Id="rId12" Type="http://schemas.openxmlformats.org/officeDocument/2006/relationships/oleObject" Target="../embeddings/oleObject128.bin"/><Relationship Id="rId11" Type="http://schemas.openxmlformats.org/officeDocument/2006/relationships/image" Target="../media/image111.wmf"/><Relationship Id="rId10" Type="http://schemas.openxmlformats.org/officeDocument/2006/relationships/oleObject" Target="../embeddings/oleObject127.bin"/><Relationship Id="rId1" Type="http://schemas.openxmlformats.org/officeDocument/2006/relationships/oleObject" Target="../embeddings/oleObject123.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134.bin"/><Relationship Id="rId8" Type="http://schemas.openxmlformats.org/officeDocument/2006/relationships/image" Target="../media/image117.wmf"/><Relationship Id="rId7" Type="http://schemas.openxmlformats.org/officeDocument/2006/relationships/oleObject" Target="../embeddings/oleObject133.bin"/><Relationship Id="rId6" Type="http://schemas.openxmlformats.org/officeDocument/2006/relationships/image" Target="../media/image116.wmf"/><Relationship Id="rId5" Type="http://schemas.openxmlformats.org/officeDocument/2006/relationships/oleObject" Target="../embeddings/oleObject132.bin"/><Relationship Id="rId4" Type="http://schemas.openxmlformats.org/officeDocument/2006/relationships/image" Target="../media/image115.wmf"/><Relationship Id="rId3" Type="http://schemas.openxmlformats.org/officeDocument/2006/relationships/oleObject" Target="../embeddings/oleObject131.bin"/><Relationship Id="rId2" Type="http://schemas.openxmlformats.org/officeDocument/2006/relationships/image" Target="../media/image114.wmf"/><Relationship Id="rId16" Type="http://schemas.openxmlformats.org/officeDocument/2006/relationships/notesSlide" Target="../notesSlides/notesSlide28.xml"/><Relationship Id="rId15" Type="http://schemas.openxmlformats.org/officeDocument/2006/relationships/vmlDrawing" Target="../drawings/vmlDrawing23.vml"/><Relationship Id="rId14" Type="http://schemas.openxmlformats.org/officeDocument/2006/relationships/slideLayout" Target="../slideLayouts/slideLayout24.xml"/><Relationship Id="rId13" Type="http://schemas.openxmlformats.org/officeDocument/2006/relationships/image" Target="../media/image120.png"/><Relationship Id="rId12" Type="http://schemas.openxmlformats.org/officeDocument/2006/relationships/image" Target="../media/image119.wmf"/><Relationship Id="rId11" Type="http://schemas.openxmlformats.org/officeDocument/2006/relationships/oleObject" Target="../embeddings/oleObject135.bin"/><Relationship Id="rId10" Type="http://schemas.openxmlformats.org/officeDocument/2006/relationships/image" Target="../media/image118.wmf"/><Relationship Id="rId1" Type="http://schemas.openxmlformats.org/officeDocument/2006/relationships/oleObject" Target="../embeddings/oleObject130.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124.wmf"/><Relationship Id="rId7" Type="http://schemas.openxmlformats.org/officeDocument/2006/relationships/oleObject" Target="../embeddings/oleObject139.bin"/><Relationship Id="rId6" Type="http://schemas.openxmlformats.org/officeDocument/2006/relationships/image" Target="../media/image123.wmf"/><Relationship Id="rId5" Type="http://schemas.openxmlformats.org/officeDocument/2006/relationships/oleObject" Target="../embeddings/oleObject138.bin"/><Relationship Id="rId4" Type="http://schemas.openxmlformats.org/officeDocument/2006/relationships/image" Target="../media/image122.wmf"/><Relationship Id="rId3" Type="http://schemas.openxmlformats.org/officeDocument/2006/relationships/oleObject" Target="../embeddings/oleObject137.bin"/><Relationship Id="rId21" Type="http://schemas.openxmlformats.org/officeDocument/2006/relationships/notesSlide" Target="../notesSlides/notesSlide29.xml"/><Relationship Id="rId20" Type="http://schemas.openxmlformats.org/officeDocument/2006/relationships/vmlDrawing" Target="../drawings/vmlDrawing24.vml"/><Relationship Id="rId2" Type="http://schemas.openxmlformats.org/officeDocument/2006/relationships/image" Target="../media/image121.wmf"/><Relationship Id="rId19" Type="http://schemas.openxmlformats.org/officeDocument/2006/relationships/slideLayout" Target="../slideLayouts/slideLayout24.xml"/><Relationship Id="rId18" Type="http://schemas.openxmlformats.org/officeDocument/2006/relationships/image" Target="../media/image129.wmf"/><Relationship Id="rId17" Type="http://schemas.openxmlformats.org/officeDocument/2006/relationships/oleObject" Target="../embeddings/oleObject144.bin"/><Relationship Id="rId16" Type="http://schemas.openxmlformats.org/officeDocument/2006/relationships/image" Target="../media/image128.wmf"/><Relationship Id="rId15" Type="http://schemas.openxmlformats.org/officeDocument/2006/relationships/oleObject" Target="../embeddings/oleObject143.bin"/><Relationship Id="rId14" Type="http://schemas.openxmlformats.org/officeDocument/2006/relationships/image" Target="../media/image127.wmf"/><Relationship Id="rId13" Type="http://schemas.openxmlformats.org/officeDocument/2006/relationships/oleObject" Target="../embeddings/oleObject142.bin"/><Relationship Id="rId12" Type="http://schemas.openxmlformats.org/officeDocument/2006/relationships/image" Target="../media/image126.wmf"/><Relationship Id="rId11" Type="http://schemas.openxmlformats.org/officeDocument/2006/relationships/oleObject" Target="../embeddings/oleObject141.bin"/><Relationship Id="rId10" Type="http://schemas.openxmlformats.org/officeDocument/2006/relationships/image" Target="../media/image125.wmf"/><Relationship Id="rId1" Type="http://schemas.openxmlformats.org/officeDocument/2006/relationships/oleObject" Target="../embeddings/oleObject136.bin"/></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133.wmf"/><Relationship Id="rId7" Type="http://schemas.openxmlformats.org/officeDocument/2006/relationships/oleObject" Target="../embeddings/oleObject148.bin"/><Relationship Id="rId6" Type="http://schemas.openxmlformats.org/officeDocument/2006/relationships/image" Target="../media/image132.wmf"/><Relationship Id="rId5" Type="http://schemas.openxmlformats.org/officeDocument/2006/relationships/oleObject" Target="../embeddings/oleObject147.bin"/><Relationship Id="rId4" Type="http://schemas.openxmlformats.org/officeDocument/2006/relationships/image" Target="../media/image131.wmf"/><Relationship Id="rId3" Type="http://schemas.openxmlformats.org/officeDocument/2006/relationships/oleObject" Target="../embeddings/oleObject146.bin"/><Relationship Id="rId2" Type="http://schemas.openxmlformats.org/officeDocument/2006/relationships/image" Target="../media/image130.wmf"/><Relationship Id="rId11" Type="http://schemas.openxmlformats.org/officeDocument/2006/relationships/notesSlide" Target="../notesSlides/notesSlide30.xml"/><Relationship Id="rId10" Type="http://schemas.openxmlformats.org/officeDocument/2006/relationships/vmlDrawing" Target="../drawings/vmlDrawing25.vml"/><Relationship Id="rId1" Type="http://schemas.openxmlformats.org/officeDocument/2006/relationships/oleObject" Target="../embeddings/oleObject145.bin"/></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vmlDrawing" Target="../drawings/vmlDrawing26.vml"/><Relationship Id="rId5" Type="http://schemas.openxmlformats.org/officeDocument/2006/relationships/slideLayout" Target="../slideLayouts/slideLayout24.xml"/><Relationship Id="rId4" Type="http://schemas.openxmlformats.org/officeDocument/2006/relationships/image" Target="../media/image135.wmf"/><Relationship Id="rId3" Type="http://schemas.openxmlformats.org/officeDocument/2006/relationships/oleObject" Target="../embeddings/oleObject150.bin"/><Relationship Id="rId2" Type="http://schemas.openxmlformats.org/officeDocument/2006/relationships/image" Target="../media/image134.wmf"/><Relationship Id="rId1" Type="http://schemas.openxmlformats.org/officeDocument/2006/relationships/oleObject" Target="../embeddings/oleObject149.bin"/></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vmlDrawing" Target="../drawings/vmlDrawing27.vml"/><Relationship Id="rId3" Type="http://schemas.openxmlformats.org/officeDocument/2006/relationships/slideLayout" Target="../slideLayouts/slideLayout24.xml"/><Relationship Id="rId2" Type="http://schemas.openxmlformats.org/officeDocument/2006/relationships/image" Target="../media/image136.wmf"/><Relationship Id="rId1" Type="http://schemas.openxmlformats.org/officeDocument/2006/relationships/oleObject" Target="../embeddings/oleObject151.bin"/></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140.wmf"/><Relationship Id="rId7" Type="http://schemas.openxmlformats.org/officeDocument/2006/relationships/oleObject" Target="../embeddings/oleObject155.bin"/><Relationship Id="rId6" Type="http://schemas.openxmlformats.org/officeDocument/2006/relationships/image" Target="../media/image139.wmf"/><Relationship Id="rId5" Type="http://schemas.openxmlformats.org/officeDocument/2006/relationships/oleObject" Target="../embeddings/oleObject154.bin"/><Relationship Id="rId4" Type="http://schemas.openxmlformats.org/officeDocument/2006/relationships/image" Target="../media/image138.wmf"/><Relationship Id="rId3" Type="http://schemas.openxmlformats.org/officeDocument/2006/relationships/oleObject" Target="../embeddings/oleObject153.bin"/><Relationship Id="rId2" Type="http://schemas.openxmlformats.org/officeDocument/2006/relationships/image" Target="../media/image137.wmf"/><Relationship Id="rId11" Type="http://schemas.openxmlformats.org/officeDocument/2006/relationships/notesSlide" Target="../notesSlides/notesSlide33.xml"/><Relationship Id="rId10" Type="http://schemas.openxmlformats.org/officeDocument/2006/relationships/vmlDrawing" Target="../drawings/vmlDrawing28.vml"/><Relationship Id="rId1" Type="http://schemas.openxmlformats.org/officeDocument/2006/relationships/oleObject" Target="../embeddings/oleObject152.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160.bin"/><Relationship Id="rId8" Type="http://schemas.openxmlformats.org/officeDocument/2006/relationships/image" Target="../media/image144.wmf"/><Relationship Id="rId7" Type="http://schemas.openxmlformats.org/officeDocument/2006/relationships/oleObject" Target="../embeddings/oleObject159.bin"/><Relationship Id="rId6" Type="http://schemas.openxmlformats.org/officeDocument/2006/relationships/image" Target="../media/image143.wmf"/><Relationship Id="rId5" Type="http://schemas.openxmlformats.org/officeDocument/2006/relationships/oleObject" Target="../embeddings/oleObject158.bin"/><Relationship Id="rId4" Type="http://schemas.openxmlformats.org/officeDocument/2006/relationships/image" Target="../media/image142.wmf"/><Relationship Id="rId3" Type="http://schemas.openxmlformats.org/officeDocument/2006/relationships/oleObject" Target="../embeddings/oleObject157.bin"/><Relationship Id="rId2" Type="http://schemas.openxmlformats.org/officeDocument/2006/relationships/image" Target="../media/image141.wmf"/><Relationship Id="rId13" Type="http://schemas.openxmlformats.org/officeDocument/2006/relationships/notesSlide" Target="../notesSlides/notesSlide34.xml"/><Relationship Id="rId12" Type="http://schemas.openxmlformats.org/officeDocument/2006/relationships/vmlDrawing" Target="../drawings/vmlDrawing29.vml"/><Relationship Id="rId11" Type="http://schemas.openxmlformats.org/officeDocument/2006/relationships/slideLayout" Target="../slideLayouts/slideLayout34.xml"/><Relationship Id="rId10" Type="http://schemas.openxmlformats.org/officeDocument/2006/relationships/image" Target="../media/image145.wmf"/><Relationship Id="rId1" Type="http://schemas.openxmlformats.org/officeDocument/2006/relationships/oleObject" Target="../embeddings/oleObject156.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30.vml"/><Relationship Id="rId5" Type="http://schemas.openxmlformats.org/officeDocument/2006/relationships/slideLayout" Target="../slideLayouts/slideLayout35.xml"/><Relationship Id="rId4" Type="http://schemas.openxmlformats.org/officeDocument/2006/relationships/image" Target="../media/image147.wmf"/><Relationship Id="rId3" Type="http://schemas.openxmlformats.org/officeDocument/2006/relationships/oleObject" Target="../embeddings/oleObject162.bin"/><Relationship Id="rId2" Type="http://schemas.openxmlformats.org/officeDocument/2006/relationships/image" Target="../media/image146.wmf"/><Relationship Id="rId1" Type="http://schemas.openxmlformats.org/officeDocument/2006/relationships/oleObject" Target="../embeddings/oleObject161.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67.bin"/><Relationship Id="rId8" Type="http://schemas.openxmlformats.org/officeDocument/2006/relationships/image" Target="../media/image151.wmf"/><Relationship Id="rId7" Type="http://schemas.openxmlformats.org/officeDocument/2006/relationships/oleObject" Target="../embeddings/oleObject166.bin"/><Relationship Id="rId6" Type="http://schemas.openxmlformats.org/officeDocument/2006/relationships/image" Target="../media/image150.wmf"/><Relationship Id="rId5" Type="http://schemas.openxmlformats.org/officeDocument/2006/relationships/oleObject" Target="../embeddings/oleObject165.bin"/><Relationship Id="rId4" Type="http://schemas.openxmlformats.org/officeDocument/2006/relationships/image" Target="../media/image149.wmf"/><Relationship Id="rId3" Type="http://schemas.openxmlformats.org/officeDocument/2006/relationships/oleObject" Target="../embeddings/oleObject164.bin"/><Relationship Id="rId23" Type="http://schemas.openxmlformats.org/officeDocument/2006/relationships/notesSlide" Target="../notesSlides/notesSlide35.xml"/><Relationship Id="rId22" Type="http://schemas.openxmlformats.org/officeDocument/2006/relationships/vmlDrawing" Target="../drawings/vmlDrawing31.vml"/><Relationship Id="rId21" Type="http://schemas.openxmlformats.org/officeDocument/2006/relationships/slideLayout" Target="../slideLayouts/slideLayout24.xml"/><Relationship Id="rId20" Type="http://schemas.openxmlformats.org/officeDocument/2006/relationships/image" Target="../media/image157.wmf"/><Relationship Id="rId2" Type="http://schemas.openxmlformats.org/officeDocument/2006/relationships/image" Target="../media/image148.wmf"/><Relationship Id="rId19" Type="http://schemas.openxmlformats.org/officeDocument/2006/relationships/oleObject" Target="../embeddings/oleObject172.bin"/><Relationship Id="rId18" Type="http://schemas.openxmlformats.org/officeDocument/2006/relationships/image" Target="../media/image156.wmf"/><Relationship Id="rId17" Type="http://schemas.openxmlformats.org/officeDocument/2006/relationships/oleObject" Target="../embeddings/oleObject171.bin"/><Relationship Id="rId16" Type="http://schemas.openxmlformats.org/officeDocument/2006/relationships/image" Target="../media/image155.wmf"/><Relationship Id="rId15" Type="http://schemas.openxmlformats.org/officeDocument/2006/relationships/oleObject" Target="../embeddings/oleObject170.bin"/><Relationship Id="rId14" Type="http://schemas.openxmlformats.org/officeDocument/2006/relationships/image" Target="../media/image154.wmf"/><Relationship Id="rId13" Type="http://schemas.openxmlformats.org/officeDocument/2006/relationships/oleObject" Target="../embeddings/oleObject169.bin"/><Relationship Id="rId12" Type="http://schemas.openxmlformats.org/officeDocument/2006/relationships/image" Target="../media/image153.wmf"/><Relationship Id="rId11" Type="http://schemas.openxmlformats.org/officeDocument/2006/relationships/oleObject" Target="../embeddings/oleObject168.bin"/><Relationship Id="rId10" Type="http://schemas.openxmlformats.org/officeDocument/2006/relationships/image" Target="../media/image152.wmf"/><Relationship Id="rId1" Type="http://schemas.openxmlformats.org/officeDocument/2006/relationships/oleObject" Target="../embeddings/oleObject163.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vmlDrawing" Target="../drawings/vmlDrawing32.vml"/><Relationship Id="rId3" Type="http://schemas.openxmlformats.org/officeDocument/2006/relationships/slideLayout" Target="../slideLayouts/slideLayout24.xml"/><Relationship Id="rId2" Type="http://schemas.openxmlformats.org/officeDocument/2006/relationships/image" Target="../media/image158.wmf"/><Relationship Id="rId1" Type="http://schemas.openxmlformats.org/officeDocument/2006/relationships/oleObject" Target="../embeddings/oleObject173.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178.bin"/><Relationship Id="rId8" Type="http://schemas.openxmlformats.org/officeDocument/2006/relationships/image" Target="../media/image161.wmf"/><Relationship Id="rId7" Type="http://schemas.openxmlformats.org/officeDocument/2006/relationships/oleObject" Target="../embeddings/oleObject177.bin"/><Relationship Id="rId6" Type="http://schemas.openxmlformats.org/officeDocument/2006/relationships/image" Target="../media/image98.wmf"/><Relationship Id="rId5" Type="http://schemas.openxmlformats.org/officeDocument/2006/relationships/oleObject" Target="../embeddings/oleObject176.bin"/><Relationship Id="rId4" Type="http://schemas.openxmlformats.org/officeDocument/2006/relationships/image" Target="../media/image160.wmf"/><Relationship Id="rId3" Type="http://schemas.openxmlformats.org/officeDocument/2006/relationships/oleObject" Target="../embeddings/oleObject175.bin"/><Relationship Id="rId24" Type="http://schemas.openxmlformats.org/officeDocument/2006/relationships/notesSlide" Target="../notesSlides/notesSlide38.xml"/><Relationship Id="rId23" Type="http://schemas.openxmlformats.org/officeDocument/2006/relationships/vmlDrawing" Target="../drawings/vmlDrawing33.vml"/><Relationship Id="rId22" Type="http://schemas.openxmlformats.org/officeDocument/2006/relationships/slideLayout" Target="../slideLayouts/slideLayout24.xml"/><Relationship Id="rId21" Type="http://schemas.openxmlformats.org/officeDocument/2006/relationships/image" Target="../media/image167.wmf"/><Relationship Id="rId20" Type="http://schemas.openxmlformats.org/officeDocument/2006/relationships/oleObject" Target="../embeddings/oleObject184.bin"/><Relationship Id="rId2" Type="http://schemas.openxmlformats.org/officeDocument/2006/relationships/image" Target="../media/image159.wmf"/><Relationship Id="rId19" Type="http://schemas.openxmlformats.org/officeDocument/2006/relationships/image" Target="../media/image166.wmf"/><Relationship Id="rId18" Type="http://schemas.openxmlformats.org/officeDocument/2006/relationships/oleObject" Target="../embeddings/oleObject183.bin"/><Relationship Id="rId17" Type="http://schemas.openxmlformats.org/officeDocument/2006/relationships/image" Target="../media/image165.wmf"/><Relationship Id="rId16" Type="http://schemas.openxmlformats.org/officeDocument/2006/relationships/oleObject" Target="../embeddings/oleObject182.bin"/><Relationship Id="rId15" Type="http://schemas.openxmlformats.org/officeDocument/2006/relationships/image" Target="../media/image164.wmf"/><Relationship Id="rId14" Type="http://schemas.openxmlformats.org/officeDocument/2006/relationships/oleObject" Target="../embeddings/oleObject181.bin"/><Relationship Id="rId13" Type="http://schemas.openxmlformats.org/officeDocument/2006/relationships/image" Target="../media/image163.wmf"/><Relationship Id="rId12" Type="http://schemas.openxmlformats.org/officeDocument/2006/relationships/oleObject" Target="../embeddings/oleObject180.bin"/><Relationship Id="rId11" Type="http://schemas.openxmlformats.org/officeDocument/2006/relationships/oleObject" Target="../embeddings/oleObject179.bin"/><Relationship Id="rId10" Type="http://schemas.openxmlformats.org/officeDocument/2006/relationships/image" Target="../media/image162.wmf"/><Relationship Id="rId1" Type="http://schemas.openxmlformats.org/officeDocument/2006/relationships/oleObject" Target="../embeddings/oleObject174.bin"/></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24.xml"/><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image" Target="../media/image168.png"/></Relationships>
</file>

<file path=ppt/slides/_rels/slide47.xml.rels><?xml version="1.0" encoding="UTF-8" standalone="yes"?>
<Relationships xmlns="http://schemas.openxmlformats.org/package/2006/relationships"><Relationship Id="rId9" Type="http://schemas.openxmlformats.org/officeDocument/2006/relationships/vmlDrawing" Target="../drawings/vmlDrawing34.vml"/><Relationship Id="rId8" Type="http://schemas.openxmlformats.org/officeDocument/2006/relationships/slideLayout" Target="../slideLayouts/slideLayout24.xml"/><Relationship Id="rId7" Type="http://schemas.openxmlformats.org/officeDocument/2006/relationships/image" Target="../media/image176.png"/><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 Id="rId3" Type="http://schemas.openxmlformats.org/officeDocument/2006/relationships/oleObject" Target="../embeddings/oleObject185.bin"/><Relationship Id="rId2" Type="http://schemas.openxmlformats.org/officeDocument/2006/relationships/image" Target="../media/image172.png"/><Relationship Id="rId10" Type="http://schemas.openxmlformats.org/officeDocument/2006/relationships/notesSlide" Target="../notesSlides/notesSlide40.xml"/><Relationship Id="rId1" Type="http://schemas.openxmlformats.org/officeDocument/2006/relationships/image" Target="../media/image171.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24.xml"/><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image" Target="../media/image177.png"/></Relationships>
</file>

<file path=ppt/slides/_rels/slide49.xml.rels><?xml version="1.0" encoding="UTF-8" standalone="yes"?>
<Relationships xmlns="http://schemas.openxmlformats.org/package/2006/relationships"><Relationship Id="rId9" Type="http://schemas.openxmlformats.org/officeDocument/2006/relationships/notesSlide" Target="../notesSlides/notesSlide42.xml"/><Relationship Id="rId8" Type="http://schemas.openxmlformats.org/officeDocument/2006/relationships/slideLayout" Target="../slideLayouts/slideLayout24.xml"/><Relationship Id="rId7" Type="http://schemas.openxmlformats.org/officeDocument/2006/relationships/image" Target="../media/image186.png"/><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183.png"/><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image" Target="../media/image180.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24.xml"/><Relationship Id="rId2" Type="http://schemas.openxmlformats.org/officeDocument/2006/relationships/image" Target="../media/image188.png"/><Relationship Id="rId1" Type="http://schemas.openxmlformats.org/officeDocument/2006/relationships/image" Target="../media/image187.png"/></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vmlDrawing" Target="../drawings/vmlDrawing35.vml"/><Relationship Id="rId4" Type="http://schemas.openxmlformats.org/officeDocument/2006/relationships/slideLayout" Target="../slideLayouts/slideLayout24.xml"/><Relationship Id="rId3" Type="http://schemas.openxmlformats.org/officeDocument/2006/relationships/image" Target="../media/image190.wmf"/><Relationship Id="rId2" Type="http://schemas.openxmlformats.org/officeDocument/2006/relationships/oleObject" Target="../embeddings/oleObject186.bin"/><Relationship Id="rId1" Type="http://schemas.openxmlformats.org/officeDocument/2006/relationships/image" Target="../media/image189.png"/></Relationships>
</file>

<file path=ppt/slides/_rels/slide52.xml.rels><?xml version="1.0" encoding="UTF-8" standalone="yes"?>
<Relationships xmlns="http://schemas.openxmlformats.org/package/2006/relationships"><Relationship Id="rId9" Type="http://schemas.openxmlformats.org/officeDocument/2006/relationships/image" Target="../media/image195.wmf"/><Relationship Id="rId8" Type="http://schemas.openxmlformats.org/officeDocument/2006/relationships/oleObject" Target="../embeddings/oleObject190.bin"/><Relationship Id="rId7" Type="http://schemas.openxmlformats.org/officeDocument/2006/relationships/image" Target="../media/image194.png"/><Relationship Id="rId6" Type="http://schemas.openxmlformats.org/officeDocument/2006/relationships/image" Target="../media/image193.wmf"/><Relationship Id="rId5" Type="http://schemas.openxmlformats.org/officeDocument/2006/relationships/oleObject" Target="../embeddings/oleObject189.bin"/><Relationship Id="rId4" Type="http://schemas.openxmlformats.org/officeDocument/2006/relationships/image" Target="../media/image192.wmf"/><Relationship Id="rId3" Type="http://schemas.openxmlformats.org/officeDocument/2006/relationships/oleObject" Target="../embeddings/oleObject188.bin"/><Relationship Id="rId2" Type="http://schemas.openxmlformats.org/officeDocument/2006/relationships/image" Target="../media/image191.wmf"/><Relationship Id="rId12" Type="http://schemas.openxmlformats.org/officeDocument/2006/relationships/notesSlide" Target="../notesSlides/notesSlide45.xml"/><Relationship Id="rId11" Type="http://schemas.openxmlformats.org/officeDocument/2006/relationships/vmlDrawing" Target="../drawings/vmlDrawing36.vml"/><Relationship Id="rId10" Type="http://schemas.openxmlformats.org/officeDocument/2006/relationships/slideLayout" Target="../slideLayouts/slideLayout24.xml"/><Relationship Id="rId1" Type="http://schemas.openxmlformats.org/officeDocument/2006/relationships/oleObject" Target="../embeddings/oleObject187.bin"/></Relationships>
</file>

<file path=ppt/slides/_rels/slide53.xml.rels><?xml version="1.0" encoding="UTF-8" standalone="yes"?>
<Relationships xmlns="http://schemas.openxmlformats.org/package/2006/relationships"><Relationship Id="rId9" Type="http://schemas.openxmlformats.org/officeDocument/2006/relationships/image" Target="../media/image199.png"/><Relationship Id="rId8" Type="http://schemas.openxmlformats.org/officeDocument/2006/relationships/image" Target="../media/image198.png"/><Relationship Id="rId7" Type="http://schemas.openxmlformats.org/officeDocument/2006/relationships/image" Target="../media/image190.wmf"/><Relationship Id="rId6" Type="http://schemas.openxmlformats.org/officeDocument/2006/relationships/oleObject" Target="../embeddings/oleObject193.bin"/><Relationship Id="rId5" Type="http://schemas.openxmlformats.org/officeDocument/2006/relationships/image" Target="../media/image189.png"/><Relationship Id="rId4" Type="http://schemas.openxmlformats.org/officeDocument/2006/relationships/image" Target="../media/image197.wmf"/><Relationship Id="rId3" Type="http://schemas.openxmlformats.org/officeDocument/2006/relationships/oleObject" Target="../embeddings/oleObject192.bin"/><Relationship Id="rId2" Type="http://schemas.openxmlformats.org/officeDocument/2006/relationships/image" Target="../media/image196.wmf"/><Relationship Id="rId12" Type="http://schemas.openxmlformats.org/officeDocument/2006/relationships/notesSlide" Target="../notesSlides/notesSlide46.xml"/><Relationship Id="rId11" Type="http://schemas.openxmlformats.org/officeDocument/2006/relationships/vmlDrawing" Target="../drawings/vmlDrawing37.vml"/><Relationship Id="rId10" Type="http://schemas.openxmlformats.org/officeDocument/2006/relationships/slideLayout" Target="../slideLayouts/slideLayout24.xml"/><Relationship Id="rId1" Type="http://schemas.openxmlformats.org/officeDocument/2006/relationships/oleObject" Target="../embeddings/oleObject191.bin"/></Relationships>
</file>

<file path=ppt/slides/_rels/slide54.xml.rels><?xml version="1.0" encoding="UTF-8" standalone="yes"?>
<Relationships xmlns="http://schemas.openxmlformats.org/package/2006/relationships"><Relationship Id="rId9" Type="http://schemas.openxmlformats.org/officeDocument/2006/relationships/notesSlide" Target="../notesSlides/notesSlide47.xml"/><Relationship Id="rId8" Type="http://schemas.openxmlformats.org/officeDocument/2006/relationships/vmlDrawing" Target="../drawings/vmlDrawing38.vml"/><Relationship Id="rId7" Type="http://schemas.openxmlformats.org/officeDocument/2006/relationships/slideLayout" Target="../slideLayouts/slideLayout24.xml"/><Relationship Id="rId6" Type="http://schemas.openxmlformats.org/officeDocument/2006/relationships/image" Target="../media/image204.png"/><Relationship Id="rId5" Type="http://schemas.openxmlformats.org/officeDocument/2006/relationships/image" Target="../media/image203.png"/><Relationship Id="rId4" Type="http://schemas.openxmlformats.org/officeDocument/2006/relationships/image" Target="../media/image202.wmf"/><Relationship Id="rId3" Type="http://schemas.openxmlformats.org/officeDocument/2006/relationships/oleObject" Target="../embeddings/oleObject194.bin"/><Relationship Id="rId2" Type="http://schemas.openxmlformats.org/officeDocument/2006/relationships/image" Target="../media/image201.png"/><Relationship Id="rId1" Type="http://schemas.openxmlformats.org/officeDocument/2006/relationships/image" Target="../media/image200.png"/></Relationships>
</file>

<file path=ppt/slides/_rels/slide55.xml.rels><?xml version="1.0" encoding="UTF-8" standalone="yes"?>
<Relationships xmlns="http://schemas.openxmlformats.org/package/2006/relationships"><Relationship Id="rId7" Type="http://schemas.openxmlformats.org/officeDocument/2006/relationships/notesSlide" Target="../notesSlides/notesSlide48.xml"/><Relationship Id="rId6" Type="http://schemas.openxmlformats.org/officeDocument/2006/relationships/vmlDrawing" Target="../drawings/vmlDrawing39.vml"/><Relationship Id="rId5" Type="http://schemas.openxmlformats.org/officeDocument/2006/relationships/slideLayout" Target="../slideLayouts/slideLayout24.xml"/><Relationship Id="rId4" Type="http://schemas.openxmlformats.org/officeDocument/2006/relationships/image" Target="../media/image207.png"/><Relationship Id="rId3" Type="http://schemas.openxmlformats.org/officeDocument/2006/relationships/image" Target="../media/image206.png"/><Relationship Id="rId2" Type="http://schemas.openxmlformats.org/officeDocument/2006/relationships/image" Target="../media/image205.wmf"/><Relationship Id="rId1" Type="http://schemas.openxmlformats.org/officeDocument/2006/relationships/oleObject" Target="../embeddings/oleObject195.bin"/></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200.bin"/><Relationship Id="rId8" Type="http://schemas.openxmlformats.org/officeDocument/2006/relationships/image" Target="../media/image211.wmf"/><Relationship Id="rId7" Type="http://schemas.openxmlformats.org/officeDocument/2006/relationships/oleObject" Target="../embeddings/oleObject199.bin"/><Relationship Id="rId6" Type="http://schemas.openxmlformats.org/officeDocument/2006/relationships/image" Target="../media/image210.wmf"/><Relationship Id="rId5" Type="http://schemas.openxmlformats.org/officeDocument/2006/relationships/oleObject" Target="../embeddings/oleObject198.bin"/><Relationship Id="rId4" Type="http://schemas.openxmlformats.org/officeDocument/2006/relationships/image" Target="../media/image209.wmf"/><Relationship Id="rId3" Type="http://schemas.openxmlformats.org/officeDocument/2006/relationships/oleObject" Target="../embeddings/oleObject197.bin"/><Relationship Id="rId20" Type="http://schemas.openxmlformats.org/officeDocument/2006/relationships/notesSlide" Target="../notesSlides/notesSlide49.xml"/><Relationship Id="rId2" Type="http://schemas.openxmlformats.org/officeDocument/2006/relationships/image" Target="../media/image208.wmf"/><Relationship Id="rId19" Type="http://schemas.openxmlformats.org/officeDocument/2006/relationships/vmlDrawing" Target="../drawings/vmlDrawing40.vml"/><Relationship Id="rId18" Type="http://schemas.openxmlformats.org/officeDocument/2006/relationships/slideLayout" Target="../slideLayouts/slideLayout24.xml"/><Relationship Id="rId17" Type="http://schemas.openxmlformats.org/officeDocument/2006/relationships/image" Target="../media/image215.wmf"/><Relationship Id="rId16" Type="http://schemas.openxmlformats.org/officeDocument/2006/relationships/oleObject" Target="../embeddings/oleObject204.bin"/><Relationship Id="rId15" Type="http://schemas.openxmlformats.org/officeDocument/2006/relationships/image" Target="../media/image214.wmf"/><Relationship Id="rId14" Type="http://schemas.openxmlformats.org/officeDocument/2006/relationships/oleObject" Target="../embeddings/oleObject203.bin"/><Relationship Id="rId13" Type="http://schemas.openxmlformats.org/officeDocument/2006/relationships/image" Target="../media/image213.wmf"/><Relationship Id="rId12" Type="http://schemas.openxmlformats.org/officeDocument/2006/relationships/oleObject" Target="../embeddings/oleObject202.bin"/><Relationship Id="rId11" Type="http://schemas.openxmlformats.org/officeDocument/2006/relationships/oleObject" Target="../embeddings/oleObject201.bin"/><Relationship Id="rId10" Type="http://schemas.openxmlformats.org/officeDocument/2006/relationships/image" Target="../media/image212.wmf"/><Relationship Id="rId1" Type="http://schemas.openxmlformats.org/officeDocument/2006/relationships/oleObject" Target="../embeddings/oleObject196.bin"/></Relationships>
</file>

<file path=ppt/slides/_rels/slide57.xml.rels><?xml version="1.0" encoding="UTF-8" standalone="yes"?>
<Relationships xmlns="http://schemas.openxmlformats.org/package/2006/relationships"><Relationship Id="rId9" Type="http://schemas.openxmlformats.org/officeDocument/2006/relationships/notesSlide" Target="../notesSlides/notesSlide50.xml"/><Relationship Id="rId8" Type="http://schemas.openxmlformats.org/officeDocument/2006/relationships/vmlDrawing" Target="../drawings/vmlDrawing41.vml"/><Relationship Id="rId7" Type="http://schemas.openxmlformats.org/officeDocument/2006/relationships/slideLayout" Target="../slideLayouts/slideLayout24.xml"/><Relationship Id="rId6" Type="http://schemas.openxmlformats.org/officeDocument/2006/relationships/image" Target="../media/image218.wmf"/><Relationship Id="rId5" Type="http://schemas.openxmlformats.org/officeDocument/2006/relationships/oleObject" Target="../embeddings/oleObject207.bin"/><Relationship Id="rId4" Type="http://schemas.openxmlformats.org/officeDocument/2006/relationships/image" Target="../media/image217.wmf"/><Relationship Id="rId3" Type="http://schemas.openxmlformats.org/officeDocument/2006/relationships/oleObject" Target="../embeddings/oleObject206.bin"/><Relationship Id="rId2" Type="http://schemas.openxmlformats.org/officeDocument/2006/relationships/image" Target="../media/image216.wmf"/><Relationship Id="rId1" Type="http://schemas.openxmlformats.org/officeDocument/2006/relationships/oleObject" Target="../embeddings/oleObject205.bin"/></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222.wmf"/><Relationship Id="rId7" Type="http://schemas.openxmlformats.org/officeDocument/2006/relationships/oleObject" Target="../embeddings/oleObject211.bin"/><Relationship Id="rId6" Type="http://schemas.openxmlformats.org/officeDocument/2006/relationships/image" Target="../media/image221.wmf"/><Relationship Id="rId5" Type="http://schemas.openxmlformats.org/officeDocument/2006/relationships/oleObject" Target="../embeddings/oleObject210.bin"/><Relationship Id="rId4" Type="http://schemas.openxmlformats.org/officeDocument/2006/relationships/image" Target="../media/image220.wmf"/><Relationship Id="rId3" Type="http://schemas.openxmlformats.org/officeDocument/2006/relationships/oleObject" Target="../embeddings/oleObject209.bin"/><Relationship Id="rId2" Type="http://schemas.openxmlformats.org/officeDocument/2006/relationships/image" Target="../media/image219.wmf"/><Relationship Id="rId11" Type="http://schemas.openxmlformats.org/officeDocument/2006/relationships/notesSlide" Target="../notesSlides/notesSlide51.xml"/><Relationship Id="rId10" Type="http://schemas.openxmlformats.org/officeDocument/2006/relationships/vmlDrawing" Target="../drawings/vmlDrawing42.vml"/><Relationship Id="rId1" Type="http://schemas.openxmlformats.org/officeDocument/2006/relationships/oleObject" Target="../embeddings/oleObject208.bin"/></Relationships>
</file>

<file path=ppt/slides/_rels/slide59.xml.rels><?xml version="1.0" encoding="UTF-8" standalone="yes"?>
<Relationships xmlns="http://schemas.openxmlformats.org/package/2006/relationships"><Relationship Id="rId9" Type="http://schemas.openxmlformats.org/officeDocument/2006/relationships/notesSlide" Target="../notesSlides/notesSlide52.xml"/><Relationship Id="rId8" Type="http://schemas.openxmlformats.org/officeDocument/2006/relationships/vmlDrawing" Target="../drawings/vmlDrawing43.vml"/><Relationship Id="rId7" Type="http://schemas.openxmlformats.org/officeDocument/2006/relationships/slideLayout" Target="../slideLayouts/slideLayout24.xml"/><Relationship Id="rId6" Type="http://schemas.openxmlformats.org/officeDocument/2006/relationships/image" Target="../media/image225.wmf"/><Relationship Id="rId5" Type="http://schemas.openxmlformats.org/officeDocument/2006/relationships/oleObject" Target="../embeddings/oleObject214.bin"/><Relationship Id="rId4" Type="http://schemas.openxmlformats.org/officeDocument/2006/relationships/image" Target="../media/image224.wmf"/><Relationship Id="rId3" Type="http://schemas.openxmlformats.org/officeDocument/2006/relationships/oleObject" Target="../embeddings/oleObject213.bin"/><Relationship Id="rId2" Type="http://schemas.openxmlformats.org/officeDocument/2006/relationships/image" Target="../media/image223.wmf"/><Relationship Id="rId1" Type="http://schemas.openxmlformats.org/officeDocument/2006/relationships/oleObject" Target="../embeddings/oleObject212.bin"/></Relationships>
</file>

<file path=ppt/slides/_rels/slide60.xml.rels><?xml version="1.0" encoding="UTF-8" standalone="yes"?>
<Relationships xmlns="http://schemas.openxmlformats.org/package/2006/relationships"><Relationship Id="rId7" Type="http://schemas.openxmlformats.org/officeDocument/2006/relationships/notesSlide" Target="../notesSlides/notesSlide53.xml"/><Relationship Id="rId6" Type="http://schemas.openxmlformats.org/officeDocument/2006/relationships/vmlDrawing" Target="../drawings/vmlDrawing44.vml"/><Relationship Id="rId5" Type="http://schemas.openxmlformats.org/officeDocument/2006/relationships/slideLayout" Target="../slideLayouts/slideLayout24.xml"/><Relationship Id="rId4" Type="http://schemas.openxmlformats.org/officeDocument/2006/relationships/image" Target="../media/image227.wmf"/><Relationship Id="rId3" Type="http://schemas.openxmlformats.org/officeDocument/2006/relationships/oleObject" Target="../embeddings/oleObject216.bin"/><Relationship Id="rId2" Type="http://schemas.openxmlformats.org/officeDocument/2006/relationships/image" Target="../media/image226.wmf"/><Relationship Id="rId1" Type="http://schemas.openxmlformats.org/officeDocument/2006/relationships/oleObject" Target="../embeddings/oleObject215.bin"/></Relationships>
</file>

<file path=ppt/slides/_rels/slide61.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231.wmf"/><Relationship Id="rId7" Type="http://schemas.openxmlformats.org/officeDocument/2006/relationships/oleObject" Target="../embeddings/oleObject220.bin"/><Relationship Id="rId6" Type="http://schemas.openxmlformats.org/officeDocument/2006/relationships/image" Target="../media/image230.wmf"/><Relationship Id="rId5" Type="http://schemas.openxmlformats.org/officeDocument/2006/relationships/oleObject" Target="../embeddings/oleObject219.bin"/><Relationship Id="rId4" Type="http://schemas.openxmlformats.org/officeDocument/2006/relationships/image" Target="../media/image229.wmf"/><Relationship Id="rId3" Type="http://schemas.openxmlformats.org/officeDocument/2006/relationships/oleObject" Target="../embeddings/oleObject218.bin"/><Relationship Id="rId2" Type="http://schemas.openxmlformats.org/officeDocument/2006/relationships/image" Target="../media/image228.wmf"/><Relationship Id="rId11" Type="http://schemas.openxmlformats.org/officeDocument/2006/relationships/notesSlide" Target="../notesSlides/notesSlide54.xml"/><Relationship Id="rId10" Type="http://schemas.openxmlformats.org/officeDocument/2006/relationships/vmlDrawing" Target="../drawings/vmlDrawing45.vml"/><Relationship Id="rId1" Type="http://schemas.openxmlformats.org/officeDocument/2006/relationships/oleObject" Target="../embeddings/oleObject217.bin"/></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vmlDrawing" Target="../drawings/vmlDrawing46.vml"/><Relationship Id="rId3" Type="http://schemas.openxmlformats.org/officeDocument/2006/relationships/slideLayout" Target="../slideLayouts/slideLayout24.xml"/><Relationship Id="rId2" Type="http://schemas.openxmlformats.org/officeDocument/2006/relationships/image" Target="../media/image232.wmf"/><Relationship Id="rId1" Type="http://schemas.openxmlformats.org/officeDocument/2006/relationships/oleObject" Target="../embeddings/oleObject221.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5" Type="http://schemas.openxmlformats.org/officeDocument/2006/relationships/notesSlide" Target="../notesSlides/notesSlide60.xml"/><Relationship Id="rId4" Type="http://schemas.openxmlformats.org/officeDocument/2006/relationships/vmlDrawing" Target="../drawings/vmlDrawing47.vml"/><Relationship Id="rId3" Type="http://schemas.openxmlformats.org/officeDocument/2006/relationships/slideLayout" Target="../slideLayouts/slideLayout24.xml"/><Relationship Id="rId2" Type="http://schemas.openxmlformats.org/officeDocument/2006/relationships/image" Target="../media/image233.wmf"/><Relationship Id="rId1" Type="http://schemas.openxmlformats.org/officeDocument/2006/relationships/oleObject" Target="../embeddings/oleObject222.bin"/></Relationships>
</file>

<file path=ppt/slides/_rels/slide68.xml.rels><?xml version="1.0" encoding="UTF-8" standalone="yes"?>
<Relationships xmlns="http://schemas.openxmlformats.org/package/2006/relationships"><Relationship Id="rId9" Type="http://schemas.openxmlformats.org/officeDocument/2006/relationships/notesSlide" Target="../notesSlides/notesSlide61.xml"/><Relationship Id="rId8" Type="http://schemas.openxmlformats.org/officeDocument/2006/relationships/vmlDrawing" Target="../drawings/vmlDrawing48.vml"/><Relationship Id="rId7" Type="http://schemas.openxmlformats.org/officeDocument/2006/relationships/slideLayout" Target="../slideLayouts/slideLayout24.xml"/><Relationship Id="rId6" Type="http://schemas.openxmlformats.org/officeDocument/2006/relationships/image" Target="../media/image236.wmf"/><Relationship Id="rId5" Type="http://schemas.openxmlformats.org/officeDocument/2006/relationships/oleObject" Target="../embeddings/oleObject225.bin"/><Relationship Id="rId4" Type="http://schemas.openxmlformats.org/officeDocument/2006/relationships/image" Target="../media/image235.wmf"/><Relationship Id="rId3" Type="http://schemas.openxmlformats.org/officeDocument/2006/relationships/oleObject" Target="../embeddings/oleObject224.bin"/><Relationship Id="rId2" Type="http://schemas.openxmlformats.org/officeDocument/2006/relationships/image" Target="../media/image234.wmf"/><Relationship Id="rId1" Type="http://schemas.openxmlformats.org/officeDocument/2006/relationships/oleObject" Target="../embeddings/oleObject223.bin"/></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4.xml"/><Relationship Id="rId1" Type="http://schemas.openxmlformats.org/officeDocument/2006/relationships/image" Target="../media/image237.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5" Type="http://schemas.openxmlformats.org/officeDocument/2006/relationships/notesSlide" Target="../notesSlides/notesSlide69.xml"/><Relationship Id="rId4" Type="http://schemas.openxmlformats.org/officeDocument/2006/relationships/vmlDrawing" Target="../drawings/vmlDrawing49.vml"/><Relationship Id="rId3" Type="http://schemas.openxmlformats.org/officeDocument/2006/relationships/slideLayout" Target="../slideLayouts/slideLayout24.xml"/><Relationship Id="rId2" Type="http://schemas.openxmlformats.org/officeDocument/2006/relationships/image" Target="../media/image238.wmf"/><Relationship Id="rId1" Type="http://schemas.openxmlformats.org/officeDocument/2006/relationships/oleObject" Target="../embeddings/oleObject226.bin"/></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4.xml"/></Relationships>
</file>

<file path=ppt/slides/_rels/slide83.xml.rels><?xml version="1.0" encoding="UTF-8" standalone="yes"?>
<Relationships xmlns="http://schemas.openxmlformats.org/package/2006/relationships"><Relationship Id="rId8" Type="http://schemas.openxmlformats.org/officeDocument/2006/relationships/notesSlide" Target="../notesSlides/notesSlide76.xml"/><Relationship Id="rId7" Type="http://schemas.openxmlformats.org/officeDocument/2006/relationships/vmlDrawing" Target="../drawings/vmlDrawing50.vml"/><Relationship Id="rId6" Type="http://schemas.openxmlformats.org/officeDocument/2006/relationships/slideLayout" Target="../slideLayouts/slideLayout24.xml"/><Relationship Id="rId5" Type="http://schemas.openxmlformats.org/officeDocument/2006/relationships/image" Target="../media/image240.wmf"/><Relationship Id="rId4" Type="http://schemas.openxmlformats.org/officeDocument/2006/relationships/oleObject" Target="../embeddings/oleObject228.bin"/><Relationship Id="rId3" Type="http://schemas.openxmlformats.org/officeDocument/2006/relationships/image" Target="../media/image239.wmf"/><Relationship Id="rId2" Type="http://schemas.openxmlformats.org/officeDocument/2006/relationships/oleObject" Target="../embeddings/oleObject227.bin"/><Relationship Id="rId1" Type="http://schemas.openxmlformats.org/officeDocument/2006/relationships/image" Target="../media/image6.png"/></Relationships>
</file>

<file path=ppt/slides/_rels/slide84.xml.rels><?xml version="1.0" encoding="UTF-8" standalone="yes"?>
<Relationships xmlns="http://schemas.openxmlformats.org/package/2006/relationships"><Relationship Id="rId7" Type="http://schemas.openxmlformats.org/officeDocument/2006/relationships/notesSlide" Target="../notesSlides/notesSlide77.xml"/><Relationship Id="rId6" Type="http://schemas.openxmlformats.org/officeDocument/2006/relationships/vmlDrawing" Target="../drawings/vmlDrawing51.vml"/><Relationship Id="rId5" Type="http://schemas.openxmlformats.org/officeDocument/2006/relationships/slideLayout" Target="../slideLayouts/slideLayout24.xml"/><Relationship Id="rId4" Type="http://schemas.openxmlformats.org/officeDocument/2006/relationships/image" Target="../media/image242.wmf"/><Relationship Id="rId3" Type="http://schemas.openxmlformats.org/officeDocument/2006/relationships/oleObject" Target="../embeddings/oleObject230.bin"/><Relationship Id="rId2" Type="http://schemas.openxmlformats.org/officeDocument/2006/relationships/image" Target="../media/image241.wmf"/><Relationship Id="rId1" Type="http://schemas.openxmlformats.org/officeDocument/2006/relationships/oleObject" Target="../embeddings/oleObject229.bin"/></Relationships>
</file>

<file path=ppt/slides/_rels/slide85.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image" Target="../media/image246.wmf"/><Relationship Id="rId7" Type="http://schemas.openxmlformats.org/officeDocument/2006/relationships/oleObject" Target="../embeddings/oleObject234.bin"/><Relationship Id="rId6" Type="http://schemas.openxmlformats.org/officeDocument/2006/relationships/image" Target="../media/image245.wmf"/><Relationship Id="rId5" Type="http://schemas.openxmlformats.org/officeDocument/2006/relationships/oleObject" Target="../embeddings/oleObject233.bin"/><Relationship Id="rId4" Type="http://schemas.openxmlformats.org/officeDocument/2006/relationships/image" Target="../media/image244.wmf"/><Relationship Id="rId3" Type="http://schemas.openxmlformats.org/officeDocument/2006/relationships/oleObject" Target="../embeddings/oleObject232.bin"/><Relationship Id="rId2" Type="http://schemas.openxmlformats.org/officeDocument/2006/relationships/image" Target="../media/image243.wmf"/><Relationship Id="rId11" Type="http://schemas.openxmlformats.org/officeDocument/2006/relationships/notesSlide" Target="../notesSlides/notesSlide78.xml"/><Relationship Id="rId10" Type="http://schemas.openxmlformats.org/officeDocument/2006/relationships/vmlDrawing" Target="../drawings/vmlDrawing52.vml"/><Relationship Id="rId1" Type="http://schemas.openxmlformats.org/officeDocument/2006/relationships/oleObject" Target="../embeddings/oleObject231.bin"/></Relationships>
</file>

<file path=ppt/slides/_rels/slide86.xml.rels><?xml version="1.0" encoding="UTF-8" standalone="yes"?>
<Relationships xmlns="http://schemas.openxmlformats.org/package/2006/relationships"><Relationship Id="rId5" Type="http://schemas.openxmlformats.org/officeDocument/2006/relationships/notesSlide" Target="../notesSlides/notesSlide79.xml"/><Relationship Id="rId4" Type="http://schemas.openxmlformats.org/officeDocument/2006/relationships/vmlDrawing" Target="../drawings/vmlDrawing53.vml"/><Relationship Id="rId3" Type="http://schemas.openxmlformats.org/officeDocument/2006/relationships/slideLayout" Target="../slideLayouts/slideLayout24.xml"/><Relationship Id="rId2" Type="http://schemas.openxmlformats.org/officeDocument/2006/relationships/image" Target="../media/image247.wmf"/><Relationship Id="rId1" Type="http://schemas.openxmlformats.org/officeDocument/2006/relationships/oleObject" Target="../embeddings/oleObject235.bin"/></Relationships>
</file>

<file path=ppt/slides/_rels/slide87.xml.rels><?xml version="1.0" encoding="UTF-8" standalone="yes"?>
<Relationships xmlns="http://schemas.openxmlformats.org/package/2006/relationships"><Relationship Id="rId8" Type="http://schemas.openxmlformats.org/officeDocument/2006/relationships/notesSlide" Target="../notesSlides/notesSlide80.xml"/><Relationship Id="rId7" Type="http://schemas.openxmlformats.org/officeDocument/2006/relationships/vmlDrawing" Target="../drawings/vmlDrawing54.vml"/><Relationship Id="rId6" Type="http://schemas.openxmlformats.org/officeDocument/2006/relationships/slideLayout" Target="../slideLayouts/slideLayout24.xml"/><Relationship Id="rId5" Type="http://schemas.openxmlformats.org/officeDocument/2006/relationships/image" Target="../media/image250.wmf"/><Relationship Id="rId4" Type="http://schemas.openxmlformats.org/officeDocument/2006/relationships/oleObject" Target="../embeddings/oleObject237.bin"/><Relationship Id="rId3" Type="http://schemas.openxmlformats.org/officeDocument/2006/relationships/image" Target="../media/image249.wmf"/><Relationship Id="rId2" Type="http://schemas.openxmlformats.org/officeDocument/2006/relationships/oleObject" Target="../embeddings/oleObject236.bin"/><Relationship Id="rId1" Type="http://schemas.openxmlformats.org/officeDocument/2006/relationships/image" Target="../media/image248.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4.xml"/></Relationships>
</file>

<file path=ppt/slides/_rels/slide89.xml.rels><?xml version="1.0" encoding="UTF-8" standalone="yes"?>
<Relationships xmlns="http://schemas.openxmlformats.org/package/2006/relationships"><Relationship Id="rId5" Type="http://schemas.openxmlformats.org/officeDocument/2006/relationships/notesSlide" Target="../notesSlides/notesSlide82.xml"/><Relationship Id="rId4" Type="http://schemas.openxmlformats.org/officeDocument/2006/relationships/vmlDrawing" Target="../drawings/vmlDrawing55.vml"/><Relationship Id="rId3" Type="http://schemas.openxmlformats.org/officeDocument/2006/relationships/slideLayout" Target="../slideLayouts/slideLayout24.xml"/><Relationship Id="rId2" Type="http://schemas.openxmlformats.org/officeDocument/2006/relationships/image" Target="../media/image251.wmf"/><Relationship Id="rId1" Type="http://schemas.openxmlformats.org/officeDocument/2006/relationships/oleObject" Target="../embeddings/oleObject238.bin"/></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4.xml"/></Relationships>
</file>

<file path=ppt/slides/_rels/slide91.xml.rels><?xml version="1.0" encoding="UTF-8" standalone="yes"?>
<Relationships xmlns="http://schemas.openxmlformats.org/package/2006/relationships"><Relationship Id="rId5" Type="http://schemas.openxmlformats.org/officeDocument/2006/relationships/notesSlide" Target="../notesSlides/notesSlide84.xml"/><Relationship Id="rId4" Type="http://schemas.openxmlformats.org/officeDocument/2006/relationships/vmlDrawing" Target="../drawings/vmlDrawing56.vml"/><Relationship Id="rId3" Type="http://schemas.openxmlformats.org/officeDocument/2006/relationships/slideLayout" Target="../slideLayouts/slideLayout24.xml"/><Relationship Id="rId2" Type="http://schemas.openxmlformats.org/officeDocument/2006/relationships/image" Target="../media/image252.wmf"/><Relationship Id="rId1" Type="http://schemas.openxmlformats.org/officeDocument/2006/relationships/oleObject" Target="../embeddings/oleObject23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body" idx="1"/>
          </p:nvPr>
        </p:nvSpPr>
        <p:spPr/>
        <p:txBody>
          <a:bodyPr/>
          <a:lstStyle/>
          <a:p>
            <a:pPr eaLnBrk="1" hangingPunct="1"/>
            <a:r>
              <a:rPr lang="zh-CN" altLang="en-US" smtClean="0">
                <a:solidFill>
                  <a:schemeClr val="tx2"/>
                </a:solidFill>
              </a:rPr>
              <a:t>授课</a:t>
            </a:r>
            <a:r>
              <a:rPr lang="zh-CN" altLang="en-US" dirty="0">
                <a:solidFill>
                  <a:schemeClr val="tx2"/>
                </a:solidFill>
              </a:rPr>
              <a:t>教师</a:t>
            </a:r>
            <a:r>
              <a:rPr lang="zh-CN" altLang="en-US" smtClean="0">
                <a:solidFill>
                  <a:schemeClr val="tx2"/>
                </a:solidFill>
              </a:rPr>
              <a:t>：        </a:t>
            </a:r>
            <a:r>
              <a:rPr lang="zh-CN" altLang="en-US" dirty="0" smtClean="0">
                <a:solidFill>
                  <a:schemeClr val="tx2"/>
                </a:solidFill>
              </a:rPr>
              <a:t>郑铁然</a:t>
            </a:r>
            <a:endParaRPr lang="zh-CN" altLang="en-US" dirty="0" smtClean="0">
              <a:solidFill>
                <a:schemeClr val="tx2"/>
              </a:solidFill>
            </a:endParaRPr>
          </a:p>
          <a:p>
            <a:pPr eaLnBrk="1" hangingPunct="1"/>
            <a:r>
              <a:rPr lang="zh-CN" altLang="en-US" dirty="0" smtClean="0">
                <a:solidFill>
                  <a:schemeClr val="tx2"/>
                </a:solidFill>
              </a:rPr>
              <a:t>办公室地址： 哈工大综合楼6</a:t>
            </a:r>
            <a:r>
              <a:rPr lang="en-US" altLang="zh-CN" dirty="0" smtClean="0">
                <a:solidFill>
                  <a:schemeClr val="tx2"/>
                </a:solidFill>
              </a:rPr>
              <a:t>03</a:t>
            </a:r>
            <a:endParaRPr lang="en-US" altLang="zh-CN" dirty="0" smtClean="0">
              <a:solidFill>
                <a:schemeClr val="tx2"/>
              </a:solidFill>
            </a:endParaRPr>
          </a:p>
          <a:p>
            <a:pPr eaLnBrk="1" hangingPunct="1"/>
            <a:r>
              <a:rPr lang="zh-CN" altLang="en-US" dirty="0" smtClean="0">
                <a:solidFill>
                  <a:schemeClr val="tx2"/>
                </a:solidFill>
              </a:rPr>
              <a:t>办公室电话： </a:t>
            </a:r>
            <a:r>
              <a:rPr lang="en-US" altLang="zh-CN" dirty="0" smtClean="0">
                <a:solidFill>
                  <a:schemeClr val="tx2"/>
                </a:solidFill>
              </a:rPr>
              <a:t>86417981-11</a:t>
            </a:r>
            <a:endParaRPr lang="en-US" altLang="zh-CN" dirty="0" smtClean="0">
              <a:solidFill>
                <a:schemeClr val="tx2"/>
              </a:solidFill>
            </a:endParaRPr>
          </a:p>
          <a:p>
            <a:pPr eaLnBrk="1" hangingPunct="1"/>
            <a:r>
              <a:rPr lang="zh-CN" altLang="en-US" dirty="0" smtClean="0">
                <a:solidFill>
                  <a:schemeClr val="tx2"/>
                </a:solidFill>
              </a:rPr>
              <a:t>手机：            </a:t>
            </a:r>
            <a:r>
              <a:rPr lang="en-US" altLang="zh-CN" dirty="0" smtClean="0">
                <a:solidFill>
                  <a:schemeClr val="tx2"/>
                </a:solidFill>
              </a:rPr>
              <a:t>13313655979</a:t>
            </a:r>
            <a:endParaRPr lang="en-US" altLang="zh-CN" dirty="0" smtClean="0">
              <a:solidFill>
                <a:schemeClr val="tx2"/>
              </a:solidFill>
            </a:endParaRPr>
          </a:p>
          <a:p>
            <a:pPr eaLnBrk="1" hangingPunct="1"/>
            <a:r>
              <a:rPr lang="en-US" altLang="zh-CN" dirty="0" smtClean="0">
                <a:solidFill>
                  <a:schemeClr val="tx2"/>
                </a:solidFill>
              </a:rPr>
              <a:t>QQ</a:t>
            </a:r>
            <a:r>
              <a:rPr lang="zh-CN" altLang="en-US" dirty="0" smtClean="0">
                <a:solidFill>
                  <a:schemeClr val="tx2"/>
                </a:solidFill>
              </a:rPr>
              <a:t>：              </a:t>
            </a:r>
            <a:r>
              <a:rPr lang="en-US" altLang="zh-CN" dirty="0" smtClean="0">
                <a:solidFill>
                  <a:schemeClr val="tx2"/>
                </a:solidFill>
              </a:rPr>
              <a:t>2350562164</a:t>
            </a:r>
            <a:endParaRPr lang="en-US" altLang="zh-CN" dirty="0" smtClean="0">
              <a:solidFill>
                <a:schemeClr val="tx2"/>
              </a:solidFill>
            </a:endParaRPr>
          </a:p>
          <a:p>
            <a:pPr eaLnBrk="1" hangingPunct="1"/>
            <a:r>
              <a:rPr lang="en-US" altLang="zh-CN" dirty="0" smtClean="0">
                <a:solidFill>
                  <a:schemeClr val="tx2"/>
                </a:solidFill>
              </a:rPr>
              <a:t>Email</a:t>
            </a:r>
            <a:r>
              <a:rPr lang="zh-CN" altLang="en-US" dirty="0" smtClean="0">
                <a:solidFill>
                  <a:schemeClr val="tx2"/>
                </a:solidFill>
              </a:rPr>
              <a:t>：           </a:t>
            </a:r>
            <a:r>
              <a:rPr lang="en-US" altLang="zh-CN" dirty="0" smtClean="0">
                <a:solidFill>
                  <a:schemeClr val="tx2"/>
                </a:solidFill>
              </a:rPr>
              <a:t>zhengtieran@hit.edu.cn</a:t>
            </a:r>
            <a:r>
              <a:rPr lang="zh-CN" altLang="en-US" dirty="0" smtClean="0">
                <a:solidFill>
                  <a:schemeClr val="tx2"/>
                </a:solidFill>
              </a:rPr>
              <a:t>   </a:t>
            </a:r>
            <a:endParaRPr lang="zh-CN" altLang="en-US" dirty="0" smtClean="0">
              <a:solidFill>
                <a:schemeClr val="tx2"/>
              </a:solidFill>
            </a:endParaRPr>
          </a:p>
          <a:p>
            <a:pPr eaLnBrk="1" hangingPunct="1">
              <a:buFontTx/>
              <a:buNone/>
            </a:pPr>
            <a:r>
              <a:rPr lang="zh-CN" altLang="en-US" dirty="0" smtClean="0">
                <a:solidFill>
                  <a:schemeClr val="tx2"/>
                </a:solidFill>
              </a:rPr>
              <a:t>                          </a:t>
            </a:r>
            <a:r>
              <a:rPr lang="en-US" altLang="zh-CN" dirty="0" smtClean="0">
                <a:solidFill>
                  <a:schemeClr val="tx2"/>
                </a:solidFill>
              </a:rPr>
              <a:t>                          </a:t>
            </a:r>
            <a:endParaRPr lang="zh-CN" altLang="en-US" dirty="0" smtClean="0">
              <a:solidFill>
                <a:schemeClr val="tx2"/>
              </a:solidFill>
            </a:endParaRPr>
          </a:p>
        </p:txBody>
      </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42265" y="2564765"/>
            <a:ext cx="8656320" cy="791845"/>
          </a:xfrm>
        </p:spPr>
        <p:txBody>
          <a:bodyPr/>
          <a:lstStyle/>
          <a:p>
            <a:pPr eaLnBrk="1" hangingPunct="1"/>
            <a:r>
              <a:rPr lang="zh-CN" altLang="en-US" sz="4800" b="1" dirty="0" smtClean="0">
                <a:latin typeface="黑体" panose="02010609060101010101" pitchFamily="49" charset="-122"/>
                <a:ea typeface="黑体" panose="02010609060101010101" pitchFamily="49" charset="-122"/>
              </a:rPr>
              <a:t>基于统计模型的语音识别技术</a:t>
            </a:r>
            <a:endParaRPr lang="zh-CN" altLang="en-US" sz="4800" b="1" dirty="0" smtClean="0">
              <a:solidFill>
                <a:schemeClr val="folHlink"/>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6"/>
          <p:cNvGrpSpPr/>
          <p:nvPr/>
        </p:nvGrpSpPr>
        <p:grpSpPr bwMode="auto">
          <a:xfrm>
            <a:off x="1036638" y="1485900"/>
            <a:ext cx="1519237" cy="1800225"/>
            <a:chOff x="1156" y="1797"/>
            <a:chExt cx="957" cy="1134"/>
          </a:xfrm>
        </p:grpSpPr>
        <p:sp>
          <p:nvSpPr>
            <p:cNvPr id="7187" name="Sound"/>
            <p:cNvSpPr>
              <a:spLocks noEditPoints="1" noChangeArrowheads="1"/>
            </p:cNvSpPr>
            <p:nvPr/>
          </p:nvSpPr>
          <p:spPr bwMode="auto">
            <a:xfrm>
              <a:off x="1247" y="1933"/>
              <a:ext cx="866" cy="91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773 w 21600"/>
                <a:gd name="T13" fmla="*/ 22446 h 21600"/>
                <a:gd name="T14" fmla="*/ 21076 w 21600"/>
                <a:gd name="T15" fmla="*/ 28275 h 21600"/>
              </a:gdLst>
              <a:ahLst/>
              <a:cxnLst>
                <a:cxn ang="T8">
                  <a:pos x="T0" y="T1"/>
                </a:cxn>
                <a:cxn ang="T9">
                  <a:pos x="T2" y="T3"/>
                </a:cxn>
                <a:cxn ang="T10">
                  <a:pos x="T4" y="T5"/>
                </a:cxn>
                <a:cxn ang="T11">
                  <a:pos x="T6" y="T7"/>
                </a:cxn>
              </a:cxnLst>
              <a:rect l="T12" t="T13" r="T14" b="T15"/>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solidFill>
              <a:srgbClr val="FFBE7D"/>
            </a:solidFill>
            <a:ln w="9525">
              <a:solidFill>
                <a:srgbClr val="000000"/>
              </a:solidFill>
              <a:miter lim="800000"/>
            </a:ln>
            <a:effectLst>
              <a:outerShdw dist="107763" dir="2700000" algn="ctr" rotWithShape="0">
                <a:srgbClr val="808080"/>
              </a:outerShdw>
            </a:effectLst>
          </p:spPr>
          <p:txBody>
            <a:bodyPr/>
            <a:lstStyle/>
            <a:p>
              <a:endParaRPr lang="zh-CN" altLang="en-US"/>
            </a:p>
          </p:txBody>
        </p:sp>
        <p:sp>
          <p:nvSpPr>
            <p:cNvPr id="7188" name="Rectangle 34"/>
            <p:cNvSpPr>
              <a:spLocks noChangeArrowheads="1"/>
            </p:cNvSpPr>
            <p:nvPr/>
          </p:nvSpPr>
          <p:spPr bwMode="auto">
            <a:xfrm>
              <a:off x="1156" y="1797"/>
              <a:ext cx="590" cy="1134"/>
            </a:xfrm>
            <a:prstGeom prst="rect">
              <a:avLst/>
            </a:prstGeom>
            <a:solidFill>
              <a:schemeClr val="bg1"/>
            </a:solidFill>
            <a:ln w="9525">
              <a:solidFill>
                <a:schemeClr val="bg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7171" name="Rectangle 2"/>
          <p:cNvSpPr>
            <a:spLocks noGrp="1" noChangeArrowheads="1"/>
          </p:cNvSpPr>
          <p:nvPr>
            <p:ph type="title"/>
          </p:nvPr>
        </p:nvSpPr>
        <p:spPr/>
        <p:txBody>
          <a:bodyPr/>
          <a:lstStyle/>
          <a:p>
            <a:pPr eaLnBrk="1" hangingPunct="1"/>
            <a:r>
              <a:rPr lang="zh-CN" altLang="en-US" smtClean="0">
                <a:solidFill>
                  <a:schemeClr val="accent2"/>
                </a:solidFill>
                <a:ea typeface="仿宋_GB2312" pitchFamily="49" charset="-122"/>
              </a:rPr>
              <a:t>语音识别示意图</a:t>
            </a:r>
            <a:endParaRPr lang="en-US" altLang="zh-CN" smtClean="0">
              <a:solidFill>
                <a:schemeClr val="accent2"/>
              </a:solidFill>
              <a:ea typeface="仿宋_GB2312" pitchFamily="49" charset="-122"/>
            </a:endParaRPr>
          </a:p>
        </p:txBody>
      </p:sp>
      <p:pic>
        <p:nvPicPr>
          <p:cNvPr id="70687" name="Picture 31" descr="j030295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450" y="2032000"/>
            <a:ext cx="534988"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93" name="Text Box 37"/>
          <p:cNvSpPr txBox="1">
            <a:spLocks noChangeArrowheads="1"/>
          </p:cNvSpPr>
          <p:nvPr/>
        </p:nvSpPr>
        <p:spPr bwMode="auto">
          <a:xfrm>
            <a:off x="3490913" y="2062163"/>
            <a:ext cx="1368425" cy="865187"/>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a:t>采集</a:t>
            </a:r>
            <a:endParaRPr lang="zh-CN" altLang="en-US" sz="2400"/>
          </a:p>
          <a:p>
            <a:pPr algn="ctr" eaLnBrk="1" hangingPunct="1">
              <a:spcBef>
                <a:spcPct val="0"/>
              </a:spcBef>
              <a:buFontTx/>
              <a:buNone/>
            </a:pPr>
            <a:r>
              <a:rPr lang="zh-CN" altLang="en-US" sz="2400"/>
              <a:t>设备</a:t>
            </a:r>
            <a:endParaRPr lang="en-US" altLang="zh-CN" sz="2400"/>
          </a:p>
        </p:txBody>
      </p:sp>
      <p:sp>
        <p:nvSpPr>
          <p:cNvPr id="70694" name="AutoShape 38"/>
          <p:cNvSpPr>
            <a:spLocks noChangeArrowheads="1"/>
          </p:cNvSpPr>
          <p:nvPr/>
        </p:nvSpPr>
        <p:spPr bwMode="auto">
          <a:xfrm>
            <a:off x="2700338" y="2347913"/>
            <a:ext cx="576262" cy="288925"/>
          </a:xfrm>
          <a:prstGeom prst="rightArrow">
            <a:avLst>
              <a:gd name="adj1" fmla="val 50000"/>
              <a:gd name="adj2" fmla="val 49863"/>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0695" name="AutoShape 39"/>
          <p:cNvSpPr>
            <a:spLocks noChangeArrowheads="1"/>
          </p:cNvSpPr>
          <p:nvPr/>
        </p:nvSpPr>
        <p:spPr bwMode="auto">
          <a:xfrm>
            <a:off x="5003800" y="2347913"/>
            <a:ext cx="576263" cy="288925"/>
          </a:xfrm>
          <a:prstGeom prst="rightArrow">
            <a:avLst>
              <a:gd name="adj1" fmla="val 50000"/>
              <a:gd name="adj2" fmla="val 49863"/>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70697" name="Picture 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1990725"/>
            <a:ext cx="2376488"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98" name="AutoShape 42"/>
          <p:cNvSpPr>
            <a:spLocks noChangeArrowheads="1"/>
          </p:cNvSpPr>
          <p:nvPr/>
        </p:nvSpPr>
        <p:spPr bwMode="auto">
          <a:xfrm>
            <a:off x="6659563" y="2925763"/>
            <a:ext cx="217487" cy="863600"/>
          </a:xfrm>
          <a:prstGeom prst="downArrow">
            <a:avLst>
              <a:gd name="adj1" fmla="val 50000"/>
              <a:gd name="adj2" fmla="val 99270"/>
            </a:avLst>
          </a:prstGeom>
          <a:solidFill>
            <a:schemeClr val="accent1"/>
          </a:solidFill>
          <a:ln w="9525">
            <a:solidFill>
              <a:schemeClr val="tx1"/>
            </a:solidFill>
            <a:miter lim="800000"/>
          </a:ln>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0699" name="Text Box 43"/>
          <p:cNvSpPr txBox="1">
            <a:spLocks noChangeArrowheads="1"/>
          </p:cNvSpPr>
          <p:nvPr/>
        </p:nvSpPr>
        <p:spPr bwMode="auto">
          <a:xfrm>
            <a:off x="6084888" y="4076700"/>
            <a:ext cx="1368425" cy="865188"/>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a:t>计算机</a:t>
            </a:r>
            <a:endParaRPr lang="zh-CN" altLang="en-US" sz="2400"/>
          </a:p>
          <a:p>
            <a:pPr algn="ctr" eaLnBrk="1" hangingPunct="1">
              <a:spcBef>
                <a:spcPct val="0"/>
              </a:spcBef>
              <a:buFontTx/>
              <a:buNone/>
            </a:pPr>
            <a:r>
              <a:rPr lang="zh-CN" altLang="en-US" sz="2400"/>
              <a:t>识别</a:t>
            </a:r>
            <a:endParaRPr lang="zh-CN" altLang="en-US" sz="2400"/>
          </a:p>
        </p:txBody>
      </p:sp>
      <p:sp>
        <p:nvSpPr>
          <p:cNvPr id="70700" name="AutoShape 44"/>
          <p:cNvSpPr>
            <a:spLocks noChangeArrowheads="1"/>
          </p:cNvSpPr>
          <p:nvPr/>
        </p:nvSpPr>
        <p:spPr bwMode="auto">
          <a:xfrm>
            <a:off x="5148263" y="4437063"/>
            <a:ext cx="647700" cy="215900"/>
          </a:xfrm>
          <a:prstGeom prst="leftArrow">
            <a:avLst>
              <a:gd name="adj1" fmla="val 50000"/>
              <a:gd name="adj2" fmla="val 75000"/>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 name="Group 51"/>
          <p:cNvGrpSpPr/>
          <p:nvPr/>
        </p:nvGrpSpPr>
        <p:grpSpPr bwMode="auto">
          <a:xfrm>
            <a:off x="3924300" y="4005263"/>
            <a:ext cx="1006475" cy="1295400"/>
            <a:chOff x="2472" y="2523"/>
            <a:chExt cx="634" cy="816"/>
          </a:xfrm>
        </p:grpSpPr>
        <p:sp>
          <p:nvSpPr>
            <p:cNvPr id="7184" name="AutoShape 45"/>
            <p:cNvSpPr>
              <a:spLocks noChangeArrowheads="1"/>
            </p:cNvSpPr>
            <p:nvPr/>
          </p:nvSpPr>
          <p:spPr bwMode="auto">
            <a:xfrm>
              <a:off x="2472" y="2523"/>
              <a:ext cx="544" cy="725"/>
            </a:xfrm>
            <a:prstGeom prst="foldedCorner">
              <a:avLst>
                <a:gd name="adj" fmla="val 12500"/>
              </a:avLst>
            </a:prstGeom>
            <a:solidFill>
              <a:srgbClr val="FFFF99"/>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185" name="AutoShape 46"/>
            <p:cNvSpPr>
              <a:spLocks noChangeArrowheads="1"/>
            </p:cNvSpPr>
            <p:nvPr/>
          </p:nvSpPr>
          <p:spPr bwMode="auto">
            <a:xfrm>
              <a:off x="2517" y="2568"/>
              <a:ext cx="544" cy="725"/>
            </a:xfrm>
            <a:prstGeom prst="foldedCorner">
              <a:avLst>
                <a:gd name="adj" fmla="val 12500"/>
              </a:avLst>
            </a:prstGeom>
            <a:solidFill>
              <a:srgbClr val="FFFF99"/>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186" name="AutoShape 47"/>
            <p:cNvSpPr>
              <a:spLocks noChangeArrowheads="1"/>
            </p:cNvSpPr>
            <p:nvPr/>
          </p:nvSpPr>
          <p:spPr bwMode="auto">
            <a:xfrm>
              <a:off x="2562" y="2614"/>
              <a:ext cx="544" cy="725"/>
            </a:xfrm>
            <a:prstGeom prst="foldedCorner">
              <a:avLst>
                <a:gd name="adj" fmla="val 12500"/>
              </a:avLst>
            </a:prstGeom>
            <a:solidFill>
              <a:srgbClr val="FFFF99"/>
            </a:solidFill>
            <a:ln w="9525">
              <a:solidFill>
                <a:schemeClr val="tx1"/>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t>文本</a:t>
              </a:r>
              <a:endParaRPr lang="zh-CN" altLang="en-US" sz="1800"/>
            </a:p>
          </p:txBody>
        </p:sp>
      </p:grpSp>
      <p:sp>
        <p:nvSpPr>
          <p:cNvPr id="70704" name="AutoShape 48"/>
          <p:cNvSpPr>
            <a:spLocks noChangeArrowheads="1"/>
          </p:cNvSpPr>
          <p:nvPr/>
        </p:nvSpPr>
        <p:spPr bwMode="auto">
          <a:xfrm>
            <a:off x="900113" y="3716338"/>
            <a:ext cx="1368425" cy="504825"/>
          </a:xfrm>
          <a:prstGeom prst="wedgeRoundRectCallout">
            <a:avLst>
              <a:gd name="adj1" fmla="val 53481"/>
              <a:gd name="adj2" fmla="val -225157"/>
              <a:gd name="adj3" fmla="val 16667"/>
            </a:avLst>
          </a:prstGeom>
          <a:solidFill>
            <a:schemeClr val="bg1"/>
          </a:solidFill>
          <a:ln w="38100" cmpd="dbl">
            <a:solidFill>
              <a:srgbClr val="FF0000"/>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t>声波</a:t>
            </a:r>
            <a:endParaRPr lang="zh-CN" altLang="en-US" sz="1800"/>
          </a:p>
        </p:txBody>
      </p:sp>
      <p:sp>
        <p:nvSpPr>
          <p:cNvPr id="70705" name="AutoShape 49"/>
          <p:cNvSpPr>
            <a:spLocks noChangeArrowheads="1"/>
          </p:cNvSpPr>
          <p:nvPr/>
        </p:nvSpPr>
        <p:spPr bwMode="auto">
          <a:xfrm>
            <a:off x="7451725" y="3068638"/>
            <a:ext cx="1368425" cy="503237"/>
          </a:xfrm>
          <a:prstGeom prst="wedgeRoundRectCallout">
            <a:avLst>
              <a:gd name="adj1" fmla="val -79120"/>
              <a:gd name="adj2" fmla="val -107097"/>
              <a:gd name="adj3" fmla="val 16667"/>
            </a:avLst>
          </a:prstGeom>
          <a:solidFill>
            <a:schemeClr val="bg1"/>
          </a:solidFill>
          <a:ln w="38100" cmpd="dbl">
            <a:solidFill>
              <a:srgbClr val="FF0000"/>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t>数字信号</a:t>
            </a:r>
            <a:endParaRPr lang="zh-CN" altLang="en-US" sz="1800"/>
          </a:p>
        </p:txBody>
      </p:sp>
      <p:sp>
        <p:nvSpPr>
          <p:cNvPr id="70706" name="AutoShape 50"/>
          <p:cNvSpPr>
            <a:spLocks noChangeArrowheads="1"/>
          </p:cNvSpPr>
          <p:nvPr/>
        </p:nvSpPr>
        <p:spPr bwMode="auto">
          <a:xfrm>
            <a:off x="3348038" y="6092825"/>
            <a:ext cx="1368425" cy="503238"/>
          </a:xfrm>
          <a:prstGeom prst="wedgeRoundRectCallout">
            <a:avLst>
              <a:gd name="adj1" fmla="val 16009"/>
              <a:gd name="adj2" fmla="val -214352"/>
              <a:gd name="adj3" fmla="val 16667"/>
            </a:avLst>
          </a:prstGeom>
          <a:solidFill>
            <a:schemeClr val="bg1"/>
          </a:solidFill>
          <a:ln w="38100" cmpd="dbl">
            <a:solidFill>
              <a:srgbClr val="FF0000"/>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a:t>语言</a:t>
            </a:r>
            <a:endParaRPr lang="zh-CN" altLang="en-US" sz="18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70687"/>
                                        </p:tgtEl>
                                        <p:attrNameLst>
                                          <p:attrName>style.visibility</p:attrName>
                                        </p:attrNameLst>
                                      </p:cBhvr>
                                      <p:to>
                                        <p:strVal val="visible"/>
                                      </p:to>
                                    </p:set>
                                    <p:animEffect transition="in" filter="wipe(left)">
                                      <p:cBhvr>
                                        <p:cTn id="10" dur="500"/>
                                        <p:tgtEl>
                                          <p:spTgt spid="7068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0694"/>
                                        </p:tgtEl>
                                        <p:attrNameLst>
                                          <p:attrName>style.visibility</p:attrName>
                                        </p:attrNameLst>
                                      </p:cBhvr>
                                      <p:to>
                                        <p:strVal val="visible"/>
                                      </p:to>
                                    </p:set>
                                    <p:animEffect transition="in" filter="wipe(left)">
                                      <p:cBhvr>
                                        <p:cTn id="15" dur="500"/>
                                        <p:tgtEl>
                                          <p:spTgt spid="70694"/>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70693"/>
                                        </p:tgtEl>
                                        <p:attrNameLst>
                                          <p:attrName>style.visibility</p:attrName>
                                        </p:attrNameLst>
                                      </p:cBhvr>
                                      <p:to>
                                        <p:strVal val="visible"/>
                                      </p:to>
                                    </p:set>
                                    <p:animEffect transition="in" filter="wipe(left)">
                                      <p:cBhvr>
                                        <p:cTn id="19" dur="500"/>
                                        <p:tgtEl>
                                          <p:spTgt spid="7069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0695"/>
                                        </p:tgtEl>
                                        <p:attrNameLst>
                                          <p:attrName>style.visibility</p:attrName>
                                        </p:attrNameLst>
                                      </p:cBhvr>
                                      <p:to>
                                        <p:strVal val="visible"/>
                                      </p:to>
                                    </p:set>
                                    <p:animEffect transition="in" filter="wipe(left)">
                                      <p:cBhvr>
                                        <p:cTn id="24" dur="500"/>
                                        <p:tgtEl>
                                          <p:spTgt spid="70695"/>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70697"/>
                                        </p:tgtEl>
                                        <p:attrNameLst>
                                          <p:attrName>style.visibility</p:attrName>
                                        </p:attrNameLst>
                                      </p:cBhvr>
                                      <p:to>
                                        <p:strVal val="visible"/>
                                      </p:to>
                                    </p:set>
                                    <p:animEffect transition="in" filter="wipe(left)">
                                      <p:cBhvr>
                                        <p:cTn id="28" dur="500"/>
                                        <p:tgtEl>
                                          <p:spTgt spid="7069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70698"/>
                                        </p:tgtEl>
                                        <p:attrNameLst>
                                          <p:attrName>style.visibility</p:attrName>
                                        </p:attrNameLst>
                                      </p:cBhvr>
                                      <p:to>
                                        <p:strVal val="visible"/>
                                      </p:to>
                                    </p:set>
                                    <p:animEffect transition="in" filter="wipe(up)">
                                      <p:cBhvr>
                                        <p:cTn id="33" dur="500"/>
                                        <p:tgtEl>
                                          <p:spTgt spid="70698"/>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70699"/>
                                        </p:tgtEl>
                                        <p:attrNameLst>
                                          <p:attrName>style.visibility</p:attrName>
                                        </p:attrNameLst>
                                      </p:cBhvr>
                                      <p:to>
                                        <p:strVal val="visible"/>
                                      </p:to>
                                    </p:set>
                                    <p:animEffect transition="in" filter="wipe(up)">
                                      <p:cBhvr>
                                        <p:cTn id="37" dur="500"/>
                                        <p:tgtEl>
                                          <p:spTgt spid="7069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70700"/>
                                        </p:tgtEl>
                                        <p:attrNameLst>
                                          <p:attrName>style.visibility</p:attrName>
                                        </p:attrNameLst>
                                      </p:cBhvr>
                                      <p:to>
                                        <p:strVal val="visible"/>
                                      </p:to>
                                    </p:set>
                                    <p:animEffect transition="in" filter="wipe(right)">
                                      <p:cBhvr>
                                        <p:cTn id="42" dur="500"/>
                                        <p:tgtEl>
                                          <p:spTgt spid="70700"/>
                                        </p:tgtEl>
                                      </p:cBhvr>
                                    </p:animEffect>
                                  </p:childTnLst>
                                </p:cTn>
                              </p:par>
                            </p:childTnLst>
                          </p:cTn>
                        </p:par>
                        <p:par>
                          <p:cTn id="43" fill="hold">
                            <p:stCondLst>
                              <p:cond delay="500"/>
                            </p:stCondLst>
                            <p:childTnLst>
                              <p:par>
                                <p:cTn id="44" presetID="22" presetClass="entr" presetSubtype="2" fill="hold" nodeType="after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wipe(right)">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70704"/>
                                        </p:tgtEl>
                                        <p:attrNameLst>
                                          <p:attrName>style.visibility</p:attrName>
                                        </p:attrNameLst>
                                      </p:cBhvr>
                                      <p:to>
                                        <p:strVal val="visible"/>
                                      </p:to>
                                    </p:set>
                                    <p:animEffect transition="in" filter="wipe(up)">
                                      <p:cBhvr>
                                        <p:cTn id="51" dur="500"/>
                                        <p:tgtEl>
                                          <p:spTgt spid="7070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70705"/>
                                        </p:tgtEl>
                                        <p:attrNameLst>
                                          <p:attrName>style.visibility</p:attrName>
                                        </p:attrNameLst>
                                      </p:cBhvr>
                                      <p:to>
                                        <p:strVal val="visible"/>
                                      </p:to>
                                    </p:set>
                                    <p:animEffect transition="in" filter="wipe(left)">
                                      <p:cBhvr>
                                        <p:cTn id="56" dur="500"/>
                                        <p:tgtEl>
                                          <p:spTgt spid="7070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70706"/>
                                        </p:tgtEl>
                                        <p:attrNameLst>
                                          <p:attrName>style.visibility</p:attrName>
                                        </p:attrNameLst>
                                      </p:cBhvr>
                                      <p:to>
                                        <p:strVal val="visible"/>
                                      </p:to>
                                    </p:set>
                                    <p:animEffect transition="in" filter="wipe(up)">
                                      <p:cBhvr>
                                        <p:cTn id="61" dur="500"/>
                                        <p:tgtEl>
                                          <p:spTgt spid="70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93" grpId="0" animBg="1"/>
      <p:bldP spid="70694" grpId="0" animBg="1"/>
      <p:bldP spid="70695" grpId="0" animBg="1"/>
      <p:bldP spid="70698" grpId="0" animBg="1"/>
      <p:bldP spid="70699" grpId="0" animBg="1"/>
      <p:bldP spid="70700" grpId="0" animBg="1"/>
      <p:bldP spid="70704" grpId="0" animBg="1"/>
      <p:bldP spid="70705" grpId="0" animBg="1"/>
      <p:bldP spid="70706"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sp>
        <p:nvSpPr>
          <p:cNvPr id="346115" name="Rectangle 3"/>
          <p:cNvSpPr>
            <a:spLocks noGrp="1" noChangeArrowheads="1"/>
          </p:cNvSpPr>
          <p:nvPr>
            <p:ph type="body" idx="1"/>
          </p:nvPr>
        </p:nvSpPr>
        <p:spPr>
          <a:xfrm>
            <a:off x="609600" y="1981200"/>
            <a:ext cx="8229600" cy="4471988"/>
          </a:xfrm>
        </p:spPr>
        <p:txBody>
          <a:bodyPr/>
          <a:lstStyle/>
          <a:p>
            <a:pPr eaLnBrk="1" hangingPunct="1">
              <a:lnSpc>
                <a:spcPct val="90000"/>
              </a:lnSpc>
              <a:spcAft>
                <a:spcPct val="30000"/>
              </a:spcAft>
              <a:buClr>
                <a:srgbClr val="9900FF"/>
              </a:buClr>
              <a:buFont typeface="Wingdings" panose="05000000000000000000" pitchFamily="2" charset="2"/>
              <a:buChar char="Ø"/>
            </a:pPr>
            <a:r>
              <a:rPr lang="zh-CN" altLang="en-US" sz="2800" b="1" dirty="0" smtClean="0">
                <a:solidFill>
                  <a:schemeClr val="tx2"/>
                </a:solidFill>
              </a:rPr>
              <a:t>语音识别任务的分类</a:t>
            </a:r>
            <a:endParaRPr lang="zh-CN" altLang="en-US" sz="2800" b="1" dirty="0" smtClean="0">
              <a:solidFill>
                <a:schemeClr val="tx2"/>
              </a:solidFill>
            </a:endParaRPr>
          </a:p>
          <a:p>
            <a:pPr eaLnBrk="1" hangingPunct="1">
              <a:lnSpc>
                <a:spcPct val="90000"/>
              </a:lnSpc>
            </a:pPr>
            <a:r>
              <a:rPr lang="zh-CN" altLang="en-US" sz="2800" b="1" dirty="0" smtClean="0">
                <a:solidFill>
                  <a:schemeClr val="tx2"/>
                </a:solidFill>
              </a:rPr>
              <a:t>按词汇表（</a:t>
            </a:r>
            <a:r>
              <a:rPr lang="en-US" altLang="zh-CN" sz="2800" b="1" dirty="0" smtClean="0">
                <a:solidFill>
                  <a:schemeClr val="tx2"/>
                </a:solidFill>
              </a:rPr>
              <a:t>Vocabulary）</a:t>
            </a:r>
            <a:r>
              <a:rPr lang="zh-CN" altLang="en-US" sz="2800" b="1" dirty="0" smtClean="0">
                <a:solidFill>
                  <a:schemeClr val="tx2"/>
                </a:solidFill>
              </a:rPr>
              <a:t>的大小分</a:t>
            </a:r>
            <a:endParaRPr lang="zh-CN" altLang="en-US" sz="2800" b="1" dirty="0" smtClean="0">
              <a:solidFill>
                <a:schemeClr val="tx2"/>
              </a:solidFill>
            </a:endParaRPr>
          </a:p>
          <a:p>
            <a:pPr eaLnBrk="1" hangingPunct="1">
              <a:lnSpc>
                <a:spcPct val="90000"/>
              </a:lnSpc>
              <a:buFontTx/>
              <a:buNone/>
            </a:pPr>
            <a:r>
              <a:rPr lang="zh-CN" altLang="en-US" sz="2800" b="1" dirty="0" smtClean="0">
                <a:solidFill>
                  <a:schemeClr val="tx2"/>
                </a:solidFill>
                <a:latin typeface="宋体" panose="02010600030101010101" pitchFamily="2" charset="-122"/>
              </a:rPr>
              <a:t>  </a:t>
            </a:r>
            <a:r>
              <a:rPr lang="zh-CN" altLang="en-US" sz="2800" b="1" dirty="0" smtClean="0">
                <a:solidFill>
                  <a:srgbClr val="0070C0"/>
                </a:solidFill>
                <a:latin typeface="Times New Roman" panose="02020603050405020304" pitchFamily="18" charset="0"/>
              </a:rPr>
              <a:t>小词汇表系统</a:t>
            </a:r>
            <a:r>
              <a:rPr lang="zh-CN" altLang="en-US" sz="2800" b="1" dirty="0" smtClean="0">
                <a:solidFill>
                  <a:schemeClr val="tx2"/>
                </a:solidFill>
                <a:latin typeface="Times New Roman" panose="02020603050405020304" pitchFamily="18" charset="0"/>
              </a:rPr>
              <a:t>：包括</a:t>
            </a:r>
            <a:r>
              <a:rPr lang="zh-CN" altLang="en-US" sz="2800" b="1" dirty="0" smtClean="0">
                <a:solidFill>
                  <a:schemeClr val="tx2"/>
                </a:solidFill>
                <a:latin typeface="Times New Roman" panose="02020603050405020304" pitchFamily="18" charset="0"/>
                <a:cs typeface="Times New Roman" panose="02020603050405020304" pitchFamily="18" charset="0"/>
              </a:rPr>
              <a:t>10~100</a:t>
            </a:r>
            <a:r>
              <a:rPr lang="zh-CN" altLang="en-US" sz="2800" b="1" dirty="0" smtClean="0">
                <a:solidFill>
                  <a:schemeClr val="tx2"/>
                </a:solidFill>
                <a:latin typeface="Times New Roman" panose="02020603050405020304" pitchFamily="18" charset="0"/>
              </a:rPr>
              <a:t>个词条</a:t>
            </a:r>
            <a:endParaRPr lang="zh-CN" altLang="en-US" sz="2800" b="1" dirty="0" smtClean="0">
              <a:solidFill>
                <a:schemeClr val="tx2"/>
              </a:solidFill>
              <a:latin typeface="Times New Roman" panose="02020603050405020304" pitchFamily="18" charset="0"/>
            </a:endParaRPr>
          </a:p>
          <a:p>
            <a:pPr eaLnBrk="1" hangingPunct="1">
              <a:lnSpc>
                <a:spcPct val="90000"/>
              </a:lnSpc>
              <a:buFontTx/>
              <a:buNone/>
            </a:pPr>
            <a:r>
              <a:rPr lang="zh-CN" altLang="en-US" sz="2800" b="1" dirty="0" smtClean="0">
                <a:solidFill>
                  <a:schemeClr val="tx2"/>
                </a:solidFill>
                <a:latin typeface="Times New Roman" panose="02020603050405020304" pitchFamily="18" charset="0"/>
              </a:rPr>
              <a:t>  	</a:t>
            </a:r>
            <a:r>
              <a:rPr lang="zh-CN" altLang="en-US" sz="2800" b="1" dirty="0" smtClean="0">
                <a:solidFill>
                  <a:srgbClr val="0070C0"/>
                </a:solidFill>
                <a:latin typeface="Times New Roman" panose="02020603050405020304" pitchFamily="18" charset="0"/>
              </a:rPr>
              <a:t>中词汇表系统</a:t>
            </a:r>
            <a:r>
              <a:rPr lang="zh-CN" altLang="en-US" sz="2800" b="1" dirty="0" smtClean="0">
                <a:solidFill>
                  <a:schemeClr val="tx2"/>
                </a:solidFill>
                <a:latin typeface="Times New Roman" panose="02020603050405020304" pitchFamily="18" charset="0"/>
              </a:rPr>
              <a:t>：包括100~1000个词条  </a:t>
            </a:r>
            <a:endParaRPr lang="zh-CN" altLang="en-US" sz="2800" b="1" dirty="0" smtClean="0">
              <a:solidFill>
                <a:schemeClr val="tx2"/>
              </a:solidFill>
              <a:latin typeface="Times New Roman" panose="02020603050405020304" pitchFamily="18" charset="0"/>
            </a:endParaRPr>
          </a:p>
          <a:p>
            <a:pPr eaLnBrk="1" hangingPunct="1">
              <a:lnSpc>
                <a:spcPct val="90000"/>
              </a:lnSpc>
              <a:buFontTx/>
              <a:buNone/>
            </a:pPr>
            <a:r>
              <a:rPr lang="zh-CN" altLang="en-US" sz="2800" b="1" dirty="0" smtClean="0">
                <a:solidFill>
                  <a:schemeClr val="tx2"/>
                </a:solidFill>
                <a:latin typeface="Times New Roman" panose="02020603050405020304" pitchFamily="18" charset="0"/>
              </a:rPr>
              <a:t>  	</a:t>
            </a:r>
            <a:r>
              <a:rPr lang="zh-CN" altLang="en-US" sz="2800" b="1" dirty="0" smtClean="0">
                <a:solidFill>
                  <a:srgbClr val="0070C0"/>
                </a:solidFill>
                <a:latin typeface="Times New Roman" panose="02020603050405020304" pitchFamily="18" charset="0"/>
              </a:rPr>
              <a:t>大词汇表系统</a:t>
            </a:r>
            <a:r>
              <a:rPr lang="zh-CN" altLang="en-US" sz="2800" b="1" dirty="0" smtClean="0">
                <a:solidFill>
                  <a:schemeClr val="tx2"/>
                </a:solidFill>
                <a:latin typeface="Times New Roman" panose="02020603050405020304" pitchFamily="18" charset="0"/>
              </a:rPr>
              <a:t>：至少包含10</a:t>
            </a:r>
            <a:r>
              <a:rPr lang="zh-CN" altLang="en-US" sz="2800" b="1" dirty="0" smtClean="0">
                <a:solidFill>
                  <a:schemeClr val="tx2"/>
                </a:solidFill>
                <a:latin typeface="Times New Roman" panose="02020603050405020304" pitchFamily="18" charset="0"/>
                <a:cs typeface="Times New Roman" panose="02020603050405020304" pitchFamily="18" charset="0"/>
              </a:rPr>
              <a:t>00</a:t>
            </a:r>
            <a:r>
              <a:rPr lang="zh-CN" altLang="en-US" sz="2800" b="1" dirty="0" smtClean="0">
                <a:solidFill>
                  <a:schemeClr val="tx2"/>
                </a:solidFill>
                <a:latin typeface="Times New Roman" panose="02020603050405020304" pitchFamily="18" charset="0"/>
              </a:rPr>
              <a:t>个以上的词条</a:t>
            </a:r>
            <a:endParaRPr lang="zh-CN" altLang="en-US" sz="2800" b="1" dirty="0" smtClean="0">
              <a:solidFill>
                <a:schemeClr val="tx2"/>
              </a:solidFill>
              <a:latin typeface="Times New Roman" panose="02020603050405020304" pitchFamily="18" charset="0"/>
            </a:endParaRPr>
          </a:p>
          <a:p>
            <a:pPr eaLnBrk="1" hangingPunct="1">
              <a:lnSpc>
                <a:spcPct val="90000"/>
              </a:lnSpc>
            </a:pPr>
            <a:r>
              <a:rPr lang="zh-CN" altLang="en-US" sz="2800" b="1" dirty="0" smtClean="0">
                <a:solidFill>
                  <a:schemeClr val="tx2"/>
                </a:solidFill>
              </a:rPr>
              <a:t>按照发音方式分</a:t>
            </a:r>
            <a:endParaRPr lang="zh-CN" altLang="en-US" sz="2800" b="1" dirty="0" smtClean="0">
              <a:solidFill>
                <a:schemeClr val="tx2"/>
              </a:solidFill>
            </a:endParaRPr>
          </a:p>
          <a:p>
            <a:pPr eaLnBrk="1" hangingPunct="1">
              <a:lnSpc>
                <a:spcPct val="90000"/>
              </a:lnSpc>
              <a:buFontTx/>
              <a:buNone/>
            </a:pPr>
            <a:r>
              <a:rPr lang="zh-CN" altLang="en-US" sz="2800" b="1" dirty="0" smtClean="0">
                <a:solidFill>
                  <a:schemeClr val="tx2"/>
                </a:solidFill>
              </a:rPr>
              <a:t>   	</a:t>
            </a:r>
            <a:r>
              <a:rPr lang="zh-CN" altLang="en-US" sz="2800" b="1" dirty="0" smtClean="0">
                <a:solidFill>
                  <a:srgbClr val="0070C0"/>
                </a:solidFill>
              </a:rPr>
              <a:t>孤立词</a:t>
            </a:r>
            <a:r>
              <a:rPr lang="zh-CN" altLang="en-US" sz="2800" b="1" dirty="0" smtClean="0">
                <a:solidFill>
                  <a:schemeClr val="tx2"/>
                </a:solidFill>
              </a:rPr>
              <a:t>（</a:t>
            </a:r>
            <a:r>
              <a:rPr lang="en-US" altLang="zh-CN" sz="2800" b="1" dirty="0" smtClean="0">
                <a:solidFill>
                  <a:schemeClr val="tx2"/>
                </a:solidFill>
                <a:latin typeface="Times New Roman" panose="02020603050405020304" pitchFamily="18" charset="0"/>
                <a:cs typeface="Times New Roman" panose="02020603050405020304" pitchFamily="18" charset="0"/>
              </a:rPr>
              <a:t>Isolated Word</a:t>
            </a:r>
            <a:r>
              <a:rPr lang="en-US" altLang="zh-CN" sz="2800" b="1" dirty="0" smtClean="0">
                <a:solidFill>
                  <a:schemeClr val="tx2"/>
                </a:solidFill>
              </a:rPr>
              <a:t> </a:t>
            </a:r>
            <a:r>
              <a:rPr lang="zh-CN" altLang="en-US" sz="2800" b="1" dirty="0" smtClean="0">
                <a:solidFill>
                  <a:schemeClr val="tx2"/>
                </a:solidFill>
              </a:rPr>
              <a:t>）识别</a:t>
            </a:r>
            <a:endParaRPr lang="zh-CN" altLang="en-US" sz="2800" b="1" dirty="0" smtClean="0">
              <a:solidFill>
                <a:schemeClr val="tx2"/>
              </a:solidFill>
            </a:endParaRPr>
          </a:p>
          <a:p>
            <a:pPr eaLnBrk="1" hangingPunct="1">
              <a:lnSpc>
                <a:spcPct val="90000"/>
              </a:lnSpc>
              <a:buFontTx/>
              <a:buNone/>
            </a:pPr>
            <a:r>
              <a:rPr lang="zh-CN" altLang="en-US" sz="2800" b="1" dirty="0" smtClean="0">
                <a:solidFill>
                  <a:schemeClr val="tx2"/>
                </a:solidFill>
                <a:latin typeface="宋体" panose="02010600030101010101" pitchFamily="2" charset="-122"/>
              </a:rPr>
              <a:t>  </a:t>
            </a:r>
            <a:r>
              <a:rPr lang="zh-CN" altLang="en-US" sz="2800" b="1" dirty="0" smtClean="0">
                <a:solidFill>
                  <a:srgbClr val="0070C0"/>
                </a:solidFill>
                <a:latin typeface="宋体" panose="02010600030101010101" pitchFamily="2" charset="-122"/>
              </a:rPr>
              <a:t>连接词</a:t>
            </a:r>
            <a:r>
              <a:rPr lang="zh-CN" altLang="en-US" sz="2800" b="1" dirty="0" smtClean="0">
                <a:solidFill>
                  <a:schemeClr val="tx2"/>
                </a:solidFill>
                <a:latin typeface="宋体" panose="02010600030101010101" pitchFamily="2" charset="-122"/>
              </a:rPr>
              <a:t>（</a:t>
            </a:r>
            <a:r>
              <a:rPr lang="en-US" altLang="zh-CN" sz="2800" b="1" dirty="0" smtClean="0">
                <a:solidFill>
                  <a:schemeClr val="tx2"/>
                </a:solidFill>
                <a:latin typeface="Times New Roman" panose="02020603050405020304" pitchFamily="18" charset="0"/>
                <a:cs typeface="Times New Roman" panose="02020603050405020304" pitchFamily="18" charset="0"/>
              </a:rPr>
              <a:t>Connected Word</a:t>
            </a:r>
            <a:r>
              <a:rPr lang="en-US" altLang="zh-CN" sz="2800" b="1" dirty="0" smtClean="0">
                <a:solidFill>
                  <a:schemeClr val="tx2"/>
                </a:solidFill>
                <a:latin typeface="宋体" panose="02010600030101010101" pitchFamily="2" charset="-122"/>
              </a:rPr>
              <a:t>）</a:t>
            </a:r>
            <a:r>
              <a:rPr lang="zh-CN" altLang="en-US" sz="2800" b="1" dirty="0" smtClean="0">
                <a:solidFill>
                  <a:schemeClr val="tx2"/>
                </a:solidFill>
                <a:latin typeface="宋体" panose="02010600030101010101" pitchFamily="2" charset="-122"/>
              </a:rPr>
              <a:t>识别</a:t>
            </a:r>
            <a:r>
              <a:rPr lang="zh-CN" altLang="en-US" sz="2800" b="1" dirty="0" smtClean="0">
                <a:solidFill>
                  <a:schemeClr val="tx2"/>
                </a:solidFill>
              </a:rPr>
              <a:t> </a:t>
            </a:r>
            <a:endParaRPr lang="zh-CN" altLang="en-US" sz="2800" b="1" dirty="0" smtClean="0">
              <a:solidFill>
                <a:schemeClr val="tx2"/>
              </a:solidFill>
            </a:endParaRPr>
          </a:p>
          <a:p>
            <a:pPr eaLnBrk="1" hangingPunct="1">
              <a:lnSpc>
                <a:spcPct val="90000"/>
              </a:lnSpc>
              <a:buFontTx/>
              <a:buNone/>
            </a:pPr>
            <a:r>
              <a:rPr lang="zh-CN" altLang="en-US" sz="2800" b="1" dirty="0" smtClean="0">
                <a:solidFill>
                  <a:schemeClr val="tx2"/>
                </a:solidFill>
                <a:latin typeface="宋体" panose="02010600030101010101" pitchFamily="2" charset="-122"/>
              </a:rPr>
              <a:t>	</a:t>
            </a:r>
            <a:r>
              <a:rPr lang="zh-CN" altLang="en-US" sz="2800" b="1" dirty="0" smtClean="0">
                <a:solidFill>
                  <a:srgbClr val="0070C0"/>
                </a:solidFill>
                <a:latin typeface="宋体" panose="02010600030101010101" pitchFamily="2" charset="-122"/>
              </a:rPr>
              <a:t>连续语音</a:t>
            </a:r>
            <a:r>
              <a:rPr lang="zh-CN" altLang="en-US" sz="2800" b="1" dirty="0" smtClean="0">
                <a:solidFill>
                  <a:schemeClr val="tx2"/>
                </a:solidFill>
                <a:latin typeface="宋体" panose="02010600030101010101" pitchFamily="2" charset="-122"/>
              </a:rPr>
              <a:t>（</a:t>
            </a:r>
            <a:r>
              <a:rPr lang="en-US" altLang="zh-CN" sz="2800" b="1" dirty="0" smtClean="0">
                <a:solidFill>
                  <a:schemeClr val="tx2"/>
                </a:solidFill>
                <a:latin typeface="Times New Roman" panose="02020603050405020304" pitchFamily="18" charset="0"/>
                <a:cs typeface="Times New Roman" panose="02020603050405020304" pitchFamily="18" charset="0"/>
              </a:rPr>
              <a:t>Continuous Speech</a:t>
            </a:r>
            <a:r>
              <a:rPr lang="en-US" altLang="zh-CN" sz="2800" b="1" dirty="0" smtClean="0">
                <a:solidFill>
                  <a:schemeClr val="tx2"/>
                </a:solidFill>
                <a:latin typeface="宋体" panose="02010600030101010101" pitchFamily="2" charset="-122"/>
              </a:rPr>
              <a:t>）</a:t>
            </a:r>
            <a:r>
              <a:rPr lang="zh-CN" altLang="en-US" sz="2800" b="1" dirty="0" smtClean="0">
                <a:solidFill>
                  <a:schemeClr val="tx2"/>
                </a:solidFill>
                <a:latin typeface="宋体" panose="02010600030101010101" pitchFamily="2" charset="-122"/>
              </a:rPr>
              <a:t>识别</a:t>
            </a:r>
            <a:r>
              <a:rPr lang="zh-CN" altLang="en-US" sz="2800" b="1" dirty="0" smtClean="0">
                <a:solidFill>
                  <a:schemeClr val="tx2"/>
                </a:solidFill>
              </a:rPr>
              <a:t> </a:t>
            </a:r>
            <a:endParaRPr lang="en-US" altLang="zh-CN" sz="2800" b="1" dirty="0" smtClean="0">
              <a:solidFill>
                <a:schemeClr val="tx2"/>
              </a:solidFill>
            </a:endParaRPr>
          </a:p>
        </p:txBody>
      </p:sp>
      <p:sp>
        <p:nvSpPr>
          <p:cNvPr id="8196" name="Rectangle 4"/>
          <p:cNvSpPr>
            <a:spLocks noChangeArrowheads="1"/>
          </p:cNvSpPr>
          <p:nvPr/>
        </p:nvSpPr>
        <p:spPr bwMode="auto">
          <a:xfrm>
            <a:off x="3767138"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6115">
                                            <p:txEl>
                                              <p:pRg st="0" end="0"/>
                                            </p:txEl>
                                          </p:spTgt>
                                        </p:tgtEl>
                                        <p:attrNameLst>
                                          <p:attrName>style.visibility</p:attrName>
                                        </p:attrNameLst>
                                      </p:cBhvr>
                                      <p:to>
                                        <p:strVal val="visible"/>
                                      </p:to>
                                    </p:set>
                                    <p:animEffect transition="in" filter="wipe(up)">
                                      <p:cBhvr>
                                        <p:cTn id="7" dur="500"/>
                                        <p:tgtEl>
                                          <p:spTgt spid="3461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46115">
                                            <p:txEl>
                                              <p:pRg st="1" end="1"/>
                                            </p:txEl>
                                          </p:spTgt>
                                        </p:tgtEl>
                                        <p:attrNameLst>
                                          <p:attrName>style.visibility</p:attrName>
                                        </p:attrNameLst>
                                      </p:cBhvr>
                                      <p:to>
                                        <p:strVal val="visible"/>
                                      </p:to>
                                    </p:set>
                                    <p:animEffect transition="in" filter="wipe(up)">
                                      <p:cBhvr>
                                        <p:cTn id="12" dur="500"/>
                                        <p:tgtEl>
                                          <p:spTgt spid="3461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46115">
                                            <p:txEl>
                                              <p:pRg st="2" end="2"/>
                                            </p:txEl>
                                          </p:spTgt>
                                        </p:tgtEl>
                                        <p:attrNameLst>
                                          <p:attrName>style.visibility</p:attrName>
                                        </p:attrNameLst>
                                      </p:cBhvr>
                                      <p:to>
                                        <p:strVal val="visible"/>
                                      </p:to>
                                    </p:set>
                                    <p:animEffect transition="in" filter="wipe(up)">
                                      <p:cBhvr>
                                        <p:cTn id="17" dur="500"/>
                                        <p:tgtEl>
                                          <p:spTgt spid="3461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46115">
                                            <p:txEl>
                                              <p:pRg st="3" end="3"/>
                                            </p:txEl>
                                          </p:spTgt>
                                        </p:tgtEl>
                                        <p:attrNameLst>
                                          <p:attrName>style.visibility</p:attrName>
                                        </p:attrNameLst>
                                      </p:cBhvr>
                                      <p:to>
                                        <p:strVal val="visible"/>
                                      </p:to>
                                    </p:set>
                                    <p:animEffect transition="in" filter="wipe(up)">
                                      <p:cBhvr>
                                        <p:cTn id="22" dur="500"/>
                                        <p:tgtEl>
                                          <p:spTgt spid="3461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46115">
                                            <p:txEl>
                                              <p:pRg st="4" end="4"/>
                                            </p:txEl>
                                          </p:spTgt>
                                        </p:tgtEl>
                                        <p:attrNameLst>
                                          <p:attrName>style.visibility</p:attrName>
                                        </p:attrNameLst>
                                      </p:cBhvr>
                                      <p:to>
                                        <p:strVal val="visible"/>
                                      </p:to>
                                    </p:set>
                                    <p:animEffect transition="in" filter="wipe(up)">
                                      <p:cBhvr>
                                        <p:cTn id="27" dur="500"/>
                                        <p:tgtEl>
                                          <p:spTgt spid="3461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46115">
                                            <p:txEl>
                                              <p:pRg st="5" end="5"/>
                                            </p:txEl>
                                          </p:spTgt>
                                        </p:tgtEl>
                                        <p:attrNameLst>
                                          <p:attrName>style.visibility</p:attrName>
                                        </p:attrNameLst>
                                      </p:cBhvr>
                                      <p:to>
                                        <p:strVal val="visible"/>
                                      </p:to>
                                    </p:set>
                                    <p:animEffect transition="in" filter="wipe(up)">
                                      <p:cBhvr>
                                        <p:cTn id="32" dur="500"/>
                                        <p:tgtEl>
                                          <p:spTgt spid="3461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46115">
                                            <p:txEl>
                                              <p:pRg st="6" end="6"/>
                                            </p:txEl>
                                          </p:spTgt>
                                        </p:tgtEl>
                                        <p:attrNameLst>
                                          <p:attrName>style.visibility</p:attrName>
                                        </p:attrNameLst>
                                      </p:cBhvr>
                                      <p:to>
                                        <p:strVal val="visible"/>
                                      </p:to>
                                    </p:set>
                                    <p:animEffect transition="in" filter="wipe(up)">
                                      <p:cBhvr>
                                        <p:cTn id="37" dur="500"/>
                                        <p:tgtEl>
                                          <p:spTgt spid="3461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46115">
                                            <p:txEl>
                                              <p:pRg st="7" end="7"/>
                                            </p:txEl>
                                          </p:spTgt>
                                        </p:tgtEl>
                                        <p:attrNameLst>
                                          <p:attrName>style.visibility</p:attrName>
                                        </p:attrNameLst>
                                      </p:cBhvr>
                                      <p:to>
                                        <p:strVal val="visible"/>
                                      </p:to>
                                    </p:set>
                                    <p:animEffect transition="in" filter="wipe(up)">
                                      <p:cBhvr>
                                        <p:cTn id="42" dur="500"/>
                                        <p:tgtEl>
                                          <p:spTgt spid="34611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346115">
                                            <p:txEl>
                                              <p:pRg st="8" end="8"/>
                                            </p:txEl>
                                          </p:spTgt>
                                        </p:tgtEl>
                                        <p:attrNameLst>
                                          <p:attrName>style.visibility</p:attrName>
                                        </p:attrNameLst>
                                      </p:cBhvr>
                                      <p:to>
                                        <p:strVal val="visible"/>
                                      </p:to>
                                    </p:set>
                                    <p:animEffect transition="in" filter="wipe(up)">
                                      <p:cBhvr>
                                        <p:cTn id="47" dur="500"/>
                                        <p:tgtEl>
                                          <p:spTgt spid="3461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5" grpId="0" autoUpdateAnimBg="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sp>
        <p:nvSpPr>
          <p:cNvPr id="10243" name="Rectangle 3"/>
          <p:cNvSpPr>
            <a:spLocks noChangeArrowheads="1"/>
          </p:cNvSpPr>
          <p:nvPr/>
        </p:nvSpPr>
        <p:spPr bwMode="auto">
          <a:xfrm>
            <a:off x="297180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0244" name="Rectangle 4"/>
          <p:cNvSpPr>
            <a:spLocks noChangeArrowheads="1"/>
          </p:cNvSpPr>
          <p:nvPr/>
        </p:nvSpPr>
        <p:spPr bwMode="auto">
          <a:xfrm>
            <a:off x="310515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165" name="Rectangle 5"/>
          <p:cNvSpPr>
            <a:spLocks noGrp="1" noChangeArrowheads="1"/>
          </p:cNvSpPr>
          <p:nvPr>
            <p:ph type="body" idx="1"/>
          </p:nvPr>
        </p:nvSpPr>
        <p:spPr>
          <a:xfrm>
            <a:off x="609600" y="1981200"/>
            <a:ext cx="8229600" cy="4343400"/>
          </a:xfrm>
          <a:noFill/>
        </p:spPr>
        <p:txBody>
          <a:bodyPr/>
          <a:lstStyle/>
          <a:p>
            <a:pPr eaLnBrk="1" hangingPunct="1"/>
            <a:r>
              <a:rPr lang="zh-CN" altLang="en-US" sz="2800" b="1" dirty="0" smtClean="0">
                <a:solidFill>
                  <a:schemeClr val="tx2"/>
                </a:solidFill>
              </a:rPr>
              <a:t>按说话人的限定范围分</a:t>
            </a:r>
            <a:endParaRPr lang="zh-CN" altLang="en-US" sz="2800" b="1" dirty="0" smtClean="0">
              <a:solidFill>
                <a:schemeClr val="tx2"/>
              </a:solidFill>
            </a:endParaRPr>
          </a:p>
          <a:p>
            <a:pPr eaLnBrk="1" hangingPunct="1">
              <a:buFontTx/>
              <a:buNone/>
            </a:pPr>
            <a:r>
              <a:rPr lang="zh-CN" altLang="en-US" sz="2800" b="1" dirty="0" smtClean="0">
                <a:solidFill>
                  <a:schemeClr val="tx2"/>
                </a:solidFill>
                <a:latin typeface="宋体" panose="02010600030101010101" pitchFamily="2" charset="-122"/>
              </a:rPr>
              <a:t>  </a:t>
            </a:r>
            <a:r>
              <a:rPr lang="zh-CN" altLang="en-US" sz="2800" b="1" dirty="0" smtClean="0">
                <a:solidFill>
                  <a:srgbClr val="0070C0"/>
                </a:solidFill>
                <a:latin typeface="Times New Roman" panose="02020603050405020304" pitchFamily="18" charset="0"/>
              </a:rPr>
              <a:t>特定人</a:t>
            </a:r>
            <a:r>
              <a:rPr lang="zh-CN" altLang="en-US" sz="2800" b="1" dirty="0" smtClean="0">
                <a:solidFill>
                  <a:schemeClr val="tx2"/>
                </a:solidFill>
                <a:latin typeface="Times New Roman" panose="02020603050405020304" pitchFamily="18" charset="0"/>
              </a:rPr>
              <a:t>（</a:t>
            </a:r>
            <a:r>
              <a:rPr lang="en-US" altLang="zh-CN" sz="2800" b="1" dirty="0" smtClean="0">
                <a:solidFill>
                  <a:schemeClr val="tx2"/>
                </a:solidFill>
                <a:latin typeface="Times New Roman" panose="02020603050405020304" pitchFamily="18" charset="0"/>
              </a:rPr>
              <a:t>Speaker </a:t>
            </a:r>
            <a:r>
              <a:rPr lang="en-US" altLang="zh-CN" sz="2800" b="1" dirty="0" err="1" smtClean="0">
                <a:solidFill>
                  <a:schemeClr val="tx2"/>
                </a:solidFill>
                <a:latin typeface="Times New Roman" panose="02020603050405020304" pitchFamily="18" charset="0"/>
              </a:rPr>
              <a:t>Dependent，SD</a:t>
            </a:r>
            <a:r>
              <a:rPr lang="en-US" altLang="zh-CN" sz="2800" b="1" dirty="0" smtClean="0">
                <a:solidFill>
                  <a:schemeClr val="tx2"/>
                </a:solidFill>
                <a:latin typeface="Times New Roman" panose="02020603050405020304" pitchFamily="18" charset="0"/>
              </a:rPr>
              <a:t>）</a:t>
            </a:r>
            <a:r>
              <a:rPr lang="zh-CN" altLang="en-US" sz="2800" b="1" dirty="0" smtClean="0">
                <a:solidFill>
                  <a:schemeClr val="tx2"/>
                </a:solidFill>
                <a:latin typeface="Times New Roman" panose="02020603050405020304" pitchFamily="18" charset="0"/>
              </a:rPr>
              <a:t>识别</a:t>
            </a:r>
            <a:endParaRPr lang="zh-CN" altLang="en-US" sz="2800" b="1" dirty="0" smtClean="0">
              <a:solidFill>
                <a:schemeClr val="tx2"/>
              </a:solidFill>
              <a:latin typeface="Times New Roman" panose="02020603050405020304" pitchFamily="18" charset="0"/>
            </a:endParaRPr>
          </a:p>
          <a:p>
            <a:pPr eaLnBrk="1" hangingPunct="1">
              <a:buFontTx/>
              <a:buNone/>
            </a:pPr>
            <a:r>
              <a:rPr lang="zh-CN" altLang="en-US" sz="2800" b="1" dirty="0" smtClean="0">
                <a:solidFill>
                  <a:schemeClr val="tx2"/>
                </a:solidFill>
                <a:latin typeface="Times New Roman" panose="02020603050405020304" pitchFamily="18" charset="0"/>
              </a:rPr>
              <a:t>  	</a:t>
            </a:r>
            <a:r>
              <a:rPr lang="zh-CN" altLang="en-US" sz="2800" b="1" dirty="0" smtClean="0">
                <a:solidFill>
                  <a:srgbClr val="0070C0"/>
                </a:solidFill>
                <a:latin typeface="Times New Roman" panose="02020603050405020304" pitchFamily="18" charset="0"/>
              </a:rPr>
              <a:t>非特定人</a:t>
            </a:r>
            <a:r>
              <a:rPr lang="zh-CN" altLang="en-US" sz="2800" b="1" dirty="0" smtClean="0">
                <a:solidFill>
                  <a:schemeClr val="tx2"/>
                </a:solidFill>
                <a:latin typeface="Times New Roman" panose="02020603050405020304" pitchFamily="18" charset="0"/>
              </a:rPr>
              <a:t>（</a:t>
            </a:r>
            <a:r>
              <a:rPr lang="en-US" altLang="zh-CN" sz="2800" b="1" dirty="0" smtClean="0">
                <a:solidFill>
                  <a:schemeClr val="tx2"/>
                </a:solidFill>
                <a:latin typeface="Times New Roman" panose="02020603050405020304" pitchFamily="18" charset="0"/>
              </a:rPr>
              <a:t>Speaker-Independent ，SI</a:t>
            </a:r>
            <a:r>
              <a:rPr lang="zh-CN" altLang="en-US" sz="2800" b="1" dirty="0" smtClean="0">
                <a:solidFill>
                  <a:schemeClr val="tx2"/>
                </a:solidFill>
                <a:latin typeface="Times New Roman" panose="02020603050405020304" pitchFamily="18" charset="0"/>
              </a:rPr>
              <a:t>）识别</a:t>
            </a:r>
            <a:endParaRPr lang="zh-CN" altLang="en-US" sz="2800" b="1" dirty="0" smtClean="0">
              <a:solidFill>
                <a:schemeClr val="tx2"/>
              </a:solidFill>
              <a:latin typeface="Times New Roman" panose="02020603050405020304" pitchFamily="18" charset="0"/>
            </a:endParaRPr>
          </a:p>
          <a:p>
            <a:pPr eaLnBrk="1" hangingPunct="1">
              <a:buFontTx/>
              <a:buNone/>
            </a:pPr>
            <a:endParaRPr lang="zh-CN" altLang="en-US" sz="2800" b="1" dirty="0" smtClean="0">
              <a:solidFill>
                <a:schemeClr val="tx2"/>
              </a:solidFill>
              <a:latin typeface="Times New Roman" panose="02020603050405020304" pitchFamily="18" charset="0"/>
            </a:endParaRPr>
          </a:p>
          <a:p>
            <a:pPr eaLnBrk="1" hangingPunct="1">
              <a:buFontTx/>
              <a:buNone/>
            </a:pPr>
            <a:r>
              <a:rPr lang="zh-CN" altLang="en-US" sz="2800" b="1" dirty="0" smtClean="0">
                <a:solidFill>
                  <a:schemeClr val="tx2"/>
                </a:solidFill>
                <a:latin typeface="Times New Roman" panose="02020603050405020304" pitchFamily="18" charset="0"/>
              </a:rPr>
              <a:t>特定人小词表孤立词系统 </a:t>
            </a:r>
            <a:endParaRPr lang="zh-CN" altLang="en-US" sz="2800" b="1" dirty="0" smtClean="0">
              <a:solidFill>
                <a:schemeClr val="tx2"/>
              </a:solidFill>
              <a:latin typeface="Times New Roman" panose="02020603050405020304" pitchFamily="18" charset="0"/>
            </a:endParaRPr>
          </a:p>
          <a:p>
            <a:pPr eaLnBrk="1" hangingPunct="1">
              <a:buFontTx/>
              <a:buNone/>
            </a:pPr>
            <a:r>
              <a:rPr lang="zh-CN" altLang="en-US" sz="2800" b="1" dirty="0" smtClean="0">
                <a:solidFill>
                  <a:schemeClr val="tx2"/>
                </a:solidFill>
                <a:latin typeface="Times New Roman" panose="02020603050405020304" pitchFamily="18" charset="0"/>
              </a:rPr>
              <a:t>                     </a:t>
            </a:r>
            <a:r>
              <a:rPr lang="zh-CN" altLang="en-US" sz="2800" b="1" dirty="0" smtClean="0">
                <a:solidFill>
                  <a:srgbClr val="FF3300"/>
                </a:solidFill>
                <a:latin typeface="Times New Roman" panose="02020603050405020304" pitchFamily="18" charset="0"/>
              </a:rPr>
              <a:t>动态时间归正方法（</a:t>
            </a:r>
            <a:r>
              <a:rPr lang="en-US" altLang="zh-CN" sz="2800" b="1" dirty="0" smtClean="0">
                <a:solidFill>
                  <a:srgbClr val="FF3300"/>
                </a:solidFill>
                <a:latin typeface="Times New Roman" panose="02020603050405020304" pitchFamily="18" charset="0"/>
              </a:rPr>
              <a:t>DTW</a:t>
            </a:r>
            <a:r>
              <a:rPr lang="zh-CN" altLang="en-US" sz="2800" b="1" dirty="0" smtClean="0">
                <a:solidFill>
                  <a:srgbClr val="FF3300"/>
                </a:solidFill>
                <a:latin typeface="Times New Roman" panose="02020603050405020304" pitchFamily="18" charset="0"/>
              </a:rPr>
              <a:t>）</a:t>
            </a:r>
            <a:endParaRPr lang="zh-CN" altLang="en-US" sz="2800" b="1" dirty="0" smtClean="0">
              <a:solidFill>
                <a:srgbClr val="FF3300"/>
              </a:solidFill>
              <a:latin typeface="Times New Roman" panose="02020603050405020304" pitchFamily="18" charset="0"/>
            </a:endParaRPr>
          </a:p>
          <a:p>
            <a:pPr eaLnBrk="1" hangingPunct="1">
              <a:buFontTx/>
              <a:buNone/>
            </a:pPr>
            <a:r>
              <a:rPr lang="zh-CN" altLang="en-US" sz="2800" b="1" dirty="0" smtClean="0">
                <a:solidFill>
                  <a:schemeClr val="tx2"/>
                </a:solidFill>
                <a:latin typeface="Times New Roman" panose="02020603050405020304" pitchFamily="18" charset="0"/>
              </a:rPr>
              <a:t>非特定人大词表连续语音识别任务</a:t>
            </a:r>
            <a:endParaRPr lang="zh-CN" altLang="en-US" sz="2800" b="1" dirty="0" smtClean="0">
              <a:solidFill>
                <a:schemeClr val="tx2"/>
              </a:solidFill>
              <a:latin typeface="Times New Roman" panose="02020603050405020304" pitchFamily="18" charset="0"/>
            </a:endParaRPr>
          </a:p>
          <a:p>
            <a:pPr eaLnBrk="1" hangingPunct="1">
              <a:buFontTx/>
              <a:buNone/>
            </a:pPr>
            <a:r>
              <a:rPr lang="en-US" altLang="zh-CN" sz="2800" b="1" dirty="0" smtClean="0">
                <a:solidFill>
                  <a:srgbClr val="FF3300"/>
                </a:solidFill>
                <a:latin typeface="Times New Roman" panose="02020603050405020304" pitchFamily="18" charset="0"/>
              </a:rPr>
              <a:t>                     </a:t>
            </a:r>
            <a:r>
              <a:rPr lang="zh-CN" altLang="en-US" sz="2800" b="1" dirty="0" smtClean="0">
                <a:solidFill>
                  <a:srgbClr val="FF3300"/>
                </a:solidFill>
                <a:latin typeface="Times New Roman" panose="02020603050405020304" pitchFamily="18" charset="0"/>
              </a:rPr>
              <a:t>隐马尔科夫模型方法 </a:t>
            </a:r>
            <a:r>
              <a:rPr lang="en-US" altLang="zh-CN" sz="2800" b="1" dirty="0" smtClean="0">
                <a:solidFill>
                  <a:srgbClr val="FF3300"/>
                </a:solidFill>
                <a:latin typeface="Times New Roman" panose="02020603050405020304" pitchFamily="18" charset="0"/>
              </a:rPr>
              <a:t>(HMM)</a:t>
            </a:r>
            <a:endParaRPr lang="en-US" altLang="zh-CN" sz="2800" b="1" dirty="0" smtClean="0">
              <a:solidFill>
                <a:srgbClr val="FF3300"/>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8165">
                                            <p:txEl>
                                              <p:pRg st="0" end="0"/>
                                            </p:txEl>
                                          </p:spTgt>
                                        </p:tgtEl>
                                        <p:attrNameLst>
                                          <p:attrName>style.visibility</p:attrName>
                                        </p:attrNameLst>
                                      </p:cBhvr>
                                      <p:to>
                                        <p:strVal val="visible"/>
                                      </p:to>
                                    </p:set>
                                    <p:animEffect transition="in" filter="wipe(up)">
                                      <p:cBhvr>
                                        <p:cTn id="7" dur="500"/>
                                        <p:tgtEl>
                                          <p:spTgt spid="3481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48165">
                                            <p:txEl>
                                              <p:pRg st="1" end="1"/>
                                            </p:txEl>
                                          </p:spTgt>
                                        </p:tgtEl>
                                        <p:attrNameLst>
                                          <p:attrName>style.visibility</p:attrName>
                                        </p:attrNameLst>
                                      </p:cBhvr>
                                      <p:to>
                                        <p:strVal val="visible"/>
                                      </p:to>
                                    </p:set>
                                    <p:animEffect transition="in" filter="wipe(up)">
                                      <p:cBhvr>
                                        <p:cTn id="12" dur="500"/>
                                        <p:tgtEl>
                                          <p:spTgt spid="3481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48165">
                                            <p:txEl>
                                              <p:pRg st="2" end="2"/>
                                            </p:txEl>
                                          </p:spTgt>
                                        </p:tgtEl>
                                        <p:attrNameLst>
                                          <p:attrName>style.visibility</p:attrName>
                                        </p:attrNameLst>
                                      </p:cBhvr>
                                      <p:to>
                                        <p:strVal val="visible"/>
                                      </p:to>
                                    </p:set>
                                    <p:animEffect transition="in" filter="wipe(up)">
                                      <p:cBhvr>
                                        <p:cTn id="17" dur="500"/>
                                        <p:tgtEl>
                                          <p:spTgt spid="3481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48165">
                                            <p:txEl>
                                              <p:pRg st="4" end="4"/>
                                            </p:txEl>
                                          </p:spTgt>
                                        </p:tgtEl>
                                        <p:attrNameLst>
                                          <p:attrName>style.visibility</p:attrName>
                                        </p:attrNameLst>
                                      </p:cBhvr>
                                      <p:to>
                                        <p:strVal val="visible"/>
                                      </p:to>
                                    </p:set>
                                    <p:animEffect transition="in" filter="wipe(up)">
                                      <p:cBhvr>
                                        <p:cTn id="22" dur="500"/>
                                        <p:tgtEl>
                                          <p:spTgt spid="34816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48165">
                                            <p:txEl>
                                              <p:pRg st="5" end="5"/>
                                            </p:txEl>
                                          </p:spTgt>
                                        </p:tgtEl>
                                        <p:attrNameLst>
                                          <p:attrName>style.visibility</p:attrName>
                                        </p:attrNameLst>
                                      </p:cBhvr>
                                      <p:to>
                                        <p:strVal val="visible"/>
                                      </p:to>
                                    </p:set>
                                    <p:animEffect transition="in" filter="wipe(up)">
                                      <p:cBhvr>
                                        <p:cTn id="27" dur="500"/>
                                        <p:tgtEl>
                                          <p:spTgt spid="34816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48165">
                                            <p:txEl>
                                              <p:pRg st="6" end="6"/>
                                            </p:txEl>
                                          </p:spTgt>
                                        </p:tgtEl>
                                        <p:attrNameLst>
                                          <p:attrName>style.visibility</p:attrName>
                                        </p:attrNameLst>
                                      </p:cBhvr>
                                      <p:to>
                                        <p:strVal val="visible"/>
                                      </p:to>
                                    </p:set>
                                    <p:animEffect transition="in" filter="wipe(up)">
                                      <p:cBhvr>
                                        <p:cTn id="32" dur="500"/>
                                        <p:tgtEl>
                                          <p:spTgt spid="34816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48165">
                                            <p:txEl>
                                              <p:pRg st="7" end="7"/>
                                            </p:txEl>
                                          </p:spTgt>
                                        </p:tgtEl>
                                        <p:attrNameLst>
                                          <p:attrName>style.visibility</p:attrName>
                                        </p:attrNameLst>
                                      </p:cBhvr>
                                      <p:to>
                                        <p:strVal val="visible"/>
                                      </p:to>
                                    </p:set>
                                    <p:animEffect transition="in" filter="wipe(up)">
                                      <p:cBhvr>
                                        <p:cTn id="37" dur="500"/>
                                        <p:tgtEl>
                                          <p:spTgt spid="34816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5" grpId="0" autoUpdateAnimBg="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sp>
        <p:nvSpPr>
          <p:cNvPr id="350211" name="Rectangle 3"/>
          <p:cNvSpPr>
            <a:spLocks noGrp="1" noChangeArrowheads="1"/>
          </p:cNvSpPr>
          <p:nvPr>
            <p:ph type="body" idx="1"/>
          </p:nvPr>
        </p:nvSpPr>
        <p:spPr>
          <a:xfrm>
            <a:off x="179388" y="1268413"/>
            <a:ext cx="8569325" cy="1584325"/>
          </a:xfrm>
        </p:spPr>
        <p:txBody>
          <a:bodyPr/>
          <a:lstStyle/>
          <a:p>
            <a:pPr eaLnBrk="1" hangingPunct="1">
              <a:lnSpc>
                <a:spcPct val="80000"/>
              </a:lnSpc>
              <a:spcAft>
                <a:spcPct val="35000"/>
              </a:spcAft>
              <a:buClr>
                <a:srgbClr val="9900FF"/>
              </a:buClr>
              <a:buFont typeface="Wingdings" panose="05000000000000000000" pitchFamily="2" charset="2"/>
              <a:buChar char="Ø"/>
            </a:pPr>
            <a:r>
              <a:rPr lang="zh-CN" altLang="en-US" sz="3600" b="1" smtClean="0">
                <a:solidFill>
                  <a:schemeClr val="tx2"/>
                </a:solidFill>
                <a:latin typeface="宋体" panose="02010600030101010101" pitchFamily="2" charset="-122"/>
              </a:rPr>
              <a:t>动态时间归正</a:t>
            </a:r>
            <a:endParaRPr lang="zh-CN" altLang="en-US" sz="3600" b="1" smtClean="0">
              <a:solidFill>
                <a:schemeClr val="tx2"/>
              </a:solidFill>
              <a:latin typeface="Times New Roman" panose="02020603050405020304" pitchFamily="18" charset="0"/>
            </a:endParaRPr>
          </a:p>
          <a:p>
            <a:pPr eaLnBrk="1" hangingPunct="1">
              <a:lnSpc>
                <a:spcPct val="80000"/>
              </a:lnSpc>
              <a:spcBef>
                <a:spcPct val="30000"/>
              </a:spcBef>
              <a:buFontTx/>
              <a:buNone/>
            </a:pPr>
            <a:r>
              <a:rPr lang="en-US" altLang="zh-CN" sz="2800" b="1" smtClean="0">
                <a:solidFill>
                  <a:schemeClr val="tx2"/>
                </a:solidFill>
                <a:latin typeface="Times New Roman" panose="02020603050405020304" pitchFamily="18" charset="0"/>
              </a:rPr>
              <a:t>    </a:t>
            </a:r>
            <a:r>
              <a:rPr lang="en-US" altLang="zh-CN" sz="2400" b="1" smtClean="0">
                <a:solidFill>
                  <a:schemeClr val="tx2"/>
                </a:solidFill>
                <a:latin typeface="Times New Roman" panose="02020603050405020304" pitchFamily="18" charset="0"/>
              </a:rPr>
              <a:t>DTW(Dynamic Time Warping )</a:t>
            </a:r>
            <a:r>
              <a:rPr lang="zh-CN" altLang="en-US" sz="2400" b="1" smtClean="0">
                <a:solidFill>
                  <a:schemeClr val="tx2"/>
                </a:solidFill>
                <a:latin typeface="Times New Roman" panose="02020603050405020304" pitchFamily="18" charset="0"/>
              </a:rPr>
              <a:t>是一种</a:t>
            </a:r>
            <a:r>
              <a:rPr lang="zh-CN" altLang="en-US" sz="2400" b="1" smtClean="0">
                <a:solidFill>
                  <a:srgbClr val="0070C0"/>
                </a:solidFill>
                <a:latin typeface="Times New Roman" panose="02020603050405020304" pitchFamily="18" charset="0"/>
              </a:rPr>
              <a:t>模板匹配</a:t>
            </a:r>
            <a:r>
              <a:rPr lang="zh-CN" altLang="en-US" sz="2400" b="1" smtClean="0">
                <a:solidFill>
                  <a:schemeClr val="tx2"/>
                </a:solidFill>
                <a:latin typeface="Times New Roman" panose="02020603050405020304" pitchFamily="18" charset="0"/>
              </a:rPr>
              <a:t>技术，是基于相似度计算与匹配实现的识别方法。</a:t>
            </a:r>
            <a:endParaRPr lang="zh-CN" altLang="en-US" sz="2400" b="1" smtClean="0">
              <a:solidFill>
                <a:schemeClr val="tx2"/>
              </a:solidFill>
              <a:latin typeface="Times New Roman" panose="02020603050405020304" pitchFamily="18" charset="0"/>
            </a:endParaRPr>
          </a:p>
          <a:p>
            <a:pPr eaLnBrk="1" hangingPunct="1">
              <a:lnSpc>
                <a:spcPct val="80000"/>
              </a:lnSpc>
            </a:pPr>
            <a:endParaRPr lang="zh-CN" altLang="en-US" sz="2800" b="1" smtClean="0">
              <a:solidFill>
                <a:schemeClr val="tx2"/>
              </a:solidFill>
              <a:latin typeface="Times New Roman" panose="02020603050405020304" pitchFamily="18" charset="0"/>
            </a:endParaRPr>
          </a:p>
          <a:p>
            <a:pPr eaLnBrk="1" hangingPunct="1">
              <a:lnSpc>
                <a:spcPct val="80000"/>
              </a:lnSpc>
              <a:buFontTx/>
              <a:buNone/>
            </a:pPr>
            <a:endParaRPr lang="zh-CN" altLang="en-US" sz="2800" b="1" smtClean="0">
              <a:solidFill>
                <a:schemeClr val="tx2"/>
              </a:solidFill>
              <a:latin typeface="Times New Roman" panose="02020603050405020304" pitchFamily="18" charset="0"/>
            </a:endParaRPr>
          </a:p>
          <a:p>
            <a:pPr eaLnBrk="1" hangingPunct="1">
              <a:lnSpc>
                <a:spcPct val="80000"/>
              </a:lnSpc>
              <a:buFontTx/>
              <a:buNone/>
            </a:pPr>
            <a:endParaRPr lang="zh-CN" altLang="en-US" sz="2800" b="1" smtClean="0">
              <a:solidFill>
                <a:schemeClr val="tx2"/>
              </a:solidFill>
              <a:latin typeface="Times New Roman" panose="02020603050405020304" pitchFamily="18" charset="0"/>
            </a:endParaRPr>
          </a:p>
        </p:txBody>
      </p:sp>
      <p:grpSp>
        <p:nvGrpSpPr>
          <p:cNvPr id="2" name="Group 4"/>
          <p:cNvGrpSpPr/>
          <p:nvPr/>
        </p:nvGrpSpPr>
        <p:grpSpPr bwMode="auto">
          <a:xfrm>
            <a:off x="533400" y="2895600"/>
            <a:ext cx="4670425" cy="977900"/>
            <a:chOff x="336" y="1824"/>
            <a:chExt cx="2942" cy="616"/>
          </a:xfrm>
        </p:grpSpPr>
        <p:graphicFrame>
          <p:nvGraphicFramePr>
            <p:cNvPr id="12304" name="Object 5"/>
            <p:cNvGraphicFramePr>
              <a:graphicFrameLocks noChangeAspect="1"/>
            </p:cNvGraphicFramePr>
            <p:nvPr/>
          </p:nvGraphicFramePr>
          <p:xfrm>
            <a:off x="1824" y="1824"/>
            <a:ext cx="193" cy="274"/>
          </p:xfrm>
          <a:graphic>
            <a:graphicData uri="http://schemas.openxmlformats.org/presentationml/2006/ole">
              <mc:AlternateContent xmlns:mc="http://schemas.openxmlformats.org/markup-compatibility/2006">
                <mc:Choice xmlns:v="urn:schemas-microsoft-com:vml" Requires="v">
                  <p:oleObj spid="_x0000_s114958" name="Equation" r:id="rId1" imgW="152400" imgH="215900" progId="Equation.3">
                    <p:embed/>
                  </p:oleObj>
                </mc:Choice>
                <mc:Fallback>
                  <p:oleObj name="Equation" r:id="rId1" imgW="152400" imgH="215900" progId="Equation.3">
                    <p:embed/>
                    <p:pic>
                      <p:nvPicPr>
                        <p:cNvPr id="0" name="Picture 1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 y="1824"/>
                          <a:ext cx="193" cy="2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05" name="Object 6"/>
            <p:cNvGraphicFramePr>
              <a:graphicFrameLocks noChangeAspect="1"/>
            </p:cNvGraphicFramePr>
            <p:nvPr/>
          </p:nvGraphicFramePr>
          <p:xfrm>
            <a:off x="2208" y="1824"/>
            <a:ext cx="209" cy="274"/>
          </p:xfrm>
          <a:graphic>
            <a:graphicData uri="http://schemas.openxmlformats.org/presentationml/2006/ole">
              <mc:AlternateContent xmlns:mc="http://schemas.openxmlformats.org/markup-compatibility/2006">
                <mc:Choice xmlns:v="urn:schemas-microsoft-com:vml" Requires="v">
                  <p:oleObj spid="_x0000_s114959" name="Equation" r:id="rId3" imgW="165100" imgH="215900" progId="Equation.3">
                    <p:embed/>
                  </p:oleObj>
                </mc:Choice>
                <mc:Fallback>
                  <p:oleObj name="Equation" r:id="rId3" imgW="165100" imgH="215900" progId="Equation.3">
                    <p:embed/>
                    <p:pic>
                      <p:nvPicPr>
                        <p:cNvPr id="0" name="Picture 1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 y="1824"/>
                          <a:ext cx="209" cy="2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6" name="Text Box 7"/>
            <p:cNvSpPr txBox="1">
              <a:spLocks noChangeArrowheads="1"/>
            </p:cNvSpPr>
            <p:nvPr/>
          </p:nvSpPr>
          <p:spPr bwMode="auto">
            <a:xfrm>
              <a:off x="1920" y="1824"/>
              <a:ext cx="3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和</a:t>
              </a:r>
              <a:endParaRPr kumimoji="1" lang="zh-CN" altLang="en-US" sz="2400" b="1">
                <a:solidFill>
                  <a:schemeClr val="tx2"/>
                </a:solidFill>
                <a:latin typeface="Times New Roman" panose="02020603050405020304" pitchFamily="18" charset="0"/>
              </a:endParaRPr>
            </a:p>
          </p:txBody>
        </p:sp>
        <p:sp>
          <p:nvSpPr>
            <p:cNvPr id="12307" name="Rectangle 8"/>
            <p:cNvSpPr>
              <a:spLocks noChangeArrowheads="1"/>
            </p:cNvSpPr>
            <p:nvPr/>
          </p:nvSpPr>
          <p:spPr bwMode="auto">
            <a:xfrm>
              <a:off x="336" y="1824"/>
              <a:ext cx="15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Blip>
                  <a:blip r:embed="rId5"/>
                </a:buBlip>
              </a:pPr>
              <a:r>
                <a:rPr kumimoji="1" lang="zh-CN" altLang="en-US" sz="2400" b="1">
                  <a:solidFill>
                    <a:schemeClr val="tx2"/>
                  </a:solidFill>
                  <a:latin typeface="Times New Roman" panose="02020603050405020304" pitchFamily="18" charset="0"/>
                </a:rPr>
                <a:t>计算两个</a:t>
              </a:r>
              <a:r>
                <a:rPr kumimoji="1" lang="zh-CN" altLang="en-US" sz="2400" b="1">
                  <a:solidFill>
                    <a:srgbClr val="0070C0"/>
                  </a:solidFill>
                  <a:latin typeface="Times New Roman" panose="02020603050405020304" pitchFamily="18" charset="0"/>
                </a:rPr>
                <a:t>标量</a:t>
              </a:r>
              <a:endParaRPr kumimoji="1" lang="zh-CN" altLang="en-US" sz="2400" b="1">
                <a:solidFill>
                  <a:schemeClr val="tx2"/>
                </a:solidFill>
                <a:latin typeface="Times New Roman" panose="02020603050405020304" pitchFamily="18" charset="0"/>
              </a:endParaRPr>
            </a:p>
            <a:p>
              <a:pPr eaLnBrk="1" hangingPunct="1">
                <a:buSzPct val="80000"/>
                <a:buFontTx/>
                <a:buNone/>
              </a:pPr>
              <a:endParaRPr kumimoji="1" lang="zh-CN" altLang="en-US" sz="2400" b="1">
                <a:solidFill>
                  <a:schemeClr val="tx2"/>
                </a:solidFill>
                <a:latin typeface="Times New Roman" panose="02020603050405020304" pitchFamily="18" charset="0"/>
              </a:endParaRPr>
            </a:p>
            <a:p>
              <a:pPr eaLnBrk="1" hangingPunct="1">
                <a:buSzPct val="80000"/>
                <a:buFontTx/>
                <a:buNone/>
              </a:pPr>
              <a:endParaRPr kumimoji="1" lang="zh-CN" altLang="en-US" sz="2400" b="1">
                <a:solidFill>
                  <a:schemeClr val="tx2"/>
                </a:solidFill>
                <a:latin typeface="Times New Roman" panose="02020603050405020304" pitchFamily="18" charset="0"/>
              </a:endParaRPr>
            </a:p>
          </p:txBody>
        </p:sp>
        <p:sp>
          <p:nvSpPr>
            <p:cNvPr id="12308" name="Text Box 9"/>
            <p:cNvSpPr txBox="1">
              <a:spLocks noChangeArrowheads="1"/>
            </p:cNvSpPr>
            <p:nvPr/>
          </p:nvSpPr>
          <p:spPr bwMode="auto">
            <a:xfrm>
              <a:off x="2390" y="1824"/>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的相似度</a:t>
              </a:r>
              <a:endParaRPr kumimoji="1" lang="zh-CN" altLang="en-US" sz="2400" b="1">
                <a:solidFill>
                  <a:schemeClr val="tx2"/>
                </a:solidFill>
                <a:latin typeface="Times New Roman" panose="02020603050405020304" pitchFamily="18" charset="0"/>
              </a:endParaRPr>
            </a:p>
          </p:txBody>
        </p:sp>
        <p:graphicFrame>
          <p:nvGraphicFramePr>
            <p:cNvPr id="12309" name="Object 10"/>
            <p:cNvGraphicFramePr>
              <a:graphicFrameLocks noChangeAspect="1"/>
            </p:cNvGraphicFramePr>
            <p:nvPr/>
          </p:nvGraphicFramePr>
          <p:xfrm>
            <a:off x="1632" y="2152"/>
            <a:ext cx="944" cy="288"/>
          </p:xfrm>
          <a:graphic>
            <a:graphicData uri="http://schemas.openxmlformats.org/presentationml/2006/ole">
              <mc:AlternateContent xmlns:mc="http://schemas.openxmlformats.org/markup-compatibility/2006">
                <mc:Choice xmlns:v="urn:schemas-microsoft-com:vml" Requires="v">
                  <p:oleObj spid="_x0000_s114960" name="Equation" r:id="rId6" imgW="749300" imgH="228600" progId="">
                    <p:embed/>
                  </p:oleObj>
                </mc:Choice>
                <mc:Fallback>
                  <p:oleObj name="Equation" r:id="rId6" imgW="749300" imgH="228600" progId="">
                    <p:embed/>
                    <p:pic>
                      <p:nvPicPr>
                        <p:cNvPr id="0" name="Picture 17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2" y="2152"/>
                          <a:ext cx="944"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50219" name="AutoShape 11"/>
          <p:cNvSpPr>
            <a:spLocks noChangeArrowheads="1"/>
          </p:cNvSpPr>
          <p:nvPr/>
        </p:nvSpPr>
        <p:spPr bwMode="auto">
          <a:xfrm>
            <a:off x="6248400" y="4572000"/>
            <a:ext cx="1447800" cy="533400"/>
          </a:xfrm>
          <a:prstGeom prst="wedgeRoundRectCallout">
            <a:avLst>
              <a:gd name="adj1" fmla="val -113157"/>
              <a:gd name="adj2" fmla="val -13986"/>
              <a:gd name="adj3" fmla="val 16667"/>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400" b="1">
                <a:solidFill>
                  <a:schemeClr val="tx2"/>
                </a:solidFill>
                <a:latin typeface="Times New Roman" panose="02020603050405020304" pitchFamily="18" charset="0"/>
              </a:rPr>
              <a:t>欧式距</a:t>
            </a:r>
            <a:endParaRPr kumimoji="1" lang="zh-CN" altLang="en-US" sz="2400" b="1">
              <a:solidFill>
                <a:schemeClr val="tx2"/>
              </a:solidFill>
              <a:latin typeface="Times New Roman" panose="02020603050405020304" pitchFamily="18" charset="0"/>
            </a:endParaRPr>
          </a:p>
        </p:txBody>
      </p:sp>
      <p:grpSp>
        <p:nvGrpSpPr>
          <p:cNvPr id="3" name="Group 12"/>
          <p:cNvGrpSpPr/>
          <p:nvPr/>
        </p:nvGrpSpPr>
        <p:grpSpPr bwMode="auto">
          <a:xfrm>
            <a:off x="533400" y="3883025"/>
            <a:ext cx="7810500" cy="1247775"/>
            <a:chOff x="336" y="2446"/>
            <a:chExt cx="4920" cy="786"/>
          </a:xfrm>
        </p:grpSpPr>
        <p:graphicFrame>
          <p:nvGraphicFramePr>
            <p:cNvPr id="12298" name="Object 13"/>
            <p:cNvGraphicFramePr>
              <a:graphicFrameLocks noChangeAspect="1"/>
            </p:cNvGraphicFramePr>
            <p:nvPr/>
          </p:nvGraphicFramePr>
          <p:xfrm>
            <a:off x="1818" y="2446"/>
            <a:ext cx="1110" cy="290"/>
          </p:xfrm>
          <a:graphic>
            <a:graphicData uri="http://schemas.openxmlformats.org/presentationml/2006/ole">
              <mc:AlternateContent xmlns:mc="http://schemas.openxmlformats.org/markup-compatibility/2006">
                <mc:Choice xmlns:v="urn:schemas-microsoft-com:vml" Requires="v">
                  <p:oleObj spid="_x0000_s114961" name="Equation" r:id="rId8" imgW="876300" imgH="228600" progId="Equation.3">
                    <p:embed/>
                  </p:oleObj>
                </mc:Choice>
                <mc:Fallback>
                  <p:oleObj name="Equation" r:id="rId8" imgW="876300" imgH="228600" progId="Equation.3">
                    <p:embed/>
                    <p:pic>
                      <p:nvPicPr>
                        <p:cNvPr id="0" name="Picture 18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18" y="2446"/>
                          <a:ext cx="1110" cy="2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9" name="Object 14"/>
            <p:cNvGraphicFramePr>
              <a:graphicFrameLocks noChangeAspect="1"/>
            </p:cNvGraphicFramePr>
            <p:nvPr/>
          </p:nvGraphicFramePr>
          <p:xfrm>
            <a:off x="3120" y="2448"/>
            <a:ext cx="1206" cy="290"/>
          </p:xfrm>
          <a:graphic>
            <a:graphicData uri="http://schemas.openxmlformats.org/presentationml/2006/ole">
              <mc:AlternateContent xmlns:mc="http://schemas.openxmlformats.org/markup-compatibility/2006">
                <mc:Choice xmlns:v="urn:schemas-microsoft-com:vml" Requires="v">
                  <p:oleObj spid="_x0000_s114962" name="Equation" r:id="rId10" imgW="951865" imgH="228600" progId="Equation.3">
                    <p:embed/>
                  </p:oleObj>
                </mc:Choice>
                <mc:Fallback>
                  <p:oleObj name="Equation" r:id="rId10" imgW="951865" imgH="228600" progId="Equation.3">
                    <p:embed/>
                    <p:pic>
                      <p:nvPicPr>
                        <p:cNvPr id="0" name="Picture 18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20" y="2448"/>
                          <a:ext cx="1206" cy="2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0" name="Text Box 15"/>
            <p:cNvSpPr txBox="1">
              <a:spLocks noChangeArrowheads="1"/>
            </p:cNvSpPr>
            <p:nvPr/>
          </p:nvSpPr>
          <p:spPr bwMode="auto">
            <a:xfrm>
              <a:off x="2832" y="2448"/>
              <a:ext cx="3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和</a:t>
              </a:r>
              <a:endParaRPr kumimoji="1" lang="zh-CN" altLang="en-US" sz="2400" b="1">
                <a:solidFill>
                  <a:schemeClr val="tx2"/>
                </a:solidFill>
                <a:latin typeface="Times New Roman" panose="02020603050405020304" pitchFamily="18" charset="0"/>
              </a:endParaRPr>
            </a:p>
          </p:txBody>
        </p:sp>
        <p:sp>
          <p:nvSpPr>
            <p:cNvPr id="12301" name="Rectangle 16"/>
            <p:cNvSpPr>
              <a:spLocks noChangeArrowheads="1"/>
            </p:cNvSpPr>
            <p:nvPr/>
          </p:nvSpPr>
          <p:spPr bwMode="auto">
            <a:xfrm>
              <a:off x="336" y="2448"/>
              <a:ext cx="15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Blip>
                  <a:blip r:embed="rId5"/>
                </a:buBlip>
              </a:pPr>
              <a:r>
                <a:rPr kumimoji="1" lang="zh-CN" altLang="en-US" sz="2400" b="1">
                  <a:solidFill>
                    <a:schemeClr val="tx2"/>
                  </a:solidFill>
                  <a:latin typeface="Times New Roman" panose="02020603050405020304" pitchFamily="18" charset="0"/>
                </a:rPr>
                <a:t>计算两个</a:t>
              </a:r>
              <a:r>
                <a:rPr kumimoji="1" lang="zh-CN" altLang="en-US" sz="2400" b="1">
                  <a:solidFill>
                    <a:srgbClr val="0070C0"/>
                  </a:solidFill>
                  <a:latin typeface="Times New Roman" panose="02020603050405020304" pitchFamily="18" charset="0"/>
                </a:rPr>
                <a:t>矢量</a:t>
              </a:r>
              <a:endParaRPr kumimoji="1" lang="zh-CN" altLang="en-US" sz="2400" b="1">
                <a:solidFill>
                  <a:schemeClr val="tx2"/>
                </a:solidFill>
                <a:latin typeface="Times New Roman" panose="02020603050405020304" pitchFamily="18" charset="0"/>
              </a:endParaRPr>
            </a:p>
            <a:p>
              <a:pPr eaLnBrk="1" hangingPunct="1">
                <a:buSzPct val="80000"/>
                <a:buFontTx/>
                <a:buNone/>
              </a:pPr>
              <a:endParaRPr kumimoji="1" lang="zh-CN" altLang="en-US" sz="2400" b="1">
                <a:solidFill>
                  <a:schemeClr val="tx2"/>
                </a:solidFill>
                <a:latin typeface="Times New Roman" panose="02020603050405020304" pitchFamily="18" charset="0"/>
              </a:endParaRPr>
            </a:p>
            <a:p>
              <a:pPr eaLnBrk="1" hangingPunct="1">
                <a:buSzPct val="80000"/>
                <a:buFontTx/>
                <a:buNone/>
              </a:pPr>
              <a:endParaRPr kumimoji="1" lang="zh-CN" altLang="en-US" sz="2400" b="1">
                <a:solidFill>
                  <a:schemeClr val="tx2"/>
                </a:solidFill>
                <a:latin typeface="Times New Roman" panose="02020603050405020304" pitchFamily="18" charset="0"/>
              </a:endParaRPr>
            </a:p>
          </p:txBody>
        </p:sp>
        <p:sp>
          <p:nvSpPr>
            <p:cNvPr id="12302" name="Text Box 17"/>
            <p:cNvSpPr txBox="1">
              <a:spLocks noChangeArrowheads="1"/>
            </p:cNvSpPr>
            <p:nvPr/>
          </p:nvSpPr>
          <p:spPr bwMode="auto">
            <a:xfrm>
              <a:off x="4368" y="2448"/>
              <a:ext cx="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的相似度</a:t>
              </a:r>
              <a:endParaRPr kumimoji="1" lang="zh-CN" altLang="en-US" sz="2400" b="1">
                <a:solidFill>
                  <a:schemeClr val="tx2"/>
                </a:solidFill>
                <a:latin typeface="Times New Roman" panose="02020603050405020304" pitchFamily="18" charset="0"/>
              </a:endParaRPr>
            </a:p>
          </p:txBody>
        </p:sp>
        <p:graphicFrame>
          <p:nvGraphicFramePr>
            <p:cNvPr id="12303" name="Object 18"/>
            <p:cNvGraphicFramePr>
              <a:graphicFrameLocks noChangeAspect="1"/>
            </p:cNvGraphicFramePr>
            <p:nvPr/>
          </p:nvGraphicFramePr>
          <p:xfrm>
            <a:off x="1584" y="2688"/>
            <a:ext cx="1920" cy="544"/>
          </p:xfrm>
          <a:graphic>
            <a:graphicData uri="http://schemas.openxmlformats.org/presentationml/2006/ole">
              <mc:AlternateContent xmlns:mc="http://schemas.openxmlformats.org/markup-compatibility/2006">
                <mc:Choice xmlns:v="urn:schemas-microsoft-com:vml" Requires="v">
                  <p:oleObj spid="_x0000_s114963" name="Equation" r:id="rId12" imgW="1524000" imgH="431800" progId="Equation.3">
                    <p:embed/>
                  </p:oleObj>
                </mc:Choice>
                <mc:Fallback>
                  <p:oleObj name="Equation" r:id="rId12" imgW="1524000" imgH="431800" progId="Equation.3">
                    <p:embed/>
                    <p:pic>
                      <p:nvPicPr>
                        <p:cNvPr id="0" name="Picture 18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4" y="2688"/>
                          <a:ext cx="1920" cy="5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Group 19"/>
          <p:cNvGrpSpPr/>
          <p:nvPr/>
        </p:nvGrpSpPr>
        <p:grpSpPr bwMode="auto">
          <a:xfrm>
            <a:off x="533400" y="5032375"/>
            <a:ext cx="7696200" cy="998538"/>
            <a:chOff x="336" y="3170"/>
            <a:chExt cx="4848" cy="629"/>
          </a:xfrm>
        </p:grpSpPr>
        <p:sp>
          <p:nvSpPr>
            <p:cNvPr id="12296" name="Rectangle 20"/>
            <p:cNvSpPr>
              <a:spLocks noChangeArrowheads="1"/>
            </p:cNvSpPr>
            <p:nvPr/>
          </p:nvSpPr>
          <p:spPr bwMode="auto">
            <a:xfrm>
              <a:off x="336" y="3170"/>
              <a:ext cx="48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Blip>
                  <a:blip r:embed="rId5"/>
                </a:buBlip>
              </a:pPr>
              <a:r>
                <a:rPr kumimoji="1" lang="zh-CN" altLang="en-US" sz="2400" b="1">
                  <a:solidFill>
                    <a:schemeClr val="tx2"/>
                  </a:solidFill>
                  <a:latin typeface="Times New Roman" panose="02020603050405020304" pitchFamily="18" charset="0"/>
                </a:rPr>
                <a:t>经过预处理和特征提取后的语音可以看作</a:t>
              </a:r>
              <a:r>
                <a:rPr kumimoji="1" lang="zh-CN" altLang="en-US" sz="2400" b="1">
                  <a:solidFill>
                    <a:srgbClr val="0070C0"/>
                  </a:solidFill>
                  <a:latin typeface="Times New Roman" panose="02020603050405020304" pitchFamily="18" charset="0"/>
                </a:rPr>
                <a:t>矢量的序列</a:t>
              </a:r>
              <a:endParaRPr kumimoji="1" lang="zh-CN" altLang="en-US" sz="2400" b="1">
                <a:solidFill>
                  <a:srgbClr val="0070C0"/>
                </a:solidFill>
                <a:latin typeface="Times New Roman" panose="02020603050405020304" pitchFamily="18" charset="0"/>
              </a:endParaRPr>
            </a:p>
            <a:p>
              <a:pPr eaLnBrk="1" hangingPunct="1">
                <a:buSzPct val="80000"/>
                <a:buFontTx/>
                <a:buNone/>
              </a:pPr>
              <a:endParaRPr kumimoji="1" lang="zh-CN" altLang="en-US" sz="2400" b="1">
                <a:solidFill>
                  <a:schemeClr val="tx2"/>
                </a:solidFill>
                <a:latin typeface="Times New Roman" panose="02020603050405020304" pitchFamily="18" charset="0"/>
              </a:endParaRPr>
            </a:p>
            <a:p>
              <a:pPr eaLnBrk="1" hangingPunct="1">
                <a:buSzPct val="80000"/>
                <a:buFontTx/>
                <a:buNone/>
              </a:pPr>
              <a:endParaRPr kumimoji="1" lang="zh-CN" altLang="en-US" sz="2400" b="1">
                <a:solidFill>
                  <a:schemeClr val="tx2"/>
                </a:solidFill>
                <a:latin typeface="Times New Roman" panose="02020603050405020304" pitchFamily="18" charset="0"/>
              </a:endParaRPr>
            </a:p>
          </p:txBody>
        </p:sp>
        <p:graphicFrame>
          <p:nvGraphicFramePr>
            <p:cNvPr id="12297" name="Object 21"/>
            <p:cNvGraphicFramePr>
              <a:graphicFrameLocks noChangeAspect="1"/>
            </p:cNvGraphicFramePr>
            <p:nvPr/>
          </p:nvGraphicFramePr>
          <p:xfrm>
            <a:off x="1663" y="3512"/>
            <a:ext cx="1522" cy="287"/>
          </p:xfrm>
          <a:graphic>
            <a:graphicData uri="http://schemas.openxmlformats.org/presentationml/2006/ole">
              <mc:AlternateContent xmlns:mc="http://schemas.openxmlformats.org/markup-compatibility/2006">
                <mc:Choice xmlns:v="urn:schemas-microsoft-com:vml" Requires="v">
                  <p:oleObj spid="_x0000_s114964" name="Equation" r:id="rId14" imgW="1143000" imgH="215900" progId="Equation.3">
                    <p:embed/>
                  </p:oleObj>
                </mc:Choice>
                <mc:Fallback>
                  <p:oleObj name="Equation" r:id="rId14" imgW="1143000" imgH="215900" progId="Equation.3">
                    <p:embed/>
                    <p:pic>
                      <p:nvPicPr>
                        <p:cNvPr id="0" name="Picture 18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63" y="3512"/>
                          <a:ext cx="1522"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50211">
                                            <p:txEl>
                                              <p:pRg st="0" end="0"/>
                                            </p:txEl>
                                          </p:spTgt>
                                        </p:tgtEl>
                                        <p:attrNameLst>
                                          <p:attrName>style.visibility</p:attrName>
                                        </p:attrNameLst>
                                      </p:cBhvr>
                                      <p:to>
                                        <p:strVal val="visible"/>
                                      </p:to>
                                    </p:set>
                                    <p:animEffect transition="in" filter="wipe(up)">
                                      <p:cBhvr>
                                        <p:cTn id="7" dur="500"/>
                                        <p:tgtEl>
                                          <p:spTgt spid="350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0211">
                                            <p:txEl>
                                              <p:pRg st="1" end="1"/>
                                            </p:txEl>
                                          </p:spTgt>
                                        </p:tgtEl>
                                        <p:attrNameLst>
                                          <p:attrName>style.visibility</p:attrName>
                                        </p:attrNameLst>
                                      </p:cBhvr>
                                      <p:to>
                                        <p:strVal val="visible"/>
                                      </p:to>
                                    </p:set>
                                    <p:animEffect transition="in" filter="wipe(up)">
                                      <p:cBhvr>
                                        <p:cTn id="12" dur="500"/>
                                        <p:tgtEl>
                                          <p:spTgt spid="3502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50219"/>
                                        </p:tgtEl>
                                        <p:attrNameLst>
                                          <p:attrName>style.visibility</p:attrName>
                                        </p:attrNameLst>
                                      </p:cBhvr>
                                      <p:to>
                                        <p:strVal val="visible"/>
                                      </p:to>
                                    </p:set>
                                    <p:animEffect transition="in" filter="wipe(up)">
                                      <p:cBhvr>
                                        <p:cTn id="27" dur="500"/>
                                        <p:tgtEl>
                                          <p:spTgt spid="3502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1" grpId="0" autoUpdateAnimBg="0" build="p"/>
      <p:bldP spid="350219"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sp>
        <p:nvSpPr>
          <p:cNvPr id="352259" name="Rectangle 3"/>
          <p:cNvSpPr>
            <a:spLocks noChangeArrowheads="1"/>
          </p:cNvSpPr>
          <p:nvPr/>
        </p:nvSpPr>
        <p:spPr bwMode="auto">
          <a:xfrm>
            <a:off x="457200" y="2057400"/>
            <a:ext cx="7924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Tx/>
              <a:buBlip>
                <a:blip r:embed="rId1"/>
              </a:buBlip>
            </a:pPr>
            <a:r>
              <a:rPr kumimoji="1" lang="zh-CN" altLang="en-US" sz="2400" b="1">
                <a:solidFill>
                  <a:schemeClr val="tx2"/>
                </a:solidFill>
                <a:latin typeface="Times New Roman" panose="02020603050405020304" pitchFamily="18" charset="0"/>
              </a:rPr>
              <a:t>如何计算两个</a:t>
            </a:r>
            <a:r>
              <a:rPr kumimoji="1" lang="zh-CN" altLang="en-US" sz="2400" b="1">
                <a:solidFill>
                  <a:srgbClr val="0070C0"/>
                </a:solidFill>
                <a:latin typeface="Times New Roman" panose="02020603050405020304" pitchFamily="18" charset="0"/>
              </a:rPr>
              <a:t>矢量序列</a:t>
            </a:r>
            <a:r>
              <a:rPr kumimoji="1" lang="en-US" altLang="zh-CN" sz="2400" b="1" i="1">
                <a:solidFill>
                  <a:schemeClr val="tx2"/>
                </a:solidFill>
                <a:latin typeface="Times New Roman" panose="02020603050405020304" pitchFamily="18" charset="0"/>
              </a:rPr>
              <a:t>X</a:t>
            </a:r>
            <a:r>
              <a:rPr kumimoji="1" lang="en-US" altLang="zh-CN" sz="2400" b="1" baseline="-25000">
                <a:solidFill>
                  <a:schemeClr val="tx2"/>
                </a:solidFill>
                <a:latin typeface="Times New Roman" panose="02020603050405020304" pitchFamily="18" charset="0"/>
              </a:rPr>
              <a:t>1</a:t>
            </a:r>
            <a:r>
              <a:rPr kumimoji="1" lang="zh-CN" altLang="en-US" sz="2400" b="1">
                <a:solidFill>
                  <a:schemeClr val="tx2"/>
                </a:solidFill>
                <a:latin typeface="Times New Roman" panose="02020603050405020304" pitchFamily="18" charset="0"/>
              </a:rPr>
              <a:t>和</a:t>
            </a:r>
            <a:r>
              <a:rPr kumimoji="1" lang="en-US" altLang="zh-CN" sz="2400" b="1" i="1">
                <a:solidFill>
                  <a:schemeClr val="tx2"/>
                </a:solidFill>
                <a:latin typeface="Times New Roman" panose="02020603050405020304" pitchFamily="18" charset="0"/>
              </a:rPr>
              <a:t>X</a:t>
            </a:r>
            <a:r>
              <a:rPr kumimoji="1" lang="en-US" altLang="zh-CN" sz="2400" b="1" baseline="-25000">
                <a:solidFill>
                  <a:schemeClr val="tx2"/>
                </a:solidFill>
                <a:latin typeface="Times New Roman" panose="02020603050405020304" pitchFamily="18" charset="0"/>
              </a:rPr>
              <a:t>2</a:t>
            </a:r>
            <a:r>
              <a:rPr kumimoji="1" lang="zh-CN" altLang="en-US" sz="2400" b="1">
                <a:solidFill>
                  <a:schemeClr val="tx2"/>
                </a:solidFill>
                <a:latin typeface="Times New Roman" panose="02020603050405020304" pitchFamily="18" charset="0"/>
              </a:rPr>
              <a:t>之间的</a:t>
            </a:r>
            <a:r>
              <a:rPr kumimoji="1" lang="zh-CN" altLang="en-US" sz="2400" b="1">
                <a:solidFill>
                  <a:srgbClr val="0070C0"/>
                </a:solidFill>
                <a:latin typeface="Times New Roman" panose="02020603050405020304" pitchFamily="18" charset="0"/>
              </a:rPr>
              <a:t>相似度</a:t>
            </a:r>
            <a:r>
              <a:rPr kumimoji="1" lang="zh-CN" altLang="en-US" sz="2400" b="1">
                <a:solidFill>
                  <a:schemeClr val="tx2"/>
                </a:solidFill>
                <a:latin typeface="Times New Roman" panose="02020603050405020304" pitchFamily="18" charset="0"/>
              </a:rPr>
              <a:t> </a:t>
            </a:r>
            <a:r>
              <a:rPr kumimoji="1" lang="zh-CN" altLang="en-US" sz="2400" b="1">
                <a:solidFill>
                  <a:schemeClr val="tx2"/>
                </a:solidFill>
                <a:latin typeface="宋体" panose="02010600030101010101" pitchFamily="2" charset="-122"/>
              </a:rPr>
              <a:t>???</a:t>
            </a:r>
            <a:r>
              <a:rPr kumimoji="1" lang="zh-CN" altLang="en-US" sz="2400" b="1">
                <a:solidFill>
                  <a:schemeClr val="tx2"/>
                </a:solidFill>
              </a:rPr>
              <a:t>       </a:t>
            </a:r>
            <a:endParaRPr kumimoji="1" lang="zh-CN" altLang="en-US" sz="2400" b="1">
              <a:solidFill>
                <a:schemeClr val="tx2"/>
              </a:solidFill>
            </a:endParaRPr>
          </a:p>
        </p:txBody>
      </p:sp>
      <p:graphicFrame>
        <p:nvGraphicFramePr>
          <p:cNvPr id="352260" name="Object 4"/>
          <p:cNvGraphicFramePr>
            <a:graphicFrameLocks noChangeAspect="1"/>
          </p:cNvGraphicFramePr>
          <p:nvPr/>
        </p:nvGraphicFramePr>
        <p:xfrm>
          <a:off x="3151188" y="2590800"/>
          <a:ext cx="3173412" cy="863600"/>
        </p:xfrm>
        <a:graphic>
          <a:graphicData uri="http://schemas.openxmlformats.org/presentationml/2006/ole">
            <mc:AlternateContent xmlns:mc="http://schemas.openxmlformats.org/markup-compatibility/2006">
              <mc:Choice xmlns:v="urn:schemas-microsoft-com:vml" Requires="v">
                <p:oleObj spid="_x0000_s115792" name="Microsoft 公式 3.0" r:id="rId2" imgW="1587500" imgH="431800" progId="Equation.3">
                  <p:embed/>
                </p:oleObj>
              </mc:Choice>
              <mc:Fallback>
                <p:oleObj name="Microsoft 公式 3.0" r:id="rId2" imgW="1587500" imgH="431800" progId="Equation.3">
                  <p:embed/>
                  <p:pic>
                    <p:nvPicPr>
                      <p:cNvPr id="0" name="Picture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1188" y="2590800"/>
                        <a:ext cx="3173412"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2261" name="AutoShape 5"/>
          <p:cNvSpPr>
            <a:spLocks noChangeArrowheads="1"/>
          </p:cNvSpPr>
          <p:nvPr/>
        </p:nvSpPr>
        <p:spPr bwMode="auto">
          <a:xfrm>
            <a:off x="990600" y="2667000"/>
            <a:ext cx="1981200" cy="685800"/>
          </a:xfrm>
          <a:prstGeom prst="notchedRightArrow">
            <a:avLst>
              <a:gd name="adj1" fmla="val 50000"/>
              <a:gd name="adj2" fmla="val 72222"/>
            </a:avLst>
          </a:prstGeom>
          <a:solidFill>
            <a:schemeClr val="accent1"/>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b="1">
                <a:solidFill>
                  <a:schemeClr val="tx2"/>
                </a:solidFill>
                <a:latin typeface="Times New Roman" panose="02020603050405020304" pitchFamily="18" charset="0"/>
              </a:rPr>
              <a:t>一个直接的想法</a:t>
            </a:r>
            <a:endParaRPr kumimoji="1" lang="zh-CN" altLang="en-US" sz="1800" b="1">
              <a:solidFill>
                <a:schemeClr val="tx2"/>
              </a:solidFill>
              <a:latin typeface="Times New Roman" panose="02020603050405020304" pitchFamily="18" charset="0"/>
            </a:endParaRPr>
          </a:p>
        </p:txBody>
      </p:sp>
      <p:grpSp>
        <p:nvGrpSpPr>
          <p:cNvPr id="2" name="Group 6"/>
          <p:cNvGrpSpPr/>
          <p:nvPr/>
        </p:nvGrpSpPr>
        <p:grpSpPr bwMode="auto">
          <a:xfrm>
            <a:off x="457200" y="3581400"/>
            <a:ext cx="7924800" cy="1143000"/>
            <a:chOff x="288" y="2256"/>
            <a:chExt cx="4992" cy="720"/>
          </a:xfrm>
        </p:grpSpPr>
        <p:sp>
          <p:nvSpPr>
            <p:cNvPr id="14344" name="Rectangle 7"/>
            <p:cNvSpPr>
              <a:spLocks noChangeArrowheads="1"/>
            </p:cNvSpPr>
            <p:nvPr/>
          </p:nvSpPr>
          <p:spPr bwMode="auto">
            <a:xfrm>
              <a:off x="288" y="2256"/>
              <a:ext cx="4992"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Tx/>
                <a:buNone/>
              </a:pPr>
              <a:r>
                <a:rPr kumimoji="1" lang="zh-CN" altLang="en-US" sz="2400" b="1">
                  <a:solidFill>
                    <a:schemeClr val="tx2"/>
                  </a:solidFill>
                </a:rPr>
                <a:t>存在问题：</a:t>
              </a:r>
              <a:endParaRPr kumimoji="1" lang="zh-CN" altLang="en-US" sz="2400" b="1">
                <a:solidFill>
                  <a:schemeClr val="tx2"/>
                </a:solidFill>
              </a:endParaRPr>
            </a:p>
            <a:p>
              <a:pPr eaLnBrk="1" hangingPunct="1">
                <a:lnSpc>
                  <a:spcPct val="90000"/>
                </a:lnSpc>
                <a:buSzPct val="80000"/>
              </a:pPr>
              <a:r>
                <a:rPr kumimoji="1" lang="zh-CN" altLang="en-US" sz="2400" b="1">
                  <a:solidFill>
                    <a:schemeClr val="tx2"/>
                  </a:solidFill>
                </a:rPr>
                <a:t>长度不同，</a:t>
              </a:r>
              <a:endParaRPr kumimoji="1" lang="zh-CN" altLang="en-US" sz="2400" b="1">
                <a:solidFill>
                  <a:schemeClr val="tx2"/>
                </a:solidFill>
              </a:endParaRPr>
            </a:p>
            <a:p>
              <a:pPr eaLnBrk="1" hangingPunct="1">
                <a:lnSpc>
                  <a:spcPct val="90000"/>
                </a:lnSpc>
                <a:buSzPct val="80000"/>
              </a:pPr>
              <a:r>
                <a:rPr kumimoji="1" lang="zh-CN" altLang="en-US" sz="2400" b="1">
                  <a:solidFill>
                    <a:schemeClr val="tx2"/>
                  </a:solidFill>
                </a:rPr>
                <a:t>对不准</a:t>
              </a:r>
              <a:endParaRPr kumimoji="1" lang="zh-CN" altLang="en-US" sz="2400" b="1">
                <a:solidFill>
                  <a:schemeClr val="tx2"/>
                </a:solidFill>
              </a:endParaRPr>
            </a:p>
            <a:p>
              <a:pPr eaLnBrk="1" hangingPunct="1">
                <a:lnSpc>
                  <a:spcPct val="90000"/>
                </a:lnSpc>
                <a:buSzPct val="80000"/>
                <a:buFontTx/>
                <a:buNone/>
              </a:pPr>
              <a:endParaRPr kumimoji="1" lang="zh-CN" altLang="en-US" sz="2400" b="1">
                <a:solidFill>
                  <a:schemeClr val="tx2"/>
                </a:solidFill>
              </a:endParaRPr>
            </a:p>
          </p:txBody>
        </p:sp>
        <p:graphicFrame>
          <p:nvGraphicFramePr>
            <p:cNvPr id="14345" name="Object 8"/>
            <p:cNvGraphicFramePr>
              <a:graphicFrameLocks noChangeAspect="1"/>
            </p:cNvGraphicFramePr>
            <p:nvPr/>
          </p:nvGraphicFramePr>
          <p:xfrm>
            <a:off x="1440" y="2512"/>
            <a:ext cx="735" cy="272"/>
          </p:xfrm>
          <a:graphic>
            <a:graphicData uri="http://schemas.openxmlformats.org/presentationml/2006/ole">
              <mc:AlternateContent xmlns:mc="http://schemas.openxmlformats.org/markup-compatibility/2006">
                <mc:Choice xmlns:v="urn:schemas-microsoft-com:vml" Requires="v">
                  <p:oleObj spid="_x0000_s115793" name="Equation" r:id="rId4" imgW="583565" imgH="215900" progId="Equation.3">
                    <p:embed/>
                  </p:oleObj>
                </mc:Choice>
                <mc:Fallback>
                  <p:oleObj name="Equation" r:id="rId4" imgW="583565" imgH="215900" progId="Equation.3">
                    <p:embed/>
                    <p:pic>
                      <p:nvPicPr>
                        <p:cNvPr id="0" name="Picture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0" y="2512"/>
                          <a:ext cx="735"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52265" name="Text Box 9"/>
          <p:cNvSpPr txBox="1">
            <a:spLocks noChangeArrowheads="1"/>
          </p:cNvSpPr>
          <p:nvPr/>
        </p:nvSpPr>
        <p:spPr bwMode="auto">
          <a:xfrm>
            <a:off x="457200" y="5105400"/>
            <a:ext cx="803529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solidFill>
                  <a:schemeClr val="tx2"/>
                </a:solidFill>
                <a:latin typeface="Times New Roman" panose="02020603050405020304" pitchFamily="18" charset="0"/>
              </a:rPr>
              <a:t>DTW:</a:t>
            </a:r>
            <a:r>
              <a:rPr kumimoji="1" lang="zh-CN" altLang="en-US" sz="2400" b="1">
                <a:solidFill>
                  <a:schemeClr val="tx2"/>
                </a:solidFill>
                <a:latin typeface="Times New Roman" panose="02020603050405020304" pitchFamily="18" charset="0"/>
              </a:rPr>
              <a:t>将表示两个语音段的矢量序列</a:t>
            </a:r>
            <a:r>
              <a:rPr kumimoji="1" lang="zh-CN" altLang="en-US" sz="2400" b="1">
                <a:solidFill>
                  <a:srgbClr val="0070C0"/>
                </a:solidFill>
                <a:latin typeface="Times New Roman" panose="02020603050405020304" pitchFamily="18" charset="0"/>
              </a:rPr>
              <a:t>对准后</a:t>
            </a:r>
            <a:r>
              <a:rPr kumimoji="1" lang="zh-CN" altLang="en-US" sz="2400" b="1">
                <a:solidFill>
                  <a:schemeClr val="tx2"/>
                </a:solidFill>
                <a:latin typeface="Times New Roman" panose="02020603050405020304" pitchFamily="18" charset="0"/>
              </a:rPr>
              <a:t>再计算相似度。</a:t>
            </a:r>
            <a:endParaRPr kumimoji="1" lang="zh-CN" altLang="en-US" sz="2400" b="1">
              <a:solidFill>
                <a:schemeClr val="tx2"/>
              </a:solidFill>
              <a:latin typeface="Times New Roman" panose="02020603050405020304" pitchFamily="18" charset="0"/>
            </a:endParaRPr>
          </a:p>
          <a:p>
            <a:pPr eaLnBrk="1" hangingPunct="1">
              <a:spcBef>
                <a:spcPct val="0"/>
              </a:spcBef>
              <a:buFontTx/>
              <a:buNone/>
            </a:pPr>
            <a:r>
              <a:rPr kumimoji="1" lang="zh-CN" altLang="en-US" sz="2400" b="1">
                <a:solidFill>
                  <a:schemeClr val="tx2"/>
                </a:solidFill>
                <a:latin typeface="Times New Roman" panose="02020603050405020304" pitchFamily="18" charset="0"/>
              </a:rPr>
              <a:t>           或者说在时间上归正后再计算相似度。</a:t>
            </a:r>
            <a:endParaRPr kumimoji="1" lang="zh-CN" altLang="en-US" sz="2400" b="1">
              <a:solidFill>
                <a:schemeClr val="tx2"/>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52259">
                                            <p:txEl>
                                              <p:pRg st="0" end="0"/>
                                            </p:txEl>
                                          </p:spTgt>
                                        </p:tgtEl>
                                        <p:attrNameLst>
                                          <p:attrName>style.visibility</p:attrName>
                                        </p:attrNameLst>
                                      </p:cBhvr>
                                      <p:to>
                                        <p:strVal val="visible"/>
                                      </p:to>
                                    </p:set>
                                    <p:animEffect transition="in" filter="wipe(up)">
                                      <p:cBhvr>
                                        <p:cTn id="7" dur="500"/>
                                        <p:tgtEl>
                                          <p:spTgt spid="352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2261"/>
                                        </p:tgtEl>
                                        <p:attrNameLst>
                                          <p:attrName>style.visibility</p:attrName>
                                        </p:attrNameLst>
                                      </p:cBhvr>
                                      <p:to>
                                        <p:strVal val="visible"/>
                                      </p:to>
                                    </p:set>
                                    <p:animEffect transition="in" filter="wipe(up)">
                                      <p:cBhvr>
                                        <p:cTn id="12" dur="500"/>
                                        <p:tgtEl>
                                          <p:spTgt spid="3522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52260"/>
                                        </p:tgtEl>
                                        <p:attrNameLst>
                                          <p:attrName>style.visibility</p:attrName>
                                        </p:attrNameLst>
                                      </p:cBhvr>
                                      <p:to>
                                        <p:strVal val="visible"/>
                                      </p:to>
                                    </p:set>
                                    <p:animEffect transition="in" filter="wipe(up)">
                                      <p:cBhvr>
                                        <p:cTn id="17" dur="500"/>
                                        <p:tgtEl>
                                          <p:spTgt spid="35226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52265"/>
                                        </p:tgtEl>
                                        <p:attrNameLst>
                                          <p:attrName>style.visibility</p:attrName>
                                        </p:attrNameLst>
                                      </p:cBhvr>
                                      <p:to>
                                        <p:strVal val="visible"/>
                                      </p:to>
                                    </p:set>
                                    <p:animEffect transition="in" filter="wipe(up)">
                                      <p:cBhvr>
                                        <p:cTn id="27" dur="500"/>
                                        <p:tgtEl>
                                          <p:spTgt spid="352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9" grpId="0" autoUpdateAnimBg="0" build="p"/>
      <p:bldP spid="352261" grpId="0" animBg="1" autoUpdateAnimBg="0"/>
      <p:bldP spid="352265"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sp>
        <p:nvSpPr>
          <p:cNvPr id="16387" name="Rectangle 3"/>
          <p:cNvSpPr>
            <a:spLocks noGrp="1" noChangeArrowheads="1"/>
          </p:cNvSpPr>
          <p:nvPr>
            <p:ph type="body" idx="1"/>
          </p:nvPr>
        </p:nvSpPr>
        <p:spPr>
          <a:xfrm>
            <a:off x="457200" y="1684338"/>
            <a:ext cx="8229600" cy="585787"/>
          </a:xfrm>
        </p:spPr>
        <p:txBody>
          <a:bodyPr/>
          <a:lstStyle/>
          <a:p>
            <a:pPr eaLnBrk="1" hangingPunct="1"/>
            <a:r>
              <a:rPr lang="zh-CN" altLang="en-US" sz="2800" b="1" smtClean="0">
                <a:solidFill>
                  <a:schemeClr val="tx2"/>
                </a:solidFill>
                <a:latin typeface="Times New Roman" panose="02020603050405020304" pitchFamily="18" charset="0"/>
              </a:rPr>
              <a:t>如何对准</a:t>
            </a:r>
            <a:endParaRPr lang="zh-CN" altLang="en-US" sz="2800" b="1" smtClean="0">
              <a:solidFill>
                <a:schemeClr val="tx2"/>
              </a:solidFill>
              <a:latin typeface="Times New Roman" panose="02020603050405020304" pitchFamily="18" charset="0"/>
            </a:endParaRPr>
          </a:p>
          <a:p>
            <a:pPr eaLnBrk="1" hangingPunct="1">
              <a:buFontTx/>
              <a:buNone/>
            </a:pPr>
            <a:endParaRPr lang="en-US" altLang="zh-CN" sz="2800" b="1" smtClean="0">
              <a:solidFill>
                <a:schemeClr val="tx2"/>
              </a:solidFill>
              <a:latin typeface="Times New Roman" panose="02020603050405020304" pitchFamily="18" charset="0"/>
            </a:endParaRPr>
          </a:p>
        </p:txBody>
      </p:sp>
      <p:grpSp>
        <p:nvGrpSpPr>
          <p:cNvPr id="2" name="Group 4"/>
          <p:cNvGrpSpPr/>
          <p:nvPr/>
        </p:nvGrpSpPr>
        <p:grpSpPr bwMode="auto">
          <a:xfrm>
            <a:off x="6705600" y="3276600"/>
            <a:ext cx="2133600" cy="381000"/>
            <a:chOff x="4224" y="2064"/>
            <a:chExt cx="1344" cy="240"/>
          </a:xfrm>
        </p:grpSpPr>
        <p:sp>
          <p:nvSpPr>
            <p:cNvPr id="16430" name="AutoShape 5"/>
            <p:cNvSpPr>
              <a:spLocks noChangeArrowheads="1"/>
            </p:cNvSpPr>
            <p:nvPr/>
          </p:nvSpPr>
          <p:spPr bwMode="auto">
            <a:xfrm>
              <a:off x="4224" y="2064"/>
              <a:ext cx="1344" cy="240"/>
            </a:xfrm>
            <a:prstGeom prst="wedgeEllipseCallout">
              <a:avLst>
                <a:gd name="adj1" fmla="val -174106"/>
                <a:gd name="adj2" fmla="val 319583"/>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400" b="1">
                <a:solidFill>
                  <a:schemeClr val="tx2"/>
                </a:solidFill>
                <a:latin typeface="Times New Roman" panose="02020603050405020304" pitchFamily="18" charset="0"/>
              </a:endParaRPr>
            </a:p>
          </p:txBody>
        </p:sp>
        <p:graphicFrame>
          <p:nvGraphicFramePr>
            <p:cNvPr id="16431" name="Object 6"/>
            <p:cNvGraphicFramePr>
              <a:graphicFrameLocks noChangeAspect="1"/>
            </p:cNvGraphicFramePr>
            <p:nvPr/>
          </p:nvGraphicFramePr>
          <p:xfrm>
            <a:off x="4560" y="2064"/>
            <a:ext cx="614" cy="229"/>
          </p:xfrm>
          <a:graphic>
            <a:graphicData uri="http://schemas.openxmlformats.org/presentationml/2006/ole">
              <mc:AlternateContent xmlns:mc="http://schemas.openxmlformats.org/markup-compatibility/2006">
                <mc:Choice xmlns:v="urn:schemas-microsoft-com:vml" Requires="v">
                  <p:oleObj spid="_x0000_s117082" name="Equation" r:id="rId1" imgW="647700" imgH="241300" progId="Equation.3">
                    <p:embed/>
                  </p:oleObj>
                </mc:Choice>
                <mc:Fallback>
                  <p:oleObj name="Equation" r:id="rId1" imgW="647700" imgH="241300" progId="Equation.3">
                    <p:embed/>
                    <p:pic>
                      <p:nvPicPr>
                        <p:cNvPr id="0" name="Picture 2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0" y="2064"/>
                          <a:ext cx="614" cy="2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54311" name="Line 7"/>
          <p:cNvSpPr>
            <a:spLocks noChangeShapeType="1"/>
          </p:cNvSpPr>
          <p:nvPr/>
        </p:nvSpPr>
        <p:spPr bwMode="auto">
          <a:xfrm flipV="1">
            <a:off x="1143000" y="5410200"/>
            <a:ext cx="381000" cy="38100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12" name="Line 8"/>
          <p:cNvSpPr>
            <a:spLocks noChangeShapeType="1"/>
          </p:cNvSpPr>
          <p:nvPr/>
        </p:nvSpPr>
        <p:spPr bwMode="auto">
          <a:xfrm flipV="1">
            <a:off x="1565275" y="5029200"/>
            <a:ext cx="0" cy="38100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13" name="Line 9"/>
          <p:cNvSpPr>
            <a:spLocks noChangeShapeType="1"/>
          </p:cNvSpPr>
          <p:nvPr/>
        </p:nvSpPr>
        <p:spPr bwMode="auto">
          <a:xfrm>
            <a:off x="1600200" y="5029200"/>
            <a:ext cx="381000" cy="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14" name="Line 10"/>
          <p:cNvSpPr>
            <a:spLocks noChangeShapeType="1"/>
          </p:cNvSpPr>
          <p:nvPr/>
        </p:nvSpPr>
        <p:spPr bwMode="auto">
          <a:xfrm>
            <a:off x="1981200" y="5029200"/>
            <a:ext cx="381000" cy="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15" name="Line 11"/>
          <p:cNvSpPr>
            <a:spLocks noChangeShapeType="1"/>
          </p:cNvSpPr>
          <p:nvPr/>
        </p:nvSpPr>
        <p:spPr bwMode="auto">
          <a:xfrm flipV="1">
            <a:off x="2362200" y="4648200"/>
            <a:ext cx="457200" cy="38100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16" name="Line 12"/>
          <p:cNvSpPr>
            <a:spLocks noChangeShapeType="1"/>
          </p:cNvSpPr>
          <p:nvPr/>
        </p:nvSpPr>
        <p:spPr bwMode="auto">
          <a:xfrm>
            <a:off x="2819400" y="4678363"/>
            <a:ext cx="381000" cy="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17" name="Line 13"/>
          <p:cNvSpPr>
            <a:spLocks noChangeShapeType="1"/>
          </p:cNvSpPr>
          <p:nvPr/>
        </p:nvSpPr>
        <p:spPr bwMode="auto">
          <a:xfrm flipV="1">
            <a:off x="3200400" y="4343400"/>
            <a:ext cx="381000" cy="38100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18" name="Line 14"/>
          <p:cNvSpPr>
            <a:spLocks noChangeShapeType="1"/>
          </p:cNvSpPr>
          <p:nvPr/>
        </p:nvSpPr>
        <p:spPr bwMode="auto">
          <a:xfrm flipV="1">
            <a:off x="3619500" y="3962400"/>
            <a:ext cx="0" cy="38100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19" name="Line 15"/>
          <p:cNvSpPr>
            <a:spLocks noChangeShapeType="1"/>
          </p:cNvSpPr>
          <p:nvPr/>
        </p:nvSpPr>
        <p:spPr bwMode="auto">
          <a:xfrm>
            <a:off x="3657600" y="3922713"/>
            <a:ext cx="381000" cy="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20" name="Line 16"/>
          <p:cNvSpPr>
            <a:spLocks noChangeShapeType="1"/>
          </p:cNvSpPr>
          <p:nvPr/>
        </p:nvSpPr>
        <p:spPr bwMode="auto">
          <a:xfrm flipV="1">
            <a:off x="4038600" y="3581400"/>
            <a:ext cx="457200" cy="38100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21" name="Line 17"/>
          <p:cNvSpPr>
            <a:spLocks noChangeShapeType="1"/>
          </p:cNvSpPr>
          <p:nvPr/>
        </p:nvSpPr>
        <p:spPr bwMode="auto">
          <a:xfrm flipV="1">
            <a:off x="4495800" y="3200400"/>
            <a:ext cx="381000" cy="381000"/>
          </a:xfrm>
          <a:prstGeom prst="line">
            <a:avLst/>
          </a:prstGeom>
          <a:noFill/>
          <a:ln w="22225">
            <a:solidFill>
              <a:srgbClr val="FF00FF"/>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54322" name="Text Box 18"/>
          <p:cNvSpPr txBox="1">
            <a:spLocks noChangeArrowheads="1"/>
          </p:cNvSpPr>
          <p:nvPr/>
        </p:nvSpPr>
        <p:spPr bwMode="auto">
          <a:xfrm>
            <a:off x="5228273" y="4410710"/>
            <a:ext cx="3906837"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kumimoji="1" lang="zh-CN" altLang="en-US" sz="2000" b="1">
                <a:solidFill>
                  <a:schemeClr val="tx2"/>
                </a:solidFill>
                <a:latin typeface="Times New Roman" panose="02020603050405020304" pitchFamily="18" charset="0"/>
                <a:sym typeface="+mn-ea"/>
              </a:rPr>
              <a:t>每一条从（1，1）倒（</a:t>
            </a:r>
            <a:r>
              <a:rPr kumimoji="1" lang="en-US" altLang="zh-CN" sz="2000" b="1">
                <a:solidFill>
                  <a:schemeClr val="tx2"/>
                </a:solidFill>
                <a:latin typeface="Times New Roman" panose="02020603050405020304" pitchFamily="18" charset="0"/>
                <a:sym typeface="+mn-ea"/>
              </a:rPr>
              <a:t>M</a:t>
            </a:r>
            <a:r>
              <a:rPr kumimoji="1" lang="en-US" altLang="zh-CN" sz="2000" b="1" baseline="-25000">
                <a:solidFill>
                  <a:schemeClr val="tx2"/>
                </a:solidFill>
                <a:latin typeface="Times New Roman" panose="02020603050405020304" pitchFamily="18" charset="0"/>
                <a:sym typeface="+mn-ea"/>
              </a:rPr>
              <a:t>1</a:t>
            </a:r>
            <a:r>
              <a:rPr kumimoji="1" lang="en-US" altLang="zh-CN" sz="2000" b="1">
                <a:solidFill>
                  <a:schemeClr val="tx2"/>
                </a:solidFill>
                <a:latin typeface="Times New Roman" panose="02020603050405020304" pitchFamily="18" charset="0"/>
                <a:sym typeface="+mn-ea"/>
              </a:rPr>
              <a:t>,M</a:t>
            </a:r>
            <a:r>
              <a:rPr kumimoji="1" lang="en-US" altLang="zh-CN" sz="2000" b="1" baseline="-25000">
                <a:solidFill>
                  <a:schemeClr val="tx2"/>
                </a:solidFill>
                <a:latin typeface="Times New Roman" panose="02020603050405020304" pitchFamily="18" charset="0"/>
                <a:sym typeface="+mn-ea"/>
              </a:rPr>
              <a:t>2</a:t>
            </a:r>
            <a:r>
              <a:rPr kumimoji="1" lang="en-US" altLang="zh-CN" sz="2000" b="1">
                <a:solidFill>
                  <a:schemeClr val="tx2"/>
                </a:solidFill>
                <a:latin typeface="Times New Roman" panose="02020603050405020304" pitchFamily="18" charset="0"/>
                <a:sym typeface="+mn-ea"/>
              </a:rPr>
              <a:t>）</a:t>
            </a:r>
            <a:r>
              <a:rPr kumimoji="1" lang="zh-CN" altLang="en-US" sz="2000" b="1">
                <a:solidFill>
                  <a:schemeClr val="tx2"/>
                </a:solidFill>
                <a:latin typeface="Times New Roman" panose="02020603050405020304" pitchFamily="18" charset="0"/>
                <a:sym typeface="+mn-ea"/>
              </a:rPr>
              <a:t>路径都代表一种</a:t>
            </a:r>
            <a:r>
              <a:rPr kumimoji="1" lang="zh-CN" altLang="en-US" sz="2000" b="1">
                <a:solidFill>
                  <a:srgbClr val="0070C0"/>
                </a:solidFill>
                <a:latin typeface="Times New Roman" panose="02020603050405020304" pitchFamily="18" charset="0"/>
                <a:sym typeface="+mn-ea"/>
              </a:rPr>
              <a:t>对齐</a:t>
            </a:r>
            <a:r>
              <a:rPr kumimoji="1" lang="zh-CN" altLang="en-US" sz="2000" b="1">
                <a:solidFill>
                  <a:schemeClr val="tx2"/>
                </a:solidFill>
                <a:latin typeface="Times New Roman" panose="02020603050405020304" pitchFamily="18" charset="0"/>
                <a:sym typeface="+mn-ea"/>
              </a:rPr>
              <a:t>情况。</a:t>
            </a:r>
            <a:endParaRPr kumimoji="1" lang="zh-CN" altLang="en-US" sz="2000" b="1">
              <a:solidFill>
                <a:schemeClr val="tx2"/>
              </a:solidFill>
              <a:latin typeface="Times New Roman" panose="02020603050405020304" pitchFamily="18" charset="0"/>
            </a:endParaRPr>
          </a:p>
          <a:p>
            <a:pPr eaLnBrk="1" hangingPunct="1">
              <a:spcBef>
                <a:spcPct val="0"/>
              </a:spcBef>
              <a:buFont typeface="Wingdings" panose="05000000000000000000" pitchFamily="2" charset="2"/>
              <a:buChar char="Ø"/>
            </a:pPr>
            <a:r>
              <a:rPr kumimoji="1" lang="zh-CN" altLang="en-US" sz="2000" b="1">
                <a:solidFill>
                  <a:schemeClr val="tx2"/>
                </a:solidFill>
                <a:latin typeface="Times New Roman" panose="02020603050405020304" pitchFamily="18" charset="0"/>
              </a:rPr>
              <a:t>每一条路径都有一个</a:t>
            </a:r>
            <a:r>
              <a:rPr kumimoji="1" lang="zh-CN" altLang="en-US" sz="2000" b="1">
                <a:solidFill>
                  <a:srgbClr val="0070C0"/>
                </a:solidFill>
                <a:latin typeface="Times New Roman" panose="02020603050405020304" pitchFamily="18" charset="0"/>
              </a:rPr>
              <a:t>累计距离</a:t>
            </a:r>
            <a:r>
              <a:rPr kumimoji="1" lang="zh-CN" altLang="en-US" sz="2000" b="1">
                <a:solidFill>
                  <a:schemeClr val="tx2"/>
                </a:solidFill>
                <a:latin typeface="Times New Roman" panose="02020603050405020304" pitchFamily="18" charset="0"/>
              </a:rPr>
              <a:t>称为路径的</a:t>
            </a:r>
            <a:r>
              <a:rPr kumimoji="1" lang="zh-CN" altLang="en-US" sz="2000" b="1">
                <a:solidFill>
                  <a:srgbClr val="0070C0"/>
                </a:solidFill>
                <a:latin typeface="Times New Roman" panose="02020603050405020304" pitchFamily="18" charset="0"/>
              </a:rPr>
              <a:t>代价</a:t>
            </a:r>
            <a:r>
              <a:rPr kumimoji="1" lang="zh-CN" altLang="en-US" sz="2000" b="1">
                <a:solidFill>
                  <a:schemeClr val="tx2"/>
                </a:solidFill>
                <a:latin typeface="Times New Roman" panose="02020603050405020304" pitchFamily="18" charset="0"/>
              </a:rPr>
              <a:t>。</a:t>
            </a:r>
            <a:endParaRPr kumimoji="1" lang="en-US" altLang="zh-CN" sz="2000" b="1">
              <a:solidFill>
                <a:schemeClr val="tx2"/>
              </a:solidFill>
              <a:latin typeface="Times New Roman" panose="02020603050405020304" pitchFamily="18" charset="0"/>
            </a:endParaRPr>
          </a:p>
          <a:p>
            <a:pPr eaLnBrk="1" hangingPunct="1">
              <a:spcBef>
                <a:spcPct val="0"/>
              </a:spcBef>
              <a:buFont typeface="Wingdings" panose="05000000000000000000" pitchFamily="2" charset="2"/>
              <a:buChar char="Ø"/>
            </a:pPr>
            <a:r>
              <a:rPr kumimoji="1" lang="zh-CN" altLang="en-US" sz="2000" b="1">
                <a:solidFill>
                  <a:srgbClr val="0070C0"/>
                </a:solidFill>
                <a:latin typeface="Times New Roman" panose="02020603050405020304" pitchFamily="18" charset="0"/>
              </a:rPr>
              <a:t>代价最小的路径</a:t>
            </a:r>
            <a:r>
              <a:rPr kumimoji="1" lang="zh-CN" altLang="en-US" sz="2000" b="1">
                <a:solidFill>
                  <a:schemeClr val="tx2"/>
                </a:solidFill>
                <a:latin typeface="Times New Roman" panose="02020603050405020304" pitchFamily="18" charset="0"/>
              </a:rPr>
              <a:t>就是所求    </a:t>
            </a:r>
            <a:r>
              <a:rPr kumimoji="1" lang="zh-CN" altLang="en-US" sz="2000" b="1">
                <a:solidFill>
                  <a:srgbClr val="0070C0"/>
                </a:solidFill>
                <a:latin typeface="Times New Roman" panose="02020603050405020304" pitchFamily="18" charset="0"/>
              </a:rPr>
              <a:t>对准路径</a:t>
            </a:r>
            <a:r>
              <a:rPr kumimoji="1" lang="zh-CN" altLang="en-US" sz="2000" b="1">
                <a:solidFill>
                  <a:schemeClr val="tx2"/>
                </a:solidFill>
                <a:latin typeface="Times New Roman" panose="02020603050405020304" pitchFamily="18" charset="0"/>
              </a:rPr>
              <a:t>。</a:t>
            </a:r>
            <a:endParaRPr kumimoji="1" lang="zh-CN" altLang="en-US" sz="2000" b="1">
              <a:solidFill>
                <a:schemeClr val="tx2"/>
              </a:solidFill>
              <a:latin typeface="Times New Roman" panose="02020603050405020304" pitchFamily="18" charset="0"/>
            </a:endParaRPr>
          </a:p>
        </p:txBody>
      </p:sp>
      <p:grpSp>
        <p:nvGrpSpPr>
          <p:cNvPr id="16401" name="Group 19"/>
          <p:cNvGrpSpPr/>
          <p:nvPr/>
        </p:nvGrpSpPr>
        <p:grpSpPr bwMode="auto">
          <a:xfrm>
            <a:off x="685800" y="2667000"/>
            <a:ext cx="5864225" cy="3525838"/>
            <a:chOff x="432" y="1680"/>
            <a:chExt cx="3694" cy="2221"/>
          </a:xfrm>
        </p:grpSpPr>
        <p:grpSp>
          <p:nvGrpSpPr>
            <p:cNvPr id="16402" name="Group 20"/>
            <p:cNvGrpSpPr/>
            <p:nvPr/>
          </p:nvGrpSpPr>
          <p:grpSpPr bwMode="auto">
            <a:xfrm>
              <a:off x="432" y="1680"/>
              <a:ext cx="3694" cy="2221"/>
              <a:chOff x="432" y="1680"/>
              <a:chExt cx="3694" cy="2221"/>
            </a:xfrm>
          </p:grpSpPr>
          <p:grpSp>
            <p:nvGrpSpPr>
              <p:cNvPr id="16405" name="Group 21"/>
              <p:cNvGrpSpPr/>
              <p:nvPr/>
            </p:nvGrpSpPr>
            <p:grpSpPr bwMode="auto">
              <a:xfrm>
                <a:off x="432" y="1680"/>
                <a:ext cx="3456" cy="2221"/>
                <a:chOff x="432" y="1680"/>
                <a:chExt cx="3456" cy="2221"/>
              </a:xfrm>
            </p:grpSpPr>
            <p:sp>
              <p:nvSpPr>
                <p:cNvPr id="16408" name="Line 22"/>
                <p:cNvSpPr>
                  <a:spLocks noChangeShapeType="1"/>
                </p:cNvSpPr>
                <p:nvPr/>
              </p:nvSpPr>
              <p:spPr bwMode="auto">
                <a:xfrm>
                  <a:off x="720" y="1776"/>
                  <a:ext cx="0" cy="1872"/>
                </a:xfrm>
                <a:prstGeom prst="line">
                  <a:avLst/>
                </a:prstGeom>
                <a:noFill/>
                <a:ln w="9525">
                  <a:solidFill>
                    <a:schemeClr val="tx1"/>
                  </a:solidFill>
                  <a:round/>
                  <a:head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409" name="Line 23"/>
                <p:cNvSpPr>
                  <a:spLocks noChangeShapeType="1"/>
                </p:cNvSpPr>
                <p:nvPr/>
              </p:nvSpPr>
              <p:spPr bwMode="auto">
                <a:xfrm>
                  <a:off x="720" y="3648"/>
                  <a:ext cx="316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410" name="Line 24"/>
                <p:cNvSpPr>
                  <a:spLocks noChangeShapeType="1"/>
                </p:cNvSpPr>
                <p:nvPr/>
              </p:nvSpPr>
              <p:spPr bwMode="auto">
                <a:xfrm>
                  <a:off x="720" y="2016"/>
                  <a:ext cx="292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11" name="Line 25"/>
                <p:cNvSpPr>
                  <a:spLocks noChangeShapeType="1"/>
                </p:cNvSpPr>
                <p:nvPr/>
              </p:nvSpPr>
              <p:spPr bwMode="auto">
                <a:xfrm>
                  <a:off x="720" y="2249"/>
                  <a:ext cx="292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12" name="Line 26"/>
                <p:cNvSpPr>
                  <a:spLocks noChangeShapeType="1"/>
                </p:cNvSpPr>
                <p:nvPr/>
              </p:nvSpPr>
              <p:spPr bwMode="auto">
                <a:xfrm>
                  <a:off x="720" y="2482"/>
                  <a:ext cx="292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13" name="Line 27"/>
                <p:cNvSpPr>
                  <a:spLocks noChangeShapeType="1"/>
                </p:cNvSpPr>
                <p:nvPr/>
              </p:nvSpPr>
              <p:spPr bwMode="auto">
                <a:xfrm>
                  <a:off x="720" y="2715"/>
                  <a:ext cx="292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14" name="Line 28"/>
                <p:cNvSpPr>
                  <a:spLocks noChangeShapeType="1"/>
                </p:cNvSpPr>
                <p:nvPr/>
              </p:nvSpPr>
              <p:spPr bwMode="auto">
                <a:xfrm>
                  <a:off x="720" y="2948"/>
                  <a:ext cx="292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15" name="Line 29"/>
                <p:cNvSpPr>
                  <a:spLocks noChangeShapeType="1"/>
                </p:cNvSpPr>
                <p:nvPr/>
              </p:nvSpPr>
              <p:spPr bwMode="auto">
                <a:xfrm>
                  <a:off x="720" y="3181"/>
                  <a:ext cx="292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16" name="Line 30"/>
                <p:cNvSpPr>
                  <a:spLocks noChangeShapeType="1"/>
                </p:cNvSpPr>
                <p:nvPr/>
              </p:nvSpPr>
              <p:spPr bwMode="auto">
                <a:xfrm>
                  <a:off x="720" y="3414"/>
                  <a:ext cx="2920" cy="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17" name="Line 31"/>
                <p:cNvSpPr>
                  <a:spLocks noChangeShapeType="1"/>
                </p:cNvSpPr>
                <p:nvPr/>
              </p:nvSpPr>
              <p:spPr bwMode="auto">
                <a:xfrm>
                  <a:off x="981" y="1920"/>
                  <a:ext cx="0" cy="172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18" name="Line 32"/>
                <p:cNvSpPr>
                  <a:spLocks noChangeShapeType="1"/>
                </p:cNvSpPr>
                <p:nvPr/>
              </p:nvSpPr>
              <p:spPr bwMode="auto">
                <a:xfrm>
                  <a:off x="1242" y="1920"/>
                  <a:ext cx="0" cy="172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19" name="Line 33"/>
                <p:cNvSpPr>
                  <a:spLocks noChangeShapeType="1"/>
                </p:cNvSpPr>
                <p:nvPr/>
              </p:nvSpPr>
              <p:spPr bwMode="auto">
                <a:xfrm>
                  <a:off x="1504" y="1920"/>
                  <a:ext cx="0" cy="172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20" name="Line 34"/>
                <p:cNvSpPr>
                  <a:spLocks noChangeShapeType="1"/>
                </p:cNvSpPr>
                <p:nvPr/>
              </p:nvSpPr>
              <p:spPr bwMode="auto">
                <a:xfrm>
                  <a:off x="1765" y="1920"/>
                  <a:ext cx="0" cy="172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21" name="Line 35"/>
                <p:cNvSpPr>
                  <a:spLocks noChangeShapeType="1"/>
                </p:cNvSpPr>
                <p:nvPr/>
              </p:nvSpPr>
              <p:spPr bwMode="auto">
                <a:xfrm>
                  <a:off x="2026" y="1920"/>
                  <a:ext cx="0" cy="172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22" name="Line 36"/>
                <p:cNvSpPr>
                  <a:spLocks noChangeShapeType="1"/>
                </p:cNvSpPr>
                <p:nvPr/>
              </p:nvSpPr>
              <p:spPr bwMode="auto">
                <a:xfrm>
                  <a:off x="2288" y="1920"/>
                  <a:ext cx="0" cy="172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23" name="Line 37"/>
                <p:cNvSpPr>
                  <a:spLocks noChangeShapeType="1"/>
                </p:cNvSpPr>
                <p:nvPr/>
              </p:nvSpPr>
              <p:spPr bwMode="auto">
                <a:xfrm>
                  <a:off x="2549" y="1920"/>
                  <a:ext cx="0" cy="172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24" name="Line 38"/>
                <p:cNvSpPr>
                  <a:spLocks noChangeShapeType="1"/>
                </p:cNvSpPr>
                <p:nvPr/>
              </p:nvSpPr>
              <p:spPr bwMode="auto">
                <a:xfrm>
                  <a:off x="2810" y="1920"/>
                  <a:ext cx="0" cy="172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16425" name="Line 39"/>
                <p:cNvSpPr>
                  <a:spLocks noChangeShapeType="1"/>
                </p:cNvSpPr>
                <p:nvPr/>
              </p:nvSpPr>
              <p:spPr bwMode="auto">
                <a:xfrm>
                  <a:off x="3072" y="1920"/>
                  <a:ext cx="0" cy="172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6426" name="Object 40"/>
                <p:cNvGraphicFramePr>
                  <a:graphicFrameLocks noChangeAspect="1"/>
                </p:cNvGraphicFramePr>
                <p:nvPr/>
              </p:nvGraphicFramePr>
              <p:xfrm>
                <a:off x="528" y="3696"/>
                <a:ext cx="265" cy="193"/>
              </p:xfrm>
              <a:graphic>
                <a:graphicData uri="http://schemas.openxmlformats.org/presentationml/2006/ole">
                  <mc:AlternateContent xmlns:mc="http://schemas.openxmlformats.org/markup-compatibility/2006">
                    <mc:Choice xmlns:v="urn:schemas-microsoft-com:vml" Requires="v">
                      <p:oleObj spid="_x0000_s117083" name="Equation" r:id="rId3" imgW="279400" imgH="203200" progId="Equation.3">
                        <p:embed/>
                      </p:oleObj>
                    </mc:Choice>
                    <mc:Fallback>
                      <p:oleObj name="Equation" r:id="rId3" imgW="279400" imgH="203200" progId="Equation.3">
                        <p:embed/>
                        <p:pic>
                          <p:nvPicPr>
                            <p:cNvPr id="0" name="Picture 2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3696"/>
                              <a:ext cx="265" cy="1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27" name="Object 41"/>
                <p:cNvGraphicFramePr>
                  <a:graphicFrameLocks noChangeAspect="1"/>
                </p:cNvGraphicFramePr>
                <p:nvPr/>
              </p:nvGraphicFramePr>
              <p:xfrm>
                <a:off x="3072" y="1680"/>
                <a:ext cx="578" cy="205"/>
              </p:xfrm>
              <a:graphic>
                <a:graphicData uri="http://schemas.openxmlformats.org/presentationml/2006/ole">
                  <mc:AlternateContent xmlns:mc="http://schemas.openxmlformats.org/markup-compatibility/2006">
                    <mc:Choice xmlns:v="urn:schemas-microsoft-com:vml" Requires="v">
                      <p:oleObj spid="_x0000_s117084" name="Equation" r:id="rId5" imgW="609600" imgH="215900" progId="Equation.3">
                        <p:embed/>
                      </p:oleObj>
                    </mc:Choice>
                    <mc:Fallback>
                      <p:oleObj name="Equation" r:id="rId5" imgW="609600" imgH="215900" progId="Equation.3">
                        <p:embed/>
                        <p:pic>
                          <p:nvPicPr>
                            <p:cNvPr id="0" name="Picture 2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2" y="1680"/>
                              <a:ext cx="578" cy="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28" name="Object 42"/>
                <p:cNvGraphicFramePr>
                  <a:graphicFrameLocks noChangeAspect="1"/>
                </p:cNvGraphicFramePr>
                <p:nvPr/>
              </p:nvGraphicFramePr>
              <p:xfrm>
                <a:off x="432" y="1920"/>
                <a:ext cx="229" cy="205"/>
              </p:xfrm>
              <a:graphic>
                <a:graphicData uri="http://schemas.openxmlformats.org/presentationml/2006/ole">
                  <mc:AlternateContent xmlns:mc="http://schemas.openxmlformats.org/markup-compatibility/2006">
                    <mc:Choice xmlns:v="urn:schemas-microsoft-com:vml" Requires="v">
                      <p:oleObj spid="_x0000_s117085" name="Equation" r:id="rId7" imgW="241300" imgH="215900" progId="Equation.3">
                        <p:embed/>
                      </p:oleObj>
                    </mc:Choice>
                    <mc:Fallback>
                      <p:oleObj name="Equation" r:id="rId7" imgW="241300" imgH="215900" progId="Equation.3">
                        <p:embed/>
                        <p:pic>
                          <p:nvPicPr>
                            <p:cNvPr id="0" name="Picture 2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2" y="1920"/>
                              <a:ext cx="229" cy="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29" name="Object 43"/>
                <p:cNvGraphicFramePr>
                  <a:graphicFrameLocks noChangeAspect="1"/>
                </p:cNvGraphicFramePr>
                <p:nvPr/>
              </p:nvGraphicFramePr>
              <p:xfrm>
                <a:off x="3024" y="3696"/>
                <a:ext cx="217" cy="205"/>
              </p:xfrm>
              <a:graphic>
                <a:graphicData uri="http://schemas.openxmlformats.org/presentationml/2006/ole">
                  <mc:AlternateContent xmlns:mc="http://schemas.openxmlformats.org/markup-compatibility/2006">
                    <mc:Choice xmlns:v="urn:schemas-microsoft-com:vml" Requires="v">
                      <p:oleObj spid="_x0000_s117086" name="Equation" r:id="rId9" imgW="228600" imgH="215900" progId="Equation.3">
                        <p:embed/>
                      </p:oleObj>
                    </mc:Choice>
                    <mc:Fallback>
                      <p:oleObj name="Equation" r:id="rId9" imgW="228600" imgH="215900" progId="Equation.3">
                        <p:embed/>
                        <p:pic>
                          <p:nvPicPr>
                            <p:cNvPr id="0" name="Picture 2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4" y="3696"/>
                              <a:ext cx="217" cy="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6406" name="Object 44"/>
              <p:cNvGraphicFramePr>
                <a:graphicFrameLocks noChangeAspect="1"/>
              </p:cNvGraphicFramePr>
              <p:nvPr/>
            </p:nvGraphicFramePr>
            <p:xfrm>
              <a:off x="3936" y="3600"/>
              <a:ext cx="190" cy="202"/>
            </p:xfrm>
            <a:graphic>
              <a:graphicData uri="http://schemas.openxmlformats.org/presentationml/2006/ole">
                <mc:AlternateContent xmlns:mc="http://schemas.openxmlformats.org/markup-compatibility/2006">
                  <mc:Choice xmlns:v="urn:schemas-microsoft-com:vml" Requires="v">
                    <p:oleObj spid="_x0000_s117087" name="Equation" r:id="rId11" imgW="203200" imgH="215900" progId="Equation.3">
                      <p:embed/>
                    </p:oleObj>
                  </mc:Choice>
                  <mc:Fallback>
                    <p:oleObj name="Equation" r:id="rId11" imgW="203200" imgH="215900" progId="Equation.3">
                      <p:embed/>
                      <p:pic>
                        <p:nvPicPr>
                          <p:cNvPr id="0" name="Picture 2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36" y="3600"/>
                            <a:ext cx="190" cy="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07" name="Object 45"/>
              <p:cNvGraphicFramePr>
                <a:graphicFrameLocks noChangeAspect="1"/>
              </p:cNvGraphicFramePr>
              <p:nvPr/>
            </p:nvGraphicFramePr>
            <p:xfrm>
              <a:off x="432" y="1680"/>
              <a:ext cx="202" cy="202"/>
            </p:xfrm>
            <a:graphic>
              <a:graphicData uri="http://schemas.openxmlformats.org/presentationml/2006/ole">
                <mc:AlternateContent xmlns:mc="http://schemas.openxmlformats.org/markup-compatibility/2006">
                  <mc:Choice xmlns:v="urn:schemas-microsoft-com:vml" Requires="v">
                    <p:oleObj spid="_x0000_s117088" name="Equation" r:id="rId13" imgW="215900" imgH="215900" progId="Equation.3">
                      <p:embed/>
                    </p:oleObj>
                  </mc:Choice>
                  <mc:Fallback>
                    <p:oleObj name="Equation" r:id="rId13" imgW="215900" imgH="215900" progId="Equation.3">
                      <p:embed/>
                      <p:pic>
                        <p:nvPicPr>
                          <p:cNvPr id="0" name="Picture 2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2" y="1680"/>
                            <a:ext cx="202" cy="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6403" name="Object 46"/>
            <p:cNvGraphicFramePr>
              <a:graphicFrameLocks noChangeAspect="1"/>
            </p:cNvGraphicFramePr>
            <p:nvPr/>
          </p:nvGraphicFramePr>
          <p:xfrm>
            <a:off x="2496" y="3696"/>
            <a:ext cx="86" cy="160"/>
          </p:xfrm>
          <a:graphic>
            <a:graphicData uri="http://schemas.openxmlformats.org/presentationml/2006/ole">
              <mc:AlternateContent xmlns:mc="http://schemas.openxmlformats.org/markup-compatibility/2006">
                <mc:Choice xmlns:v="urn:schemas-microsoft-com:vml" Requires="v">
                  <p:oleObj spid="_x0000_s117089" name="Equation" r:id="rId15" imgW="88900" imgH="164465" progId="Equation.3">
                    <p:embed/>
                  </p:oleObj>
                </mc:Choice>
                <mc:Fallback>
                  <p:oleObj name="Equation" r:id="rId15" imgW="88900" imgH="164465" progId="Equation.3">
                    <p:embed/>
                    <p:pic>
                      <p:nvPicPr>
                        <p:cNvPr id="0" name="Picture 2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96" y="3696"/>
                          <a:ext cx="86" cy="1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404" name="Object 47"/>
            <p:cNvGraphicFramePr>
              <a:graphicFrameLocks noChangeAspect="1"/>
            </p:cNvGraphicFramePr>
            <p:nvPr/>
          </p:nvGraphicFramePr>
          <p:xfrm>
            <a:off x="453" y="2832"/>
            <a:ext cx="123" cy="185"/>
          </p:xfrm>
          <a:graphic>
            <a:graphicData uri="http://schemas.openxmlformats.org/presentationml/2006/ole">
              <mc:AlternateContent xmlns:mc="http://schemas.openxmlformats.org/markup-compatibility/2006">
                <mc:Choice xmlns:v="urn:schemas-microsoft-com:vml" Requires="v">
                  <p:oleObj spid="_x0000_s117090" name="Equation" r:id="rId17" imgW="127000" imgH="190500" progId="Equation.3">
                    <p:embed/>
                  </p:oleObj>
                </mc:Choice>
                <mc:Fallback>
                  <p:oleObj name="Equation" r:id="rId17" imgW="127000" imgH="190500" progId="Equation.3">
                    <p:embed/>
                    <p:pic>
                      <p:nvPicPr>
                        <p:cNvPr id="0" name="Picture 23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3" y="2832"/>
                          <a:ext cx="123" cy="1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4311"/>
                                        </p:tgtEl>
                                        <p:attrNameLst>
                                          <p:attrName>style.visibility</p:attrName>
                                        </p:attrNameLst>
                                      </p:cBhvr>
                                      <p:to>
                                        <p:strVal val="visible"/>
                                      </p:to>
                                    </p:set>
                                    <p:animEffect transition="in" filter="wipe(up)">
                                      <p:cBhvr>
                                        <p:cTn id="12" dur="500"/>
                                        <p:tgtEl>
                                          <p:spTgt spid="3543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54312"/>
                                        </p:tgtEl>
                                        <p:attrNameLst>
                                          <p:attrName>style.visibility</p:attrName>
                                        </p:attrNameLst>
                                      </p:cBhvr>
                                      <p:to>
                                        <p:strVal val="visible"/>
                                      </p:to>
                                    </p:set>
                                    <p:animEffect transition="in" filter="wipe(up)">
                                      <p:cBhvr>
                                        <p:cTn id="17" dur="500"/>
                                        <p:tgtEl>
                                          <p:spTgt spid="3543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54313"/>
                                        </p:tgtEl>
                                        <p:attrNameLst>
                                          <p:attrName>style.visibility</p:attrName>
                                        </p:attrNameLst>
                                      </p:cBhvr>
                                      <p:to>
                                        <p:strVal val="visible"/>
                                      </p:to>
                                    </p:set>
                                    <p:animEffect transition="in" filter="wipe(up)">
                                      <p:cBhvr>
                                        <p:cTn id="22" dur="500"/>
                                        <p:tgtEl>
                                          <p:spTgt spid="3543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54314"/>
                                        </p:tgtEl>
                                        <p:attrNameLst>
                                          <p:attrName>style.visibility</p:attrName>
                                        </p:attrNameLst>
                                      </p:cBhvr>
                                      <p:to>
                                        <p:strVal val="visible"/>
                                      </p:to>
                                    </p:set>
                                    <p:animEffect transition="in" filter="wipe(up)">
                                      <p:cBhvr>
                                        <p:cTn id="27" dur="500"/>
                                        <p:tgtEl>
                                          <p:spTgt spid="3543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54315"/>
                                        </p:tgtEl>
                                        <p:attrNameLst>
                                          <p:attrName>style.visibility</p:attrName>
                                        </p:attrNameLst>
                                      </p:cBhvr>
                                      <p:to>
                                        <p:strVal val="visible"/>
                                      </p:to>
                                    </p:set>
                                    <p:animEffect transition="in" filter="wipe(up)">
                                      <p:cBhvr>
                                        <p:cTn id="32" dur="500"/>
                                        <p:tgtEl>
                                          <p:spTgt spid="3543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54316"/>
                                        </p:tgtEl>
                                        <p:attrNameLst>
                                          <p:attrName>style.visibility</p:attrName>
                                        </p:attrNameLst>
                                      </p:cBhvr>
                                      <p:to>
                                        <p:strVal val="visible"/>
                                      </p:to>
                                    </p:set>
                                    <p:animEffect transition="in" filter="wipe(up)">
                                      <p:cBhvr>
                                        <p:cTn id="37" dur="500"/>
                                        <p:tgtEl>
                                          <p:spTgt spid="3543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54317"/>
                                        </p:tgtEl>
                                        <p:attrNameLst>
                                          <p:attrName>style.visibility</p:attrName>
                                        </p:attrNameLst>
                                      </p:cBhvr>
                                      <p:to>
                                        <p:strVal val="visible"/>
                                      </p:to>
                                    </p:set>
                                    <p:animEffect transition="in" filter="wipe(up)">
                                      <p:cBhvr>
                                        <p:cTn id="42" dur="500"/>
                                        <p:tgtEl>
                                          <p:spTgt spid="3543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354318"/>
                                        </p:tgtEl>
                                        <p:attrNameLst>
                                          <p:attrName>style.visibility</p:attrName>
                                        </p:attrNameLst>
                                      </p:cBhvr>
                                      <p:to>
                                        <p:strVal val="visible"/>
                                      </p:to>
                                    </p:set>
                                    <p:animEffect transition="in" filter="wipe(up)">
                                      <p:cBhvr>
                                        <p:cTn id="47" dur="500"/>
                                        <p:tgtEl>
                                          <p:spTgt spid="3543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354319"/>
                                        </p:tgtEl>
                                        <p:attrNameLst>
                                          <p:attrName>style.visibility</p:attrName>
                                        </p:attrNameLst>
                                      </p:cBhvr>
                                      <p:to>
                                        <p:strVal val="visible"/>
                                      </p:to>
                                    </p:set>
                                    <p:animEffect transition="in" filter="wipe(up)">
                                      <p:cBhvr>
                                        <p:cTn id="52" dur="500"/>
                                        <p:tgtEl>
                                          <p:spTgt spid="3543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354320"/>
                                        </p:tgtEl>
                                        <p:attrNameLst>
                                          <p:attrName>style.visibility</p:attrName>
                                        </p:attrNameLst>
                                      </p:cBhvr>
                                      <p:to>
                                        <p:strVal val="visible"/>
                                      </p:to>
                                    </p:set>
                                    <p:animEffect transition="in" filter="wipe(up)">
                                      <p:cBhvr>
                                        <p:cTn id="57" dur="500"/>
                                        <p:tgtEl>
                                          <p:spTgt spid="35432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354321"/>
                                        </p:tgtEl>
                                        <p:attrNameLst>
                                          <p:attrName>style.visibility</p:attrName>
                                        </p:attrNameLst>
                                      </p:cBhvr>
                                      <p:to>
                                        <p:strVal val="visible"/>
                                      </p:to>
                                    </p:set>
                                    <p:animEffect transition="in" filter="wipe(up)">
                                      <p:cBhvr>
                                        <p:cTn id="62" dur="500"/>
                                        <p:tgtEl>
                                          <p:spTgt spid="35432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354322">
                                            <p:txEl>
                                              <p:pRg st="0" end="0"/>
                                            </p:txEl>
                                          </p:spTgt>
                                        </p:tgtEl>
                                        <p:attrNameLst>
                                          <p:attrName>style.visibility</p:attrName>
                                        </p:attrNameLst>
                                      </p:cBhvr>
                                      <p:to>
                                        <p:strVal val="visible"/>
                                      </p:to>
                                    </p:set>
                                    <p:animEffect transition="in" filter="wipe(up)">
                                      <p:cBhvr>
                                        <p:cTn id="67" dur="500"/>
                                        <p:tgtEl>
                                          <p:spTgt spid="354322">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354322">
                                            <p:txEl>
                                              <p:pRg st="1" end="1"/>
                                            </p:txEl>
                                          </p:spTgt>
                                        </p:tgtEl>
                                        <p:attrNameLst>
                                          <p:attrName>style.visibility</p:attrName>
                                        </p:attrNameLst>
                                      </p:cBhvr>
                                      <p:to>
                                        <p:strVal val="visible"/>
                                      </p:to>
                                    </p:set>
                                    <p:animEffect transition="in" filter="wipe(up)">
                                      <p:cBhvr>
                                        <p:cTn id="72" dur="500"/>
                                        <p:tgtEl>
                                          <p:spTgt spid="354322">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354322">
                                            <p:txEl>
                                              <p:pRg st="2" end="2"/>
                                            </p:txEl>
                                          </p:spTgt>
                                        </p:tgtEl>
                                        <p:attrNameLst>
                                          <p:attrName>style.visibility</p:attrName>
                                        </p:attrNameLst>
                                      </p:cBhvr>
                                      <p:to>
                                        <p:strVal val="visible"/>
                                      </p:to>
                                    </p:set>
                                    <p:animEffect transition="in" filter="wipe(up)">
                                      <p:cBhvr>
                                        <p:cTn id="77" dur="500"/>
                                        <p:tgtEl>
                                          <p:spTgt spid="3543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11" grpId="0" animBg="1"/>
      <p:bldP spid="354312" grpId="0" animBg="1"/>
      <p:bldP spid="354313" grpId="0" animBg="1"/>
      <p:bldP spid="354314" grpId="0" animBg="1"/>
      <p:bldP spid="354315" grpId="0" animBg="1"/>
      <p:bldP spid="354316" grpId="0" animBg="1"/>
      <p:bldP spid="354317" grpId="0" animBg="1"/>
      <p:bldP spid="354318" grpId="0" animBg="1"/>
      <p:bldP spid="354319" grpId="0" animBg="1"/>
      <p:bldP spid="354320" grpId="0" animBg="1"/>
      <p:bldP spid="354321" grpId="0" animBg="1"/>
      <p:bldP spid="354322" grpId="0" autoUpdateAnimBg="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sp>
        <p:nvSpPr>
          <p:cNvPr id="356355" name="Rectangle 3"/>
          <p:cNvSpPr>
            <a:spLocks noGrp="1" noChangeArrowheads="1"/>
          </p:cNvSpPr>
          <p:nvPr>
            <p:ph type="body" idx="1"/>
          </p:nvPr>
        </p:nvSpPr>
        <p:spPr>
          <a:xfrm>
            <a:off x="685800" y="1981200"/>
            <a:ext cx="7848600" cy="1295400"/>
          </a:xfrm>
        </p:spPr>
        <p:txBody>
          <a:bodyPr/>
          <a:lstStyle/>
          <a:p>
            <a:pPr eaLnBrk="1" hangingPunct="1">
              <a:lnSpc>
                <a:spcPct val="90000"/>
              </a:lnSpc>
            </a:pPr>
            <a:r>
              <a:rPr lang="zh-CN" altLang="en-US" sz="2800" b="1" smtClean="0">
                <a:solidFill>
                  <a:schemeClr val="tx2"/>
                </a:solidFill>
                <a:latin typeface="Times New Roman" panose="02020603050405020304" pitchFamily="18" charset="0"/>
              </a:rPr>
              <a:t>将</a:t>
            </a:r>
            <a:r>
              <a:rPr lang="zh-CN" altLang="en-US" sz="2800" b="1" smtClean="0">
                <a:solidFill>
                  <a:srgbClr val="0070C0"/>
                </a:solidFill>
                <a:latin typeface="Times New Roman" panose="02020603050405020304" pitchFamily="18" charset="0"/>
              </a:rPr>
              <a:t>对准问题</a:t>
            </a:r>
            <a:r>
              <a:rPr lang="zh-CN" altLang="en-US" sz="2800" b="1" smtClean="0">
                <a:solidFill>
                  <a:schemeClr val="tx2"/>
                </a:solidFill>
                <a:latin typeface="Times New Roman" panose="02020603050405020304" pitchFamily="18" charset="0"/>
              </a:rPr>
              <a:t>，或者说将求两个语音段的相似度问题，转化成了</a:t>
            </a:r>
            <a:r>
              <a:rPr lang="zh-CN" altLang="en-US" sz="2800" b="1" smtClean="0">
                <a:solidFill>
                  <a:srgbClr val="0070C0"/>
                </a:solidFill>
                <a:latin typeface="Times New Roman" panose="02020603050405020304" pitchFamily="18" charset="0"/>
              </a:rPr>
              <a:t>搜索代价最小的最优路径</a:t>
            </a:r>
            <a:r>
              <a:rPr lang="zh-CN" altLang="en-US" sz="2800" b="1" smtClean="0">
                <a:solidFill>
                  <a:schemeClr val="tx2"/>
                </a:solidFill>
                <a:latin typeface="Times New Roman" panose="02020603050405020304" pitchFamily="18" charset="0"/>
              </a:rPr>
              <a:t>问题。</a:t>
            </a:r>
            <a:endParaRPr lang="zh-CN" altLang="en-US" sz="2800" b="1" smtClean="0">
              <a:solidFill>
                <a:schemeClr val="tx2"/>
              </a:solidFill>
              <a:latin typeface="Times New Roman" panose="02020603050405020304" pitchFamily="18" charset="0"/>
            </a:endParaRPr>
          </a:p>
          <a:p>
            <a:pPr eaLnBrk="1" hangingPunct="1">
              <a:lnSpc>
                <a:spcPct val="90000"/>
              </a:lnSpc>
            </a:pPr>
            <a:r>
              <a:rPr lang="zh-CN" altLang="en-US" sz="2800" b="1" smtClean="0">
                <a:solidFill>
                  <a:schemeClr val="tx2"/>
                </a:solidFill>
                <a:latin typeface="Times New Roman" panose="02020603050405020304" pitchFamily="18" charset="0"/>
              </a:rPr>
              <a:t>事实上，在搜索过程中，往往要进行路径的限制</a:t>
            </a:r>
            <a:endParaRPr lang="zh-CN" altLang="en-US" sz="2800" b="1" smtClean="0">
              <a:solidFill>
                <a:schemeClr val="tx2"/>
              </a:solidFill>
              <a:latin typeface="Times New Roman" panose="02020603050405020304" pitchFamily="18" charset="0"/>
            </a:endParaRPr>
          </a:p>
          <a:p>
            <a:pPr eaLnBrk="1" hangingPunct="1">
              <a:lnSpc>
                <a:spcPct val="90000"/>
              </a:lnSpc>
              <a:buFontTx/>
              <a:buNone/>
            </a:pPr>
            <a:endParaRPr lang="zh-CN" altLang="en-US" sz="2800" b="1" smtClean="0">
              <a:solidFill>
                <a:schemeClr val="tx2"/>
              </a:solidFill>
              <a:latin typeface="Times New Roman" panose="02020603050405020304" pitchFamily="18" charset="0"/>
            </a:endParaRPr>
          </a:p>
        </p:txBody>
      </p:sp>
      <p:grpSp>
        <p:nvGrpSpPr>
          <p:cNvPr id="2" name="Group 4"/>
          <p:cNvGrpSpPr/>
          <p:nvPr/>
        </p:nvGrpSpPr>
        <p:grpSpPr bwMode="auto">
          <a:xfrm>
            <a:off x="5943600" y="3429000"/>
            <a:ext cx="2554288" cy="1676400"/>
            <a:chOff x="2112" y="2256"/>
            <a:chExt cx="1609" cy="1056"/>
          </a:xfrm>
        </p:grpSpPr>
        <p:graphicFrame>
          <p:nvGraphicFramePr>
            <p:cNvPr id="18439" name="Object 5"/>
            <p:cNvGraphicFramePr>
              <a:graphicFrameLocks noChangeAspect="1"/>
            </p:cNvGraphicFramePr>
            <p:nvPr/>
          </p:nvGraphicFramePr>
          <p:xfrm>
            <a:off x="2640" y="2400"/>
            <a:ext cx="703" cy="704"/>
          </p:xfrm>
          <a:graphic>
            <a:graphicData uri="http://schemas.openxmlformats.org/presentationml/2006/ole">
              <mc:AlternateContent xmlns:mc="http://schemas.openxmlformats.org/markup-compatibility/2006">
                <mc:Choice xmlns:v="urn:schemas-microsoft-com:vml" Requires="v">
                  <p:oleObj spid="_x0000_s117954" name="Picture2" r:id="rId1" imgW="791210" imgH="791210" progId="Word.Picture.8">
                    <p:embed/>
                  </p:oleObj>
                </mc:Choice>
                <mc:Fallback>
                  <p:oleObj name="Picture2" r:id="rId1" imgW="791210" imgH="791210" progId="Word.Picture.8">
                    <p:embed/>
                    <p:pic>
                      <p:nvPicPr>
                        <p:cNvPr id="0" name="Picture 1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 y="2400"/>
                          <a:ext cx="703" cy="7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0" name="Object 6"/>
            <p:cNvGraphicFramePr>
              <a:graphicFrameLocks noChangeAspect="1"/>
            </p:cNvGraphicFramePr>
            <p:nvPr/>
          </p:nvGraphicFramePr>
          <p:xfrm>
            <a:off x="3408" y="2256"/>
            <a:ext cx="313" cy="192"/>
          </p:xfrm>
          <a:graphic>
            <a:graphicData uri="http://schemas.openxmlformats.org/presentationml/2006/ole">
              <mc:AlternateContent xmlns:mc="http://schemas.openxmlformats.org/markup-compatibility/2006">
                <mc:Choice xmlns:v="urn:schemas-microsoft-com:vml" Requires="v">
                  <p:oleObj spid="_x0000_s117955" name="Equation" r:id="rId3" imgW="330200" imgH="203200" progId="Equation.3">
                    <p:embed/>
                  </p:oleObj>
                </mc:Choice>
                <mc:Fallback>
                  <p:oleObj name="Equation" r:id="rId3" imgW="330200" imgH="203200" progId="Equation.3">
                    <p:embed/>
                    <p:pic>
                      <p:nvPicPr>
                        <p:cNvPr id="0" name="Picture 1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8" y="2256"/>
                          <a:ext cx="313"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1" name="Object 7"/>
            <p:cNvGraphicFramePr>
              <a:graphicFrameLocks noChangeAspect="1"/>
            </p:cNvGraphicFramePr>
            <p:nvPr/>
          </p:nvGraphicFramePr>
          <p:xfrm>
            <a:off x="3120" y="3120"/>
            <a:ext cx="482" cy="192"/>
          </p:xfrm>
          <a:graphic>
            <a:graphicData uri="http://schemas.openxmlformats.org/presentationml/2006/ole">
              <mc:AlternateContent xmlns:mc="http://schemas.openxmlformats.org/markup-compatibility/2006">
                <mc:Choice xmlns:v="urn:schemas-microsoft-com:vml" Requires="v">
                  <p:oleObj spid="_x0000_s117956" name="Equation" r:id="rId5" imgW="508000" imgH="203200" progId="Equation.3">
                    <p:embed/>
                  </p:oleObj>
                </mc:Choice>
                <mc:Fallback>
                  <p:oleObj name="Equation" r:id="rId5" imgW="508000" imgH="203200" progId="Equation.3">
                    <p:embed/>
                    <p:pic>
                      <p:nvPicPr>
                        <p:cNvPr id="0" name="Picture 1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0" y="3120"/>
                          <a:ext cx="482"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2" name="Object 8"/>
            <p:cNvGraphicFramePr>
              <a:graphicFrameLocks noChangeAspect="1"/>
            </p:cNvGraphicFramePr>
            <p:nvPr/>
          </p:nvGraphicFramePr>
          <p:xfrm>
            <a:off x="2112" y="2304"/>
            <a:ext cx="481" cy="192"/>
          </p:xfrm>
          <a:graphic>
            <a:graphicData uri="http://schemas.openxmlformats.org/presentationml/2006/ole">
              <mc:AlternateContent xmlns:mc="http://schemas.openxmlformats.org/markup-compatibility/2006">
                <mc:Choice xmlns:v="urn:schemas-microsoft-com:vml" Requires="v">
                  <p:oleObj spid="_x0000_s117957" name="Equation" r:id="rId7" imgW="508000" imgH="203200" progId="Equation.3">
                    <p:embed/>
                  </p:oleObj>
                </mc:Choice>
                <mc:Fallback>
                  <p:oleObj name="Equation" r:id="rId7" imgW="508000" imgH="203200" progId="Equation.3">
                    <p:embed/>
                    <p:pic>
                      <p:nvPicPr>
                        <p:cNvPr id="0" name="Picture 1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2" y="2304"/>
                          <a:ext cx="481"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43" name="Object 9"/>
            <p:cNvGraphicFramePr>
              <a:graphicFrameLocks noChangeAspect="1"/>
            </p:cNvGraphicFramePr>
            <p:nvPr/>
          </p:nvGraphicFramePr>
          <p:xfrm>
            <a:off x="2256" y="3120"/>
            <a:ext cx="650" cy="192"/>
          </p:xfrm>
          <a:graphic>
            <a:graphicData uri="http://schemas.openxmlformats.org/presentationml/2006/ole">
              <mc:AlternateContent xmlns:mc="http://schemas.openxmlformats.org/markup-compatibility/2006">
                <mc:Choice xmlns:v="urn:schemas-microsoft-com:vml" Requires="v">
                  <p:oleObj spid="_x0000_s117958" name="Equation" r:id="rId9" imgW="685800" imgH="203200" progId="Equation.3">
                    <p:embed/>
                  </p:oleObj>
                </mc:Choice>
                <mc:Fallback>
                  <p:oleObj name="Equation" r:id="rId9" imgW="685800" imgH="203200" progId="Equation.3">
                    <p:embed/>
                    <p:pic>
                      <p:nvPicPr>
                        <p:cNvPr id="0" name="Picture 1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56" y="3120"/>
                          <a:ext cx="650"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56362" name="Rectangle 10"/>
          <p:cNvSpPr>
            <a:spLocks noChangeArrowheads="1"/>
          </p:cNvSpPr>
          <p:nvPr/>
        </p:nvSpPr>
        <p:spPr bwMode="auto">
          <a:xfrm>
            <a:off x="1219200" y="3810000"/>
            <a:ext cx="4038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Tx/>
              <a:buNone/>
            </a:pPr>
            <a:r>
              <a:rPr kumimoji="1" lang="zh-CN" altLang="en-US" sz="2800" b="1">
                <a:solidFill>
                  <a:schemeClr val="tx2"/>
                </a:solidFill>
                <a:latin typeface="Times New Roman" panose="02020603050405020304" pitchFamily="18" charset="0"/>
              </a:rPr>
              <a:t>（1）起点/终点的限制</a:t>
            </a:r>
            <a:endParaRPr kumimoji="1" lang="zh-CN" altLang="en-US" sz="2800" b="1">
              <a:solidFill>
                <a:schemeClr val="tx2"/>
              </a:solidFill>
              <a:latin typeface="Times New Roman" panose="02020603050405020304" pitchFamily="18" charset="0"/>
            </a:endParaRPr>
          </a:p>
          <a:p>
            <a:pPr eaLnBrk="1" hangingPunct="1">
              <a:lnSpc>
                <a:spcPct val="90000"/>
              </a:lnSpc>
              <a:buSzPct val="80000"/>
              <a:buFontTx/>
              <a:buNone/>
            </a:pPr>
            <a:r>
              <a:rPr kumimoji="1" lang="zh-CN" altLang="en-US" sz="2800" b="1">
                <a:solidFill>
                  <a:schemeClr val="tx2"/>
                </a:solidFill>
                <a:latin typeface="Times New Roman" panose="02020603050405020304" pitchFamily="18" charset="0"/>
              </a:rPr>
              <a:t>（2）</a:t>
            </a:r>
            <a:r>
              <a:rPr kumimoji="1" lang="zh-CN" altLang="en-US" sz="2800" b="1">
                <a:solidFill>
                  <a:srgbClr val="0070C0"/>
                </a:solidFill>
                <a:latin typeface="Times New Roman" panose="02020603050405020304" pitchFamily="18" charset="0"/>
              </a:rPr>
              <a:t>连续性</a:t>
            </a:r>
            <a:r>
              <a:rPr kumimoji="1" lang="zh-CN" altLang="en-US" sz="2800" b="1">
                <a:solidFill>
                  <a:schemeClr val="tx2"/>
                </a:solidFill>
                <a:latin typeface="Times New Roman" panose="02020603050405020304" pitchFamily="18" charset="0"/>
              </a:rPr>
              <a:t>限制</a:t>
            </a:r>
            <a:endParaRPr kumimoji="1" lang="zh-CN" altLang="en-US" sz="2800" b="1">
              <a:solidFill>
                <a:schemeClr val="tx2"/>
              </a:solidFill>
              <a:latin typeface="Times New Roman" panose="02020603050405020304" pitchFamily="18" charset="0"/>
            </a:endParaRPr>
          </a:p>
        </p:txBody>
      </p:sp>
      <p:sp>
        <p:nvSpPr>
          <p:cNvPr id="356363" name="Rectangle 11"/>
          <p:cNvSpPr>
            <a:spLocks noChangeArrowheads="1"/>
          </p:cNvSpPr>
          <p:nvPr/>
        </p:nvSpPr>
        <p:spPr bwMode="auto">
          <a:xfrm>
            <a:off x="609600" y="5181600"/>
            <a:ext cx="7848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Tx/>
              <a:buBlip>
                <a:blip r:embed="rId11"/>
              </a:buBlip>
            </a:pPr>
            <a:r>
              <a:rPr kumimoji="1" lang="zh-CN" altLang="en-US" sz="2800" b="1">
                <a:solidFill>
                  <a:schemeClr val="tx2"/>
                </a:solidFill>
                <a:latin typeface="Times New Roman" panose="02020603050405020304" pitchFamily="18" charset="0"/>
              </a:rPr>
              <a:t>在此限制条件下，可以将全</a:t>
            </a:r>
            <a:r>
              <a:rPr kumimoji="1" lang="zh-CN" altLang="en-US" sz="2800" b="1">
                <a:solidFill>
                  <a:schemeClr val="tx2"/>
                </a:solidFill>
                <a:latin typeface="宋体" panose="02010600030101010101" pitchFamily="2" charset="-122"/>
              </a:rPr>
              <a:t>局最优化问题转化为许多局部最优化问题一步一步地来求解，这就</a:t>
            </a:r>
            <a:r>
              <a:rPr kumimoji="1" lang="zh-CN" altLang="en-US" sz="2800" b="1">
                <a:solidFill>
                  <a:srgbClr val="0070C0"/>
                </a:solidFill>
                <a:latin typeface="宋体" panose="02010600030101010101" pitchFamily="2" charset="-122"/>
              </a:rPr>
              <a:t>动态规划</a:t>
            </a:r>
            <a:r>
              <a:rPr kumimoji="1" lang="zh-CN" altLang="en-US" sz="2800" b="1">
                <a:solidFill>
                  <a:schemeClr val="tx2"/>
                </a:solidFill>
                <a:latin typeface="宋体" panose="02010600030101010101" pitchFamily="2" charset="-122"/>
              </a:rPr>
              <a:t>(</a:t>
            </a:r>
            <a:r>
              <a:rPr kumimoji="1" lang="en-US" altLang="zh-CN" sz="2800" b="1">
                <a:solidFill>
                  <a:schemeClr val="tx2"/>
                </a:solidFill>
                <a:latin typeface="Times New Roman" panose="02020603050405020304" pitchFamily="18" charset="0"/>
                <a:cs typeface="Times New Roman" panose="02020603050405020304" pitchFamily="18" charset="0"/>
              </a:rPr>
              <a:t>Dynamic Programming，</a:t>
            </a:r>
            <a:r>
              <a:rPr kumimoji="1" lang="zh-CN" altLang="en-US" sz="2800" b="1">
                <a:solidFill>
                  <a:schemeClr val="tx2"/>
                </a:solidFill>
                <a:latin typeface="Times New Roman" panose="02020603050405020304" pitchFamily="18" charset="0"/>
                <a:cs typeface="Times New Roman" panose="02020603050405020304" pitchFamily="18" charset="0"/>
              </a:rPr>
              <a:t>简称</a:t>
            </a:r>
            <a:r>
              <a:rPr kumimoji="1" lang="en-US" altLang="zh-CN" sz="2800" b="1">
                <a:solidFill>
                  <a:schemeClr val="tx2"/>
                </a:solidFill>
                <a:latin typeface="Times New Roman" panose="02020603050405020304" pitchFamily="18" charset="0"/>
                <a:cs typeface="Times New Roman" panose="02020603050405020304" pitchFamily="18" charset="0"/>
              </a:rPr>
              <a:t>DP</a:t>
            </a:r>
            <a:r>
              <a:rPr kumimoji="1" lang="en-US" altLang="zh-CN" sz="2800" b="1">
                <a:solidFill>
                  <a:schemeClr val="tx2"/>
                </a:solidFill>
                <a:latin typeface="宋体" panose="02010600030101010101" pitchFamily="2" charset="-122"/>
              </a:rPr>
              <a:t> </a:t>
            </a:r>
            <a:r>
              <a:rPr kumimoji="1" lang="zh-CN" altLang="en-US" sz="2800" b="1">
                <a:solidFill>
                  <a:schemeClr val="tx2"/>
                </a:solidFill>
                <a:latin typeface="宋体" panose="02010600030101010101" pitchFamily="2" charset="-122"/>
              </a:rPr>
              <a:t>)的思想。</a:t>
            </a:r>
            <a:r>
              <a:rPr kumimoji="1" lang="zh-CN" altLang="en-US" sz="2800" b="1">
                <a:solidFill>
                  <a:schemeClr val="tx2"/>
                </a:solidFill>
                <a:latin typeface="Times New Roman" panose="02020603050405020304" pitchFamily="18" charset="0"/>
              </a:rPr>
              <a:t> </a:t>
            </a:r>
            <a:endParaRPr kumimoji="1" lang="zh-CN" altLang="en-US" sz="2800" b="1">
              <a:solidFill>
                <a:schemeClr val="tx2"/>
              </a:solidFill>
              <a:latin typeface="Times New Roman" panose="02020603050405020304" pitchFamily="18" charset="0"/>
            </a:endParaRPr>
          </a:p>
          <a:p>
            <a:pPr eaLnBrk="1" hangingPunct="1">
              <a:lnSpc>
                <a:spcPct val="90000"/>
              </a:lnSpc>
              <a:buSzPct val="80000"/>
              <a:buFontTx/>
              <a:buNone/>
            </a:pPr>
            <a:endParaRPr kumimoji="1" lang="zh-CN" altLang="en-US" sz="2800" b="1">
              <a:solidFill>
                <a:schemeClr val="tx2"/>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56355">
                                            <p:txEl>
                                              <p:pRg st="0" end="0"/>
                                            </p:txEl>
                                          </p:spTgt>
                                        </p:tgtEl>
                                        <p:attrNameLst>
                                          <p:attrName>style.visibility</p:attrName>
                                        </p:attrNameLst>
                                      </p:cBhvr>
                                      <p:to>
                                        <p:strVal val="visible"/>
                                      </p:to>
                                    </p:set>
                                    <p:animEffect transition="in" filter="wipe(up)">
                                      <p:cBhvr>
                                        <p:cTn id="7" dur="500"/>
                                        <p:tgtEl>
                                          <p:spTgt spid="3563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6355">
                                            <p:txEl>
                                              <p:pRg st="1" end="1"/>
                                            </p:txEl>
                                          </p:spTgt>
                                        </p:tgtEl>
                                        <p:attrNameLst>
                                          <p:attrName>style.visibility</p:attrName>
                                        </p:attrNameLst>
                                      </p:cBhvr>
                                      <p:to>
                                        <p:strVal val="visible"/>
                                      </p:to>
                                    </p:set>
                                    <p:animEffect transition="in" filter="wipe(up)">
                                      <p:cBhvr>
                                        <p:cTn id="12" dur="500"/>
                                        <p:tgtEl>
                                          <p:spTgt spid="3563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56362">
                                            <p:txEl>
                                              <p:pRg st="0" end="0"/>
                                            </p:txEl>
                                          </p:spTgt>
                                        </p:tgtEl>
                                        <p:attrNameLst>
                                          <p:attrName>style.visibility</p:attrName>
                                        </p:attrNameLst>
                                      </p:cBhvr>
                                      <p:to>
                                        <p:strVal val="visible"/>
                                      </p:to>
                                    </p:set>
                                    <p:animEffect transition="in" filter="wipe(up)">
                                      <p:cBhvr>
                                        <p:cTn id="17" dur="500"/>
                                        <p:tgtEl>
                                          <p:spTgt spid="35636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56362">
                                            <p:txEl>
                                              <p:pRg st="1" end="1"/>
                                            </p:txEl>
                                          </p:spTgt>
                                        </p:tgtEl>
                                        <p:attrNameLst>
                                          <p:attrName>style.visibility</p:attrName>
                                        </p:attrNameLst>
                                      </p:cBhvr>
                                      <p:to>
                                        <p:strVal val="visible"/>
                                      </p:to>
                                    </p:set>
                                    <p:animEffect transition="in" filter="wipe(up)">
                                      <p:cBhvr>
                                        <p:cTn id="22" dur="500"/>
                                        <p:tgtEl>
                                          <p:spTgt spid="35636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56363">
                                            <p:txEl>
                                              <p:pRg st="0" end="0"/>
                                            </p:txEl>
                                          </p:spTgt>
                                        </p:tgtEl>
                                        <p:attrNameLst>
                                          <p:attrName>style.visibility</p:attrName>
                                        </p:attrNameLst>
                                      </p:cBhvr>
                                      <p:to>
                                        <p:strVal val="visible"/>
                                      </p:to>
                                    </p:set>
                                    <p:animEffect transition="in" filter="wipe(up)">
                                      <p:cBhvr>
                                        <p:cTn id="32" dur="500"/>
                                        <p:tgtEl>
                                          <p:spTgt spid="3563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autoUpdateAnimBg="0" build="p"/>
      <p:bldP spid="356362" grpId="0" autoUpdateAnimBg="0" build="p"/>
      <p:bldP spid="356363" grpId="0" autoUpdateAnimBg="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grpSp>
        <p:nvGrpSpPr>
          <p:cNvPr id="2" name="Group 3"/>
          <p:cNvGrpSpPr/>
          <p:nvPr/>
        </p:nvGrpSpPr>
        <p:grpSpPr bwMode="auto">
          <a:xfrm>
            <a:off x="457200" y="1881188"/>
            <a:ext cx="7924800" cy="1227137"/>
            <a:chOff x="288" y="1185"/>
            <a:chExt cx="4992" cy="773"/>
          </a:xfrm>
        </p:grpSpPr>
        <p:graphicFrame>
          <p:nvGraphicFramePr>
            <p:cNvPr id="20494" name="Object 4"/>
            <p:cNvGraphicFramePr>
              <a:graphicFrameLocks noChangeAspect="1"/>
            </p:cNvGraphicFramePr>
            <p:nvPr/>
          </p:nvGraphicFramePr>
          <p:xfrm>
            <a:off x="2025" y="1231"/>
            <a:ext cx="562" cy="257"/>
          </p:xfrm>
          <a:graphic>
            <a:graphicData uri="http://schemas.openxmlformats.org/presentationml/2006/ole">
              <mc:AlternateContent xmlns:mc="http://schemas.openxmlformats.org/markup-compatibility/2006">
                <mc:Choice xmlns:v="urn:schemas-microsoft-com:vml" Requires="v">
                  <p:oleObj spid="_x0000_s118940" name="Equation" r:id="rId1" imgW="444500" imgH="203200" progId="Equation.3">
                    <p:embed/>
                  </p:oleObj>
                </mc:Choice>
                <mc:Fallback>
                  <p:oleObj name="Equation" r:id="rId1" imgW="444500" imgH="203200" progId="Equation.3">
                    <p:embed/>
                    <p:pic>
                      <p:nvPicPr>
                        <p:cNvPr id="0"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 y="1231"/>
                          <a:ext cx="562" cy="2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5" name="Text Box 5"/>
            <p:cNvSpPr txBox="1">
              <a:spLocks noChangeArrowheads="1"/>
            </p:cNvSpPr>
            <p:nvPr/>
          </p:nvSpPr>
          <p:spPr bwMode="auto">
            <a:xfrm>
              <a:off x="320" y="1185"/>
              <a:ext cx="16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400" b="1">
                  <a:solidFill>
                    <a:schemeClr val="tx2"/>
                  </a:solidFill>
                  <a:latin typeface="Times New Roman" panose="02020603050405020304" pitchFamily="18" charset="0"/>
                </a:rPr>
                <a:t>定义一个</a:t>
              </a:r>
              <a:r>
                <a:rPr kumimoji="1" lang="zh-CN" altLang="en-US" sz="2400" b="1">
                  <a:solidFill>
                    <a:srgbClr val="0070C0"/>
                  </a:solidFill>
                  <a:latin typeface="Times New Roman" panose="02020603050405020304" pitchFamily="18" charset="0"/>
                </a:rPr>
                <a:t>代价函数</a:t>
              </a:r>
              <a:endParaRPr kumimoji="1" lang="zh-CN" altLang="en-US" sz="2400" b="1">
                <a:solidFill>
                  <a:srgbClr val="0070C0"/>
                </a:solidFill>
                <a:latin typeface="Times New Roman" panose="02020603050405020304" pitchFamily="18" charset="0"/>
              </a:endParaRPr>
            </a:p>
          </p:txBody>
        </p:sp>
        <p:sp>
          <p:nvSpPr>
            <p:cNvPr id="20496" name="Text Box 6"/>
            <p:cNvSpPr txBox="1">
              <a:spLocks noChangeArrowheads="1"/>
            </p:cNvSpPr>
            <p:nvPr/>
          </p:nvSpPr>
          <p:spPr bwMode="auto">
            <a:xfrm>
              <a:off x="2652" y="1200"/>
              <a:ext cx="24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400" b="1">
                  <a:solidFill>
                    <a:schemeClr val="tx2"/>
                  </a:solidFill>
                  <a:latin typeface="Times New Roman" panose="02020603050405020304" pitchFamily="18" charset="0"/>
                </a:rPr>
                <a:t>表示从起始点(1,1)出发，</a:t>
              </a:r>
              <a:endParaRPr kumimoji="1" lang="zh-CN" altLang="en-US" sz="2400" b="1">
                <a:solidFill>
                  <a:schemeClr val="tx2"/>
                </a:solidFill>
                <a:latin typeface="Times New Roman" panose="02020603050405020304" pitchFamily="18" charset="0"/>
              </a:endParaRPr>
            </a:p>
          </p:txBody>
        </p:sp>
        <p:sp>
          <p:nvSpPr>
            <p:cNvPr id="20497" name="Text Box 7"/>
            <p:cNvSpPr txBox="1">
              <a:spLocks noChangeArrowheads="1"/>
            </p:cNvSpPr>
            <p:nvPr/>
          </p:nvSpPr>
          <p:spPr bwMode="auto">
            <a:xfrm>
              <a:off x="288" y="1440"/>
              <a:ext cx="499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到达（</a:t>
              </a:r>
              <a:r>
                <a:rPr kumimoji="1" lang="en-US" altLang="zh-CN" sz="2400" b="1" i="1">
                  <a:solidFill>
                    <a:schemeClr val="tx2"/>
                  </a:solidFill>
                  <a:latin typeface="Times New Roman" panose="02020603050405020304" pitchFamily="18" charset="0"/>
                </a:rPr>
                <a:t>i</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j</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点最小代价路径的累计距离。</a:t>
              </a:r>
              <a:endParaRPr kumimoji="1" lang="zh-CN" altLang="en-US" sz="2400" b="1">
                <a:solidFill>
                  <a:schemeClr val="tx2"/>
                </a:solidFill>
                <a:latin typeface="Times New Roman" panose="02020603050405020304" pitchFamily="18" charset="0"/>
              </a:endParaRPr>
            </a:p>
            <a:p>
              <a:pPr eaLnBrk="1" hangingPunct="1">
                <a:spcBef>
                  <a:spcPct val="0"/>
                </a:spcBef>
                <a:buFontTx/>
                <a:buNone/>
              </a:pPr>
              <a:endParaRPr kumimoji="1" lang="zh-CN" altLang="en-US" sz="2400" b="1">
                <a:solidFill>
                  <a:schemeClr val="tx2"/>
                </a:solidFill>
                <a:latin typeface="Times New Roman" panose="02020603050405020304" pitchFamily="18" charset="0"/>
              </a:endParaRPr>
            </a:p>
          </p:txBody>
        </p:sp>
      </p:grpSp>
      <p:grpSp>
        <p:nvGrpSpPr>
          <p:cNvPr id="3" name="Group 8"/>
          <p:cNvGrpSpPr/>
          <p:nvPr/>
        </p:nvGrpSpPr>
        <p:grpSpPr bwMode="auto">
          <a:xfrm>
            <a:off x="461645" y="5244465"/>
            <a:ext cx="7799388" cy="914400"/>
            <a:chOff x="336" y="3168"/>
            <a:chExt cx="4913" cy="576"/>
          </a:xfrm>
        </p:grpSpPr>
        <p:sp>
          <p:nvSpPr>
            <p:cNvPr id="20491" name="Text Box 9"/>
            <p:cNvSpPr txBox="1">
              <a:spLocks noChangeArrowheads="1"/>
            </p:cNvSpPr>
            <p:nvPr/>
          </p:nvSpPr>
          <p:spPr bwMode="auto">
            <a:xfrm>
              <a:off x="336" y="3168"/>
              <a:ext cx="10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依次类推，</a:t>
              </a:r>
              <a:endParaRPr kumimoji="1" lang="zh-CN" altLang="en-US" sz="2400" b="1">
                <a:solidFill>
                  <a:schemeClr val="tx2"/>
                </a:solidFill>
                <a:latin typeface="Times New Roman" panose="02020603050405020304" pitchFamily="18" charset="0"/>
              </a:endParaRPr>
            </a:p>
          </p:txBody>
        </p:sp>
        <p:graphicFrame>
          <p:nvGraphicFramePr>
            <p:cNvPr id="20492" name="Object 10"/>
            <p:cNvGraphicFramePr>
              <a:graphicFrameLocks noChangeAspect="1"/>
            </p:cNvGraphicFramePr>
            <p:nvPr/>
          </p:nvGraphicFramePr>
          <p:xfrm>
            <a:off x="1296" y="3171"/>
            <a:ext cx="3953" cy="272"/>
          </p:xfrm>
          <a:graphic>
            <a:graphicData uri="http://schemas.openxmlformats.org/presentationml/2006/ole">
              <mc:AlternateContent xmlns:mc="http://schemas.openxmlformats.org/markup-compatibility/2006">
                <mc:Choice xmlns:v="urn:schemas-microsoft-com:vml" Requires="v">
                  <p:oleObj spid="_x0000_s118941" name="Equation" r:id="rId3" imgW="3136900" imgH="215900" progId="Equation.3">
                    <p:embed/>
                  </p:oleObj>
                </mc:Choice>
                <mc:Fallback>
                  <p:oleObj name="Equation" r:id="rId3" imgW="3136900" imgH="215900" progId="Equation.3">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6" y="3171"/>
                          <a:ext cx="3953"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3" name="Text Box 11"/>
            <p:cNvSpPr txBox="1">
              <a:spLocks noChangeArrowheads="1"/>
            </p:cNvSpPr>
            <p:nvPr/>
          </p:nvSpPr>
          <p:spPr bwMode="auto">
            <a:xfrm>
              <a:off x="336" y="3456"/>
              <a:ext cx="32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可由更低一层的代价函数计算得到。</a:t>
              </a:r>
              <a:endParaRPr kumimoji="1" lang="zh-CN" altLang="en-US" sz="2400" b="1">
                <a:solidFill>
                  <a:schemeClr val="tx2"/>
                </a:solidFill>
                <a:latin typeface="Times New Roman" panose="02020603050405020304" pitchFamily="18" charset="0"/>
              </a:endParaRPr>
            </a:p>
          </p:txBody>
        </p:sp>
      </p:grpSp>
      <p:grpSp>
        <p:nvGrpSpPr>
          <p:cNvPr id="4" name="Group 12"/>
          <p:cNvGrpSpPr/>
          <p:nvPr/>
        </p:nvGrpSpPr>
        <p:grpSpPr bwMode="auto">
          <a:xfrm>
            <a:off x="457200" y="2891155"/>
            <a:ext cx="6146800" cy="588963"/>
            <a:chOff x="288" y="1776"/>
            <a:chExt cx="3872" cy="371"/>
          </a:xfrm>
        </p:grpSpPr>
        <p:sp>
          <p:nvSpPr>
            <p:cNvPr id="20489" name="Text Box 13"/>
            <p:cNvSpPr txBox="1">
              <a:spLocks noChangeArrowheads="1"/>
            </p:cNvSpPr>
            <p:nvPr/>
          </p:nvSpPr>
          <p:spPr bwMode="auto">
            <a:xfrm>
              <a:off x="288" y="1776"/>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有：</a:t>
              </a:r>
              <a:endParaRPr kumimoji="1" lang="zh-CN" altLang="en-US" sz="2400" b="1">
                <a:solidFill>
                  <a:schemeClr val="tx2"/>
                </a:solidFill>
                <a:latin typeface="Times New Roman" panose="02020603050405020304" pitchFamily="18" charset="0"/>
              </a:endParaRPr>
            </a:p>
          </p:txBody>
        </p:sp>
        <p:graphicFrame>
          <p:nvGraphicFramePr>
            <p:cNvPr id="20490" name="Object 14"/>
            <p:cNvGraphicFramePr>
              <a:graphicFrameLocks noChangeAspect="1"/>
            </p:cNvGraphicFramePr>
            <p:nvPr/>
          </p:nvGraphicFramePr>
          <p:xfrm>
            <a:off x="912" y="1779"/>
            <a:ext cx="3248" cy="368"/>
          </p:xfrm>
          <a:graphic>
            <a:graphicData uri="http://schemas.openxmlformats.org/presentationml/2006/ole">
              <mc:AlternateContent xmlns:mc="http://schemas.openxmlformats.org/markup-compatibility/2006">
                <mc:Choice xmlns:v="urn:schemas-microsoft-com:vml" Requires="v">
                  <p:oleObj spid="_x0000_s118942" name="Equation" r:id="rId5" imgW="2578100" imgH="292100" progId="Equation.3">
                    <p:embed/>
                  </p:oleObj>
                </mc:Choice>
                <mc:Fallback>
                  <p:oleObj name="Equation" r:id="rId5" imgW="2578100" imgH="292100" progId="Equation.3">
                    <p:embed/>
                    <p:pic>
                      <p:nvPicPr>
                        <p:cNvPr id="0" name="Picture 1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 y="1779"/>
                          <a:ext cx="3248" cy="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15"/>
          <p:cNvGrpSpPr/>
          <p:nvPr/>
        </p:nvGrpSpPr>
        <p:grpSpPr bwMode="auto">
          <a:xfrm>
            <a:off x="457200" y="3648710"/>
            <a:ext cx="6934200" cy="1376363"/>
            <a:chOff x="288" y="2208"/>
            <a:chExt cx="4368" cy="867"/>
          </a:xfrm>
        </p:grpSpPr>
        <p:graphicFrame>
          <p:nvGraphicFramePr>
            <p:cNvPr id="20487" name="Object 16"/>
            <p:cNvGraphicFramePr>
              <a:graphicFrameLocks noChangeAspect="1"/>
            </p:cNvGraphicFramePr>
            <p:nvPr/>
          </p:nvGraphicFramePr>
          <p:xfrm>
            <a:off x="674" y="2208"/>
            <a:ext cx="3982" cy="867"/>
          </p:xfrm>
          <a:graphic>
            <a:graphicData uri="http://schemas.openxmlformats.org/presentationml/2006/ole">
              <mc:AlternateContent xmlns:mc="http://schemas.openxmlformats.org/markup-compatibility/2006">
                <mc:Choice xmlns:v="urn:schemas-microsoft-com:vml" Requires="v">
                  <p:oleObj spid="_x0000_s118943" name="Equation" r:id="rId7" imgW="3149600" imgH="685800" progId="Equation.3">
                    <p:embed/>
                  </p:oleObj>
                </mc:Choice>
                <mc:Fallback>
                  <p:oleObj name="Equation" r:id="rId7" imgW="3149600" imgH="685800" progId="Equation.3">
                    <p:embed/>
                    <p:pic>
                      <p:nvPicPr>
                        <p:cNvPr id="0" name="Picture 1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4" y="2208"/>
                          <a:ext cx="3982" cy="8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8" name="Text Box 17"/>
            <p:cNvSpPr txBox="1">
              <a:spLocks noChangeArrowheads="1"/>
            </p:cNvSpPr>
            <p:nvPr/>
          </p:nvSpPr>
          <p:spPr bwMode="auto">
            <a:xfrm>
              <a:off x="288" y="2208"/>
              <a:ext cx="5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400" b="1">
                  <a:solidFill>
                    <a:schemeClr val="tx2"/>
                  </a:solidFill>
                  <a:latin typeface="Times New Roman" panose="02020603050405020304" pitchFamily="18" charset="0"/>
                </a:rPr>
                <a:t>则：</a:t>
              </a:r>
              <a:endParaRPr kumimoji="1" lang="zh-CN" altLang="en-US" sz="2400" b="1">
                <a:solidFill>
                  <a:schemeClr val="tx2"/>
                </a:solidFill>
                <a:latin typeface="Times New Roman" panose="02020603050405020304" pitchFamily="18" charset="0"/>
              </a:endParaRPr>
            </a:p>
          </p:txBody>
        </p:sp>
      </p:grpSp>
      <p:sp>
        <p:nvSpPr>
          <p:cNvPr id="350219" name="AutoShape 11"/>
          <p:cNvSpPr>
            <a:spLocks noChangeArrowheads="1"/>
          </p:cNvSpPr>
          <p:nvPr/>
        </p:nvSpPr>
        <p:spPr bwMode="auto">
          <a:xfrm>
            <a:off x="7524115" y="2997200"/>
            <a:ext cx="591185" cy="431800"/>
          </a:xfrm>
          <a:prstGeom prst="wedgeRoundRectCallout">
            <a:avLst>
              <a:gd name="adj1" fmla="val -241944"/>
              <a:gd name="adj2" fmla="val -18676"/>
              <a:gd name="adj3" fmla="val 16667"/>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rPr>
              <a:t>？</a:t>
            </a:r>
            <a:endParaRPr kumimoji="1" lang="zh-CN" altLang="en-US" sz="2400" b="1">
              <a:solidFill>
                <a:schemeClr val="tx2"/>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50219"/>
                                        </p:tgtEl>
                                        <p:attrNameLst>
                                          <p:attrName>style.visibility</p:attrName>
                                        </p:attrNameLst>
                                      </p:cBhvr>
                                      <p:to>
                                        <p:strVal val="visible"/>
                                      </p:to>
                                    </p:set>
                                    <p:animEffect transition="in" filter="wipe(up)">
                                      <p:cBhvr>
                                        <p:cTn id="27" dur="500"/>
                                        <p:tgtEl>
                                          <p:spTgt spid="350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9"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sp>
        <p:nvSpPr>
          <p:cNvPr id="22531" name="Rectangle 3"/>
          <p:cNvSpPr>
            <a:spLocks noGrp="1" noChangeArrowheads="1"/>
          </p:cNvSpPr>
          <p:nvPr>
            <p:ph type="body" idx="1"/>
          </p:nvPr>
        </p:nvSpPr>
        <p:spPr>
          <a:xfrm>
            <a:off x="672465" y="1600200"/>
            <a:ext cx="8229600" cy="587375"/>
          </a:xfrm>
        </p:spPr>
        <p:txBody>
          <a:bodyPr/>
          <a:lstStyle/>
          <a:p>
            <a:pPr eaLnBrk="1" hangingPunct="1">
              <a:buSzPct val="80000"/>
              <a:buFont typeface="Wingdings" panose="05000000000000000000" charset="0"/>
              <a:buChar char="p"/>
            </a:pPr>
            <a:r>
              <a:rPr kumimoji="1" lang="zh-CN" altLang="en-US" sz="2400" b="1" kern="1200">
                <a:solidFill>
                  <a:schemeClr val="tx2"/>
                </a:solidFill>
                <a:latin typeface="Arial" panose="020B0604020202020204" pitchFamily="34" charset="0"/>
                <a:ea typeface="宋体" panose="02010600030101010101" pitchFamily="2" charset="-122"/>
              </a:rPr>
              <a:t>这样就</a:t>
            </a:r>
            <a:r>
              <a:rPr lang="zh-CN" altLang="en-US" sz="2400" b="1" smtClean="0">
                <a:solidFill>
                  <a:schemeClr val="tx2"/>
                </a:solidFill>
              </a:rPr>
              <a:t>可从</a:t>
            </a:r>
            <a:endParaRPr lang="zh-CN" altLang="en-US" sz="2400" b="1" smtClean="0">
              <a:solidFill>
                <a:schemeClr val="tx2"/>
              </a:solidFill>
            </a:endParaRPr>
          </a:p>
          <a:p>
            <a:pPr eaLnBrk="1" hangingPunct="1"/>
            <a:endParaRPr lang="zh-CN" altLang="en-US" sz="2400" b="1" smtClean="0">
              <a:solidFill>
                <a:schemeClr val="tx2"/>
              </a:solidFill>
            </a:endParaRPr>
          </a:p>
        </p:txBody>
      </p:sp>
      <p:graphicFrame>
        <p:nvGraphicFramePr>
          <p:cNvPr id="22532" name="Object 4"/>
          <p:cNvGraphicFramePr>
            <a:graphicFrameLocks noChangeAspect="1"/>
          </p:cNvGraphicFramePr>
          <p:nvPr/>
        </p:nvGraphicFramePr>
        <p:xfrm>
          <a:off x="2626995" y="1628775"/>
          <a:ext cx="812800" cy="406400"/>
        </p:xfrm>
        <a:graphic>
          <a:graphicData uri="http://schemas.openxmlformats.org/presentationml/2006/ole">
            <mc:AlternateContent xmlns:mc="http://schemas.openxmlformats.org/markup-compatibility/2006">
              <mc:Choice xmlns:v="urn:schemas-microsoft-com:vml" Requires="v">
                <p:oleObj spid="_x0000_s119964" name="Equation" r:id="rId1" imgW="405765" imgH="203200" progId="Equation.3">
                  <p:embed/>
                </p:oleObj>
              </mc:Choice>
              <mc:Fallback>
                <p:oleObj name="Equation" r:id="rId1" imgW="405765" imgH="203200" progId="Equation.3">
                  <p:embed/>
                  <p:pic>
                    <p:nvPicPr>
                      <p:cNvPr id="0"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6995" y="1628775"/>
                        <a:ext cx="812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3" name="Text Box 5"/>
          <p:cNvSpPr txBox="1">
            <a:spLocks noChangeArrowheads="1"/>
          </p:cNvSpPr>
          <p:nvPr/>
        </p:nvSpPr>
        <p:spPr bwMode="auto">
          <a:xfrm>
            <a:off x="3259614" y="1600200"/>
            <a:ext cx="24015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rPr>
              <a:t> </a:t>
            </a:r>
            <a:r>
              <a:rPr kumimoji="1" lang="zh-CN" altLang="en-US" sz="2400" b="1">
                <a:solidFill>
                  <a:schemeClr val="tx2"/>
                </a:solidFill>
                <a:latin typeface="Times New Roman" panose="02020603050405020304" pitchFamily="18" charset="0"/>
              </a:rPr>
              <a:t>逐步向上搜索。</a:t>
            </a:r>
            <a:endParaRPr kumimoji="1" lang="zh-CN" altLang="en-US" sz="2400" b="1">
              <a:solidFill>
                <a:schemeClr val="tx2"/>
              </a:solidFill>
              <a:latin typeface="Times New Roman" panose="02020603050405020304" pitchFamily="18" charset="0"/>
            </a:endParaRPr>
          </a:p>
        </p:txBody>
      </p:sp>
      <p:grpSp>
        <p:nvGrpSpPr>
          <p:cNvPr id="2" name="Group 6"/>
          <p:cNvGrpSpPr/>
          <p:nvPr/>
        </p:nvGrpSpPr>
        <p:grpSpPr bwMode="auto">
          <a:xfrm>
            <a:off x="685800" y="2218690"/>
            <a:ext cx="7772400" cy="1727200"/>
            <a:chOff x="432" y="1488"/>
            <a:chExt cx="4896" cy="1088"/>
          </a:xfrm>
        </p:grpSpPr>
        <p:sp>
          <p:nvSpPr>
            <p:cNvPr id="22541" name="Rectangle 7"/>
            <p:cNvSpPr>
              <a:spLocks noChangeArrowheads="1"/>
            </p:cNvSpPr>
            <p:nvPr/>
          </p:nvSpPr>
          <p:spPr bwMode="auto">
            <a:xfrm>
              <a:off x="432" y="1488"/>
              <a:ext cx="489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Tx/>
                <a:buBlip>
                  <a:blip r:embed="rId3"/>
                </a:buBlip>
              </a:pPr>
              <a:endParaRPr kumimoji="1" lang="en-US" altLang="zh-CN" sz="2400" b="1">
                <a:solidFill>
                  <a:schemeClr val="tx2"/>
                </a:solidFill>
              </a:endParaRPr>
            </a:p>
            <a:p>
              <a:pPr eaLnBrk="1" hangingPunct="1">
                <a:buSzPct val="80000"/>
                <a:buFontTx/>
                <a:buBlip>
                  <a:blip r:embed="rId3"/>
                </a:buBlip>
              </a:pPr>
              <a:endParaRPr kumimoji="1" lang="zh-CN" altLang="en-US" sz="2400" b="1">
                <a:solidFill>
                  <a:schemeClr val="tx2"/>
                </a:solidFill>
              </a:endParaRPr>
            </a:p>
          </p:txBody>
        </p:sp>
        <p:grpSp>
          <p:nvGrpSpPr>
            <p:cNvPr id="22542" name="Group 8"/>
            <p:cNvGrpSpPr/>
            <p:nvPr/>
          </p:nvGrpSpPr>
          <p:grpSpPr bwMode="auto">
            <a:xfrm>
              <a:off x="432" y="1584"/>
              <a:ext cx="4896" cy="992"/>
              <a:chOff x="432" y="1584"/>
              <a:chExt cx="4896" cy="992"/>
            </a:xfrm>
          </p:grpSpPr>
          <p:graphicFrame>
            <p:nvGraphicFramePr>
              <p:cNvPr id="22543" name="Object 9"/>
              <p:cNvGraphicFramePr>
                <a:graphicFrameLocks noChangeAspect="1"/>
              </p:cNvGraphicFramePr>
              <p:nvPr/>
            </p:nvGraphicFramePr>
            <p:xfrm>
              <a:off x="480" y="1968"/>
              <a:ext cx="2353" cy="608"/>
            </p:xfrm>
            <a:graphic>
              <a:graphicData uri="http://schemas.openxmlformats.org/presentationml/2006/ole">
                <mc:AlternateContent xmlns:mc="http://schemas.openxmlformats.org/markup-compatibility/2006">
                  <mc:Choice xmlns:v="urn:schemas-microsoft-com:vml" Requires="v">
                    <p:oleObj spid="_x0000_s119965" name="Equation" r:id="rId4" imgW="1866900" imgH="482600" progId="Equation.3">
                      <p:embed/>
                    </p:oleObj>
                  </mc:Choice>
                  <mc:Fallback>
                    <p:oleObj name="Equation" r:id="rId4" imgW="1866900" imgH="482600" progId="Equation.3">
                      <p:embed/>
                      <p:pic>
                        <p:nvPicPr>
                          <p:cNvPr id="0" name="Picture 10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 y="1968"/>
                            <a:ext cx="2353" cy="6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4" name="Rectangle 10"/>
              <p:cNvSpPr>
                <a:spLocks noChangeArrowheads="1"/>
              </p:cNvSpPr>
              <p:nvPr/>
            </p:nvSpPr>
            <p:spPr bwMode="auto">
              <a:xfrm>
                <a:off x="432" y="1584"/>
                <a:ext cx="489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 typeface="Wingdings" panose="05000000000000000000" charset="0"/>
                  <a:buChar char="p"/>
                </a:pPr>
                <a:r>
                  <a:rPr kumimoji="1" lang="zh-CN" altLang="en-US" sz="2400" b="1">
                    <a:solidFill>
                      <a:schemeClr val="tx2"/>
                    </a:solidFill>
                  </a:rPr>
                  <a:t>加权系数</a:t>
                </a:r>
                <a:r>
                  <a:rPr kumimoji="1" lang="zh-CN" altLang="en-US" sz="2400" b="1">
                    <a:solidFill>
                      <a:schemeClr val="tx2"/>
                    </a:solidFill>
                    <a:latin typeface="宋体" panose="02010600030101010101" pitchFamily="2" charset="-122"/>
                  </a:rPr>
                  <a:t>的取值与局部路径有关</a:t>
                </a:r>
                <a:r>
                  <a:rPr kumimoji="1" lang="zh-CN" altLang="en-US" sz="2400" b="1">
                    <a:solidFill>
                      <a:schemeClr val="tx2"/>
                    </a:solidFill>
                  </a:rPr>
                  <a:t> </a:t>
                </a:r>
                <a:endParaRPr kumimoji="1" lang="zh-CN" altLang="en-US" sz="2400" b="1">
                  <a:solidFill>
                    <a:schemeClr val="tx2"/>
                  </a:solidFill>
                </a:endParaRPr>
              </a:p>
              <a:p>
                <a:pPr eaLnBrk="1" hangingPunct="1">
                  <a:buSzPct val="80000"/>
                  <a:buFontTx/>
                  <a:buBlip>
                    <a:blip r:embed="rId3"/>
                  </a:buBlip>
                </a:pPr>
                <a:endParaRPr kumimoji="1" lang="zh-CN" altLang="en-US" sz="2400" b="1">
                  <a:solidFill>
                    <a:schemeClr val="tx2"/>
                  </a:solidFill>
                </a:endParaRPr>
              </a:p>
            </p:txBody>
          </p:sp>
        </p:grpSp>
      </p:grpSp>
      <p:grpSp>
        <p:nvGrpSpPr>
          <p:cNvPr id="4" name="Group 11"/>
          <p:cNvGrpSpPr/>
          <p:nvPr/>
        </p:nvGrpSpPr>
        <p:grpSpPr bwMode="auto">
          <a:xfrm>
            <a:off x="676910" y="3953510"/>
            <a:ext cx="7543800" cy="2620963"/>
            <a:chOff x="336" y="2400"/>
            <a:chExt cx="4752" cy="1651"/>
          </a:xfrm>
        </p:grpSpPr>
        <p:sp>
          <p:nvSpPr>
            <p:cNvPr id="22539" name="Rectangle 12"/>
            <p:cNvSpPr>
              <a:spLocks noChangeArrowheads="1"/>
            </p:cNvSpPr>
            <p:nvPr/>
          </p:nvSpPr>
          <p:spPr bwMode="auto">
            <a:xfrm>
              <a:off x="336" y="3360"/>
              <a:ext cx="211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 typeface="Wingdings" panose="05000000000000000000" charset="0"/>
                <a:buChar char="p"/>
              </a:pPr>
              <a:r>
                <a:rPr kumimoji="1" lang="zh-CN" altLang="en-US" sz="2400" b="1">
                  <a:solidFill>
                    <a:schemeClr val="tx2"/>
                  </a:solidFill>
                  <a:latin typeface="宋体" panose="02010600030101010101" pitchFamily="2" charset="-122"/>
                </a:rPr>
                <a:t>平行四边形区域约束</a:t>
              </a:r>
              <a:r>
                <a:rPr kumimoji="1" lang="zh-CN" altLang="en-US" sz="2400" b="1">
                  <a:solidFill>
                    <a:schemeClr val="tx2"/>
                  </a:solidFill>
                </a:rPr>
                <a:t> </a:t>
              </a:r>
              <a:endParaRPr kumimoji="1" lang="zh-CN" altLang="en-US" sz="2400" b="1">
                <a:solidFill>
                  <a:schemeClr val="tx2"/>
                </a:solidFill>
              </a:endParaRPr>
            </a:p>
            <a:p>
              <a:pPr eaLnBrk="1" hangingPunct="1">
                <a:buSzPct val="80000"/>
                <a:buFontTx/>
                <a:buBlip>
                  <a:blip r:embed="rId3"/>
                </a:buBlip>
              </a:pPr>
              <a:endParaRPr kumimoji="1" lang="zh-CN" altLang="en-US" sz="2400" b="1">
                <a:solidFill>
                  <a:schemeClr val="tx2"/>
                </a:solidFill>
              </a:endParaRPr>
            </a:p>
          </p:txBody>
        </p:sp>
        <p:graphicFrame>
          <p:nvGraphicFramePr>
            <p:cNvPr id="22540" name="Object 13"/>
            <p:cNvGraphicFramePr>
              <a:graphicFrameLocks noChangeAspect="1"/>
            </p:cNvGraphicFramePr>
            <p:nvPr/>
          </p:nvGraphicFramePr>
          <p:xfrm>
            <a:off x="2592" y="2400"/>
            <a:ext cx="2496" cy="1651"/>
          </p:xfrm>
          <a:graphic>
            <a:graphicData uri="http://schemas.openxmlformats.org/presentationml/2006/ole">
              <mc:AlternateContent xmlns:mc="http://schemas.openxmlformats.org/markup-compatibility/2006">
                <mc:Choice xmlns:v="urn:schemas-microsoft-com:vml" Requires="v">
                  <p:oleObj spid="_x0000_s119966" name="Picture2" r:id="rId6" imgW="4468495" imgH="2953385" progId="Word.Picture.8">
                    <p:embed/>
                  </p:oleObj>
                </mc:Choice>
                <mc:Fallback>
                  <p:oleObj name="Picture2" r:id="rId6" imgW="4468495" imgH="2953385" progId="Word.Picture.8">
                    <p:embed/>
                    <p:pic>
                      <p:nvPicPr>
                        <p:cNvPr id="0" name="Picture 10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2" y="2400"/>
                          <a:ext cx="2496" cy="16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14"/>
          <p:cNvGrpSpPr/>
          <p:nvPr/>
        </p:nvGrpSpPr>
        <p:grpSpPr bwMode="auto">
          <a:xfrm>
            <a:off x="685800" y="4276090"/>
            <a:ext cx="3352800" cy="938213"/>
            <a:chOff x="432" y="2784"/>
            <a:chExt cx="2112" cy="591"/>
          </a:xfrm>
        </p:grpSpPr>
        <p:sp>
          <p:nvSpPr>
            <p:cNvPr id="22537" name="Rectangle 15"/>
            <p:cNvSpPr>
              <a:spLocks noChangeArrowheads="1"/>
            </p:cNvSpPr>
            <p:nvPr/>
          </p:nvSpPr>
          <p:spPr bwMode="auto">
            <a:xfrm>
              <a:off x="432" y="2784"/>
              <a:ext cx="211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80000"/>
                <a:buFont typeface="Wingdings" panose="05000000000000000000" charset="0"/>
                <a:buChar char="p"/>
              </a:pPr>
              <a:r>
                <a:rPr kumimoji="1" lang="zh-CN" altLang="en-US" sz="2400" b="1">
                  <a:solidFill>
                    <a:schemeClr val="tx2"/>
                  </a:solidFill>
                  <a:latin typeface="宋体" panose="02010600030101010101" pitchFamily="2" charset="-122"/>
                </a:rPr>
                <a:t>定义</a:t>
              </a:r>
              <a:r>
                <a:rPr kumimoji="1" lang="zh-CN" altLang="en-US" sz="2400" b="1">
                  <a:solidFill>
                    <a:srgbClr val="0070C0"/>
                  </a:solidFill>
                  <a:latin typeface="宋体" panose="02010600030101010101" pitchFamily="2" charset="-122"/>
                </a:rPr>
                <a:t>回溯函数</a:t>
              </a:r>
              <a:r>
                <a:rPr kumimoji="1" lang="zh-CN" altLang="en-US" sz="2400" b="1">
                  <a:solidFill>
                    <a:schemeClr val="tx2"/>
                  </a:solidFill>
                </a:rPr>
                <a:t> </a:t>
              </a:r>
              <a:endParaRPr kumimoji="1" lang="zh-CN" altLang="en-US" sz="2400" b="1">
                <a:solidFill>
                  <a:schemeClr val="tx2"/>
                </a:solidFill>
              </a:endParaRPr>
            </a:p>
            <a:p>
              <a:pPr eaLnBrk="1" hangingPunct="1">
                <a:buSzPct val="80000"/>
                <a:buFontTx/>
                <a:buBlip>
                  <a:blip r:embed="rId3"/>
                </a:buBlip>
              </a:pPr>
              <a:endParaRPr kumimoji="1" lang="zh-CN" altLang="en-US" sz="2400" b="1">
                <a:solidFill>
                  <a:schemeClr val="tx2"/>
                </a:solidFill>
              </a:endParaRPr>
            </a:p>
          </p:txBody>
        </p:sp>
        <p:graphicFrame>
          <p:nvGraphicFramePr>
            <p:cNvPr id="22538" name="Object 16"/>
            <p:cNvGraphicFramePr>
              <a:graphicFrameLocks noChangeAspect="1"/>
            </p:cNvGraphicFramePr>
            <p:nvPr/>
          </p:nvGraphicFramePr>
          <p:xfrm>
            <a:off x="912" y="3120"/>
            <a:ext cx="526" cy="255"/>
          </p:xfrm>
          <a:graphic>
            <a:graphicData uri="http://schemas.openxmlformats.org/presentationml/2006/ole">
              <mc:AlternateContent xmlns:mc="http://schemas.openxmlformats.org/markup-compatibility/2006">
                <mc:Choice xmlns:v="urn:schemas-microsoft-com:vml" Requires="v">
                  <p:oleObj spid="_x0000_s119967" name="Equation" r:id="rId8" imgW="419100" imgH="203200" progId="Equation.3">
                    <p:embed/>
                  </p:oleObj>
                </mc:Choice>
                <mc:Fallback>
                  <p:oleObj name="Equation" r:id="rId8" imgW="419100" imgH="203200" progId="Equation.3">
                    <p:embed/>
                    <p:pic>
                      <p:nvPicPr>
                        <p:cNvPr id="0" name="Picture 10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2" y="3120"/>
                          <a:ext cx="526" cy="2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sp>
        <p:nvSpPr>
          <p:cNvPr id="24579" name="Rectangle 3"/>
          <p:cNvSpPr>
            <a:spLocks noChangeArrowheads="1"/>
          </p:cNvSpPr>
          <p:nvPr/>
        </p:nvSpPr>
        <p:spPr bwMode="auto">
          <a:xfrm>
            <a:off x="3805238"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0" name="Text Box 4"/>
          <p:cNvSpPr txBox="1">
            <a:spLocks noChangeArrowheads="1"/>
          </p:cNvSpPr>
          <p:nvPr/>
        </p:nvSpPr>
        <p:spPr bwMode="auto">
          <a:xfrm>
            <a:off x="525463" y="1870075"/>
            <a:ext cx="2751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a:solidFill>
                  <a:schemeClr val="tx2"/>
                </a:solidFill>
                <a:latin typeface="Times New Roman" panose="02020603050405020304" pitchFamily="18" charset="0"/>
              </a:rPr>
              <a:t>DTW</a:t>
            </a:r>
            <a:r>
              <a:rPr kumimoji="1" lang="zh-CN" altLang="en-US" sz="2400" b="1">
                <a:solidFill>
                  <a:schemeClr val="tx2"/>
                </a:solidFill>
                <a:latin typeface="Times New Roman" panose="02020603050405020304" pitchFamily="18" charset="0"/>
              </a:rPr>
              <a:t>路径搜索算法</a:t>
            </a:r>
            <a:endParaRPr kumimoji="1" lang="zh-CN" altLang="en-US" sz="2400" b="1">
              <a:solidFill>
                <a:schemeClr val="tx2"/>
              </a:solidFill>
              <a:latin typeface="Times New Roman" panose="02020603050405020304" pitchFamily="18" charset="0"/>
            </a:endParaRPr>
          </a:p>
        </p:txBody>
      </p:sp>
      <p:sp>
        <p:nvSpPr>
          <p:cNvPr id="24581" name="Rectangle 5"/>
          <p:cNvSpPr>
            <a:spLocks noChangeArrowheads="1"/>
          </p:cNvSpPr>
          <p:nvPr/>
        </p:nvSpPr>
        <p:spPr bwMode="auto">
          <a:xfrm>
            <a:off x="3424238"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4582" name="Group 6"/>
          <p:cNvGrpSpPr/>
          <p:nvPr/>
        </p:nvGrpSpPr>
        <p:grpSpPr bwMode="auto">
          <a:xfrm>
            <a:off x="533400" y="2362200"/>
            <a:ext cx="7737475" cy="3549650"/>
            <a:chOff x="336" y="1488"/>
            <a:chExt cx="4874" cy="2236"/>
          </a:xfrm>
        </p:grpSpPr>
        <p:graphicFrame>
          <p:nvGraphicFramePr>
            <p:cNvPr id="24583" name="Object 7"/>
            <p:cNvGraphicFramePr>
              <a:graphicFrameLocks noChangeAspect="1"/>
            </p:cNvGraphicFramePr>
            <p:nvPr/>
          </p:nvGraphicFramePr>
          <p:xfrm>
            <a:off x="1753" y="1488"/>
            <a:ext cx="2181" cy="289"/>
          </p:xfrm>
          <a:graphic>
            <a:graphicData uri="http://schemas.openxmlformats.org/presentationml/2006/ole">
              <mc:AlternateContent xmlns:mc="http://schemas.openxmlformats.org/markup-compatibility/2006">
                <mc:Choice xmlns:v="urn:schemas-microsoft-com:vml" Requires="v">
                  <p:oleObj spid="_x0000_s120912" name="Equation" r:id="rId1" imgW="1752600" imgH="228600" progId="Equation.3">
                    <p:embed/>
                  </p:oleObj>
                </mc:Choice>
                <mc:Fallback>
                  <p:oleObj name="Equation" r:id="rId1" imgW="1752600" imgH="228600" progId="Equation.3">
                    <p:embed/>
                    <p:pic>
                      <p:nvPicPr>
                        <p:cNvPr id="0" name="Picture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3" y="1488"/>
                          <a:ext cx="2181" cy="2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84" name="Text Box 8"/>
            <p:cNvSpPr txBox="1">
              <a:spLocks noChangeArrowheads="1"/>
            </p:cNvSpPr>
            <p:nvPr/>
          </p:nvSpPr>
          <p:spPr bwMode="auto">
            <a:xfrm>
              <a:off x="336" y="1488"/>
              <a:ext cx="14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a:t>
              </a:r>
              <a:r>
                <a:rPr kumimoji="1" lang="zh-CN" altLang="en-US" sz="2400" b="1">
                  <a:solidFill>
                    <a:schemeClr val="tx2"/>
                  </a:solidFill>
                  <a:latin typeface="Times New Roman" panose="02020603050405020304" pitchFamily="18" charset="0"/>
                </a:rPr>
                <a:t>1</a:t>
              </a:r>
              <a:r>
                <a:rPr kumimoji="1" lang="zh-CN" altLang="en-US" sz="2400" b="1">
                  <a:solidFill>
                    <a:schemeClr val="tx2"/>
                  </a:solidFill>
                  <a:latin typeface="宋体" panose="02010600030101010101" pitchFamily="2" charset="-122"/>
                </a:rPr>
                <a:t>）</a:t>
              </a:r>
              <a:r>
                <a:rPr kumimoji="1" lang="zh-CN" altLang="en-US" sz="2400" b="1">
                  <a:solidFill>
                    <a:srgbClr val="0070C0"/>
                  </a:solidFill>
                  <a:latin typeface="宋体" panose="02010600030101010101" pitchFamily="2" charset="-122"/>
                </a:rPr>
                <a:t>初始化</a:t>
              </a:r>
              <a:r>
                <a:rPr kumimoji="1" lang="zh-CN" altLang="en-US" sz="2400" b="1">
                  <a:solidFill>
                    <a:schemeClr val="tx2"/>
                  </a:solidFill>
                  <a:latin typeface="宋体" panose="02010600030101010101" pitchFamily="2" charset="-122"/>
                </a:rPr>
                <a:t>：</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graphicFrame>
          <p:nvGraphicFramePr>
            <p:cNvPr id="24585" name="Object 9"/>
            <p:cNvGraphicFramePr>
              <a:graphicFrameLocks noChangeAspect="1"/>
            </p:cNvGraphicFramePr>
            <p:nvPr/>
          </p:nvGraphicFramePr>
          <p:xfrm>
            <a:off x="1171" y="1920"/>
            <a:ext cx="2896" cy="610"/>
          </p:xfrm>
          <a:graphic>
            <a:graphicData uri="http://schemas.openxmlformats.org/presentationml/2006/ole">
              <mc:AlternateContent xmlns:mc="http://schemas.openxmlformats.org/markup-compatibility/2006">
                <mc:Choice xmlns:v="urn:schemas-microsoft-com:vml" Requires="v">
                  <p:oleObj spid="_x0000_s120913" name="Equation" r:id="rId3" imgW="2311400" imgH="482600" progId="Equation.3">
                    <p:embed/>
                  </p:oleObj>
                </mc:Choice>
                <mc:Fallback>
                  <p:oleObj name="Equation" r:id="rId3" imgW="2311400" imgH="482600" progId="Equation.3">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 y="1920"/>
                          <a:ext cx="2896" cy="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86" name="Text Box 10"/>
            <p:cNvSpPr txBox="1">
              <a:spLocks noChangeArrowheads="1"/>
            </p:cNvSpPr>
            <p:nvPr/>
          </p:nvSpPr>
          <p:spPr bwMode="auto">
            <a:xfrm>
              <a:off x="506" y="2976"/>
              <a:ext cx="4704"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其中约束区域</a:t>
              </a:r>
              <a:r>
                <a:rPr kumimoji="1" lang="en-US" altLang="zh-CN" sz="2400" b="1">
                  <a:solidFill>
                    <a:schemeClr val="tx2"/>
                  </a:solidFill>
                  <a:latin typeface="Times New Roman" panose="02020603050405020304" pitchFamily="18" charset="0"/>
                </a:rPr>
                <a:t>Reg</a:t>
              </a:r>
              <a:r>
                <a:rPr kumimoji="1" lang="zh-CN" altLang="en-US" sz="2400" b="1">
                  <a:solidFill>
                    <a:schemeClr val="tx2"/>
                  </a:solidFill>
                  <a:latin typeface="宋体" panose="02010600030101010101" pitchFamily="2" charset="-122"/>
                </a:rPr>
                <a:t>可以假定是这样一个平行四边形，它有两个顶点位于</a:t>
              </a:r>
              <a:r>
                <a:rPr kumimoji="1" lang="zh-CN" altLang="en-US" sz="2400" b="1">
                  <a:solidFill>
                    <a:schemeClr val="tx2"/>
                  </a:solidFill>
                  <a:latin typeface="Times New Roman" panose="02020603050405020304" pitchFamily="18" charset="0"/>
                </a:rPr>
                <a:t>(1,1)</a:t>
              </a:r>
              <a:r>
                <a:rPr kumimoji="1" lang="zh-CN" altLang="en-US" sz="2400" b="1">
                  <a:solidFill>
                    <a:schemeClr val="tx2"/>
                  </a:solidFill>
                  <a:latin typeface="宋体" panose="02010600030101010101" pitchFamily="2" charset="-122"/>
                </a:rPr>
                <a:t>和</a:t>
              </a:r>
              <a:r>
                <a:rPr kumimoji="1" lang="zh-CN" altLang="en-US" sz="2400" b="1">
                  <a:solidFill>
                    <a:schemeClr val="tx2"/>
                  </a:solidFill>
                  <a:latin typeface="Times New Roman" panose="02020603050405020304" pitchFamily="18" charset="0"/>
                </a:rPr>
                <a:t>(</a:t>
              </a:r>
              <a:r>
                <a:rPr kumimoji="1" lang="en-US" altLang="zh-CN" sz="2400" b="1">
                  <a:solidFill>
                    <a:schemeClr val="tx2"/>
                  </a:solidFill>
                  <a:latin typeface="Times New Roman" panose="02020603050405020304" pitchFamily="18" charset="0"/>
                </a:rPr>
                <a:t>M</a:t>
              </a:r>
              <a:r>
                <a:rPr kumimoji="1" lang="en-US" altLang="zh-CN" sz="2400" b="1" baseline="-25000">
                  <a:solidFill>
                    <a:schemeClr val="tx2"/>
                  </a:solidFill>
                  <a:latin typeface="Times New Roman" panose="02020603050405020304" pitchFamily="18" charset="0"/>
                </a:rPr>
                <a:t>1</a:t>
              </a:r>
              <a:r>
                <a:rPr kumimoji="1" lang="en-US" altLang="zh-CN" sz="2400" b="1" i="1">
                  <a:solidFill>
                    <a:schemeClr val="tx2"/>
                  </a:solidFill>
                  <a:latin typeface="Times New Roman" panose="02020603050405020304" pitchFamily="18" charset="0"/>
                </a:rPr>
                <a:t>,M</a:t>
              </a:r>
              <a:r>
                <a:rPr kumimoji="1" lang="en-US" altLang="zh-CN" sz="2400" b="1" baseline="-25000">
                  <a:solidFill>
                    <a:schemeClr val="tx2"/>
                  </a:solidFill>
                  <a:latin typeface="Times New Roman" panose="02020603050405020304" pitchFamily="18" charset="0"/>
                </a:rPr>
                <a:t>2</a:t>
              </a:r>
              <a:r>
                <a:rPr kumimoji="1" lang="en-US" altLang="zh-CN" sz="2400" b="1">
                  <a:solidFill>
                    <a:schemeClr val="tx2"/>
                  </a:solidFill>
                  <a:latin typeface="Times New Roman" panose="02020603050405020304" pitchFamily="18" charset="0"/>
                </a:rPr>
                <a:t>)</a:t>
              </a:r>
              <a:r>
                <a:rPr kumimoji="1" lang="en-US" altLang="zh-CN" sz="2400" b="1">
                  <a:solidFill>
                    <a:schemeClr val="tx2"/>
                  </a:solidFill>
                  <a:latin typeface="宋体" panose="02010600030101010101" pitchFamily="2" charset="-122"/>
                </a:rPr>
                <a:t>，</a:t>
              </a:r>
              <a:r>
                <a:rPr kumimoji="1" lang="zh-CN" altLang="en-US" sz="2400" b="1">
                  <a:solidFill>
                    <a:schemeClr val="tx2"/>
                  </a:solidFill>
                  <a:latin typeface="宋体" panose="02010600030101010101" pitchFamily="2" charset="-122"/>
                </a:rPr>
                <a:t>相邻两条边的斜率分别为</a:t>
              </a:r>
              <a:r>
                <a:rPr kumimoji="1" lang="zh-CN" altLang="en-US" sz="2400" b="1">
                  <a:solidFill>
                    <a:schemeClr val="tx2"/>
                  </a:solidFill>
                  <a:latin typeface="Times New Roman" panose="02020603050405020304" pitchFamily="18" charset="0"/>
                </a:rPr>
                <a:t>2</a:t>
              </a:r>
              <a:r>
                <a:rPr kumimoji="1" lang="zh-CN" altLang="en-US" sz="2400" b="1">
                  <a:solidFill>
                    <a:schemeClr val="tx2"/>
                  </a:solidFill>
                  <a:latin typeface="宋体" panose="02010600030101010101" pitchFamily="2" charset="-122"/>
                </a:rPr>
                <a:t>和</a:t>
              </a:r>
              <a:r>
                <a:rPr kumimoji="1" lang="zh-CN" altLang="en-US" sz="2400" b="1">
                  <a:solidFill>
                    <a:schemeClr val="tx2"/>
                  </a:solidFill>
                  <a:latin typeface="Times New Roman" panose="02020603050405020304" pitchFamily="18" charset="0"/>
                </a:rPr>
                <a:t>1/2</a:t>
              </a:r>
              <a:r>
                <a:rPr kumimoji="1" lang="zh-CN" altLang="en-US" sz="2400" b="1">
                  <a:solidFill>
                    <a:schemeClr val="tx2"/>
                  </a:solidFill>
                  <a:latin typeface="宋体" panose="02010600030101010101" pitchFamily="2" charset="-122"/>
                </a:rPr>
                <a:t>。</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latin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sp>
        <p:nvSpPr>
          <p:cNvPr id="26627" name="Text Box 3"/>
          <p:cNvSpPr txBox="1">
            <a:spLocks noChangeArrowheads="1"/>
          </p:cNvSpPr>
          <p:nvPr/>
        </p:nvSpPr>
        <p:spPr bwMode="auto">
          <a:xfrm>
            <a:off x="1127125" y="400685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800" b="1">
              <a:solidFill>
                <a:schemeClr val="tx2"/>
              </a:solidFill>
            </a:endParaRPr>
          </a:p>
        </p:txBody>
      </p:sp>
      <p:sp>
        <p:nvSpPr>
          <p:cNvPr id="364548" name="Rectangle 4"/>
          <p:cNvSpPr>
            <a:spLocks noChangeArrowheads="1"/>
          </p:cNvSpPr>
          <p:nvPr/>
        </p:nvSpPr>
        <p:spPr bwMode="auto">
          <a:xfrm>
            <a:off x="413385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29" name="Rectangle 5"/>
          <p:cNvSpPr>
            <a:spLocks noChangeArrowheads="1"/>
          </p:cNvSpPr>
          <p:nvPr/>
        </p:nvSpPr>
        <p:spPr bwMode="auto">
          <a:xfrm>
            <a:off x="2338388"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30" name="Rectangle 6"/>
          <p:cNvSpPr>
            <a:spLocks noChangeArrowheads="1"/>
          </p:cNvSpPr>
          <p:nvPr/>
        </p:nvSpPr>
        <p:spPr bwMode="auto">
          <a:xfrm>
            <a:off x="3690938"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6631" name="Rectangle 7"/>
          <p:cNvSpPr>
            <a:spLocks noChangeArrowheads="1"/>
          </p:cNvSpPr>
          <p:nvPr/>
        </p:nvSpPr>
        <p:spPr bwMode="auto">
          <a:xfrm>
            <a:off x="340995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6632" name="Group 8"/>
          <p:cNvGrpSpPr/>
          <p:nvPr/>
        </p:nvGrpSpPr>
        <p:grpSpPr bwMode="auto">
          <a:xfrm>
            <a:off x="1050925" y="2022475"/>
            <a:ext cx="7178675" cy="3733800"/>
            <a:chOff x="662" y="1274"/>
            <a:chExt cx="4522" cy="2352"/>
          </a:xfrm>
        </p:grpSpPr>
        <p:sp>
          <p:nvSpPr>
            <p:cNvPr id="26633" name="Text Box 9"/>
            <p:cNvSpPr txBox="1">
              <a:spLocks noChangeArrowheads="1"/>
            </p:cNvSpPr>
            <p:nvPr/>
          </p:nvSpPr>
          <p:spPr bwMode="auto">
            <a:xfrm>
              <a:off x="662" y="1274"/>
              <a:ext cx="31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(2)</a:t>
              </a:r>
              <a:r>
                <a:rPr kumimoji="1" lang="zh-CN" altLang="en-US" sz="2400" b="1">
                  <a:solidFill>
                    <a:srgbClr val="0070C0"/>
                  </a:solidFill>
                  <a:latin typeface="宋体" panose="02010600030101010101" pitchFamily="2" charset="-122"/>
                </a:rPr>
                <a:t>递推</a:t>
              </a:r>
              <a:r>
                <a:rPr kumimoji="1" lang="zh-CN" altLang="en-US" sz="2400" b="1">
                  <a:solidFill>
                    <a:schemeClr val="tx2"/>
                  </a:solidFill>
                  <a:latin typeface="宋体" panose="02010600030101010101" pitchFamily="2" charset="-122"/>
                </a:rPr>
                <a:t>求累计距离</a:t>
              </a:r>
              <a:r>
                <a:rPr kumimoji="1" lang="zh-CN" altLang="en-US" sz="2400" b="1">
                  <a:solidFill>
                    <a:schemeClr val="tx2"/>
                  </a:solidFill>
                  <a:latin typeface="Times New Roman" panose="02020603050405020304" pitchFamily="18" charset="0"/>
                </a:rPr>
                <a:t> 并记录回溯信息</a:t>
              </a:r>
              <a:endParaRPr kumimoji="1" lang="en-US" altLang="zh-CN" sz="2400" b="1">
                <a:solidFill>
                  <a:schemeClr val="tx2"/>
                </a:solidFill>
                <a:latin typeface="Times New Roman" panose="02020603050405020304" pitchFamily="18" charset="0"/>
              </a:endParaRPr>
            </a:p>
          </p:txBody>
        </p:sp>
        <p:graphicFrame>
          <p:nvGraphicFramePr>
            <p:cNvPr id="26634" name="Object 10"/>
            <p:cNvGraphicFramePr>
              <a:graphicFrameLocks noChangeAspect="1"/>
            </p:cNvGraphicFramePr>
            <p:nvPr/>
          </p:nvGraphicFramePr>
          <p:xfrm>
            <a:off x="753" y="1680"/>
            <a:ext cx="4431" cy="227"/>
          </p:xfrm>
          <a:graphic>
            <a:graphicData uri="http://schemas.openxmlformats.org/presentationml/2006/ole">
              <mc:AlternateContent xmlns:mc="http://schemas.openxmlformats.org/markup-compatibility/2006">
                <mc:Choice xmlns:v="urn:schemas-microsoft-com:vml" Requires="v">
                  <p:oleObj spid="_x0000_s122050" name="Equation" r:id="rId1" imgW="4648200" imgH="241300" progId="Equation.3">
                    <p:embed/>
                  </p:oleObj>
                </mc:Choice>
                <mc:Fallback>
                  <p:oleObj name="Equation" r:id="rId1" imgW="4648200" imgH="241300" progId="Equation.3">
                    <p:embed/>
                    <p:pic>
                      <p:nvPicPr>
                        <p:cNvPr id="0" name="Picture 1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 y="1680"/>
                          <a:ext cx="4431"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5" name="Object 11"/>
            <p:cNvGraphicFramePr>
              <a:graphicFrameLocks noChangeAspect="1"/>
            </p:cNvGraphicFramePr>
            <p:nvPr/>
          </p:nvGraphicFramePr>
          <p:xfrm>
            <a:off x="3393" y="2064"/>
            <a:ext cx="1755" cy="227"/>
          </p:xfrm>
          <a:graphic>
            <a:graphicData uri="http://schemas.openxmlformats.org/presentationml/2006/ole">
              <mc:AlternateContent xmlns:mc="http://schemas.openxmlformats.org/markup-compatibility/2006">
                <mc:Choice xmlns:v="urn:schemas-microsoft-com:vml" Requires="v">
                  <p:oleObj spid="_x0000_s122051" name="Equation" r:id="rId3" imgW="1841500" imgH="241300" progId="Equation.3">
                    <p:embed/>
                  </p:oleObj>
                </mc:Choice>
                <mc:Fallback>
                  <p:oleObj name="Equation" r:id="rId3" imgW="1841500" imgH="241300" progId="Equation.3">
                    <p:embed/>
                    <p:pic>
                      <p:nvPicPr>
                        <p:cNvPr id="0" name="Picture 1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3" y="2064"/>
                          <a:ext cx="1755"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6" name="Object 12"/>
            <p:cNvGraphicFramePr>
              <a:graphicFrameLocks noChangeAspect="1"/>
            </p:cNvGraphicFramePr>
            <p:nvPr/>
          </p:nvGraphicFramePr>
          <p:xfrm>
            <a:off x="835" y="2538"/>
            <a:ext cx="2446" cy="206"/>
          </p:xfrm>
          <a:graphic>
            <a:graphicData uri="http://schemas.openxmlformats.org/presentationml/2006/ole">
              <mc:AlternateContent xmlns:mc="http://schemas.openxmlformats.org/markup-compatibility/2006">
                <mc:Choice xmlns:v="urn:schemas-microsoft-com:vml" Requires="v">
                  <p:oleObj spid="_x0000_s122052" name="Equation" r:id="rId5" imgW="2527300" imgH="215900" progId="Equation.3">
                    <p:embed/>
                  </p:oleObj>
                </mc:Choice>
                <mc:Fallback>
                  <p:oleObj name="Equation" r:id="rId5" imgW="2527300" imgH="215900" progId="Equation.3">
                    <p:embed/>
                    <p:pic>
                      <p:nvPicPr>
                        <p:cNvPr id="0" name="Picture 1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5" y="2538"/>
                          <a:ext cx="2446" cy="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7" name="Rectangle 13"/>
            <p:cNvSpPr>
              <a:spLocks noChangeArrowheads="1"/>
            </p:cNvSpPr>
            <p:nvPr/>
          </p:nvSpPr>
          <p:spPr bwMode="auto">
            <a:xfrm>
              <a:off x="720" y="2928"/>
              <a:ext cx="23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宋体" panose="02010600030101010101" pitchFamily="2" charset="-122"/>
                </a:rPr>
                <a:t>一般取距离加权值为，</a:t>
              </a:r>
              <a:r>
                <a:rPr kumimoji="1" lang="zh-CN" altLang="en-US" sz="2400" b="1">
                  <a:solidFill>
                    <a:schemeClr val="tx2"/>
                  </a:solidFill>
                  <a:latin typeface="Times New Roman" panose="02020603050405020304" pitchFamily="18" charset="0"/>
                </a:rPr>
                <a:t> </a:t>
              </a:r>
              <a:endParaRPr kumimoji="1" lang="zh-CN" altLang="en-US" sz="2400" b="1">
                <a:solidFill>
                  <a:schemeClr val="tx2"/>
                </a:solidFill>
              </a:endParaRPr>
            </a:p>
          </p:txBody>
        </p:sp>
        <p:graphicFrame>
          <p:nvGraphicFramePr>
            <p:cNvPr id="26638" name="Object 14"/>
            <p:cNvGraphicFramePr>
              <a:graphicFrameLocks noChangeAspect="1"/>
            </p:cNvGraphicFramePr>
            <p:nvPr/>
          </p:nvGraphicFramePr>
          <p:xfrm>
            <a:off x="2688" y="2976"/>
            <a:ext cx="1020" cy="218"/>
          </p:xfrm>
          <a:graphic>
            <a:graphicData uri="http://schemas.openxmlformats.org/presentationml/2006/ole">
              <mc:AlternateContent xmlns:mc="http://schemas.openxmlformats.org/markup-compatibility/2006">
                <mc:Choice xmlns:v="urn:schemas-microsoft-com:vml" Requires="v">
                  <p:oleObj spid="_x0000_s122053" name="" r:id="rId7" imgW="1079500" imgH="228600" progId="Equation.3">
                    <p:embed/>
                  </p:oleObj>
                </mc:Choice>
                <mc:Fallback>
                  <p:oleObj name="" r:id="rId7" imgW="1079500" imgH="228600" progId="Equation.3">
                    <p:embed/>
                    <p:pic>
                      <p:nvPicPr>
                        <p:cNvPr id="0" name="Picture 1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88" y="2976"/>
                          <a:ext cx="1020" cy="2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9" name="Object 15"/>
            <p:cNvGraphicFramePr>
              <a:graphicFrameLocks noChangeAspect="1"/>
            </p:cNvGraphicFramePr>
            <p:nvPr/>
          </p:nvGraphicFramePr>
          <p:xfrm>
            <a:off x="3936" y="2998"/>
            <a:ext cx="600" cy="218"/>
          </p:xfrm>
          <a:graphic>
            <a:graphicData uri="http://schemas.openxmlformats.org/presentationml/2006/ole">
              <mc:AlternateContent xmlns:mc="http://schemas.openxmlformats.org/markup-compatibility/2006">
                <mc:Choice xmlns:v="urn:schemas-microsoft-com:vml" Requires="v">
                  <p:oleObj spid="_x0000_s122054" name="" r:id="rId9" imgW="635000" imgH="228600" progId="Equation.3">
                    <p:embed/>
                  </p:oleObj>
                </mc:Choice>
                <mc:Fallback>
                  <p:oleObj name="" r:id="rId9" imgW="635000" imgH="228600" progId="Equation.3">
                    <p:embed/>
                    <p:pic>
                      <p:nvPicPr>
                        <p:cNvPr id="0" name="Picture 1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36" y="2998"/>
                          <a:ext cx="600" cy="2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40" name="Text Box 16"/>
            <p:cNvSpPr txBox="1">
              <a:spLocks noChangeArrowheads="1"/>
            </p:cNvSpPr>
            <p:nvPr/>
          </p:nvSpPr>
          <p:spPr bwMode="auto">
            <a:xfrm>
              <a:off x="710" y="3338"/>
              <a:ext cx="30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并将(</a:t>
              </a:r>
              <a:r>
                <a:rPr kumimoji="1" lang="en-US" altLang="zh-CN" sz="2400" b="1" i="1">
                  <a:solidFill>
                    <a:schemeClr val="tx2"/>
                  </a:solidFill>
                  <a:latin typeface="Times New Roman" panose="02020603050405020304" pitchFamily="18" charset="0"/>
                </a:rPr>
                <a:t>i</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j</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点的回溯信息记录在</a:t>
              </a:r>
              <a:r>
                <a:rPr kumimoji="1" lang="en-US" altLang="zh-CN" sz="2400" b="1" i="1">
                  <a:solidFill>
                    <a:schemeClr val="tx2"/>
                  </a:solidFill>
                  <a:latin typeface="Times New Roman" panose="02020603050405020304" pitchFamily="18" charset="0"/>
                </a:rPr>
                <a:t>p</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i</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j</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中</a:t>
              </a:r>
              <a:endParaRPr kumimoji="1" lang="zh-CN" altLang="en-US" sz="2400" b="1">
                <a:solidFill>
                  <a:schemeClr val="tx2"/>
                </a:solidFill>
                <a:latin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nodePh="1">
                                  <p:stCondLst>
                                    <p:cond delay="0"/>
                                  </p:stCondLst>
                                  <p:endCondLst>
                                    <p:cond evt="begin" delay="0">
                                      <p:tn val="5"/>
                                    </p:cond>
                                  </p:endCondLst>
                                  <p:childTnLst>
                                    <p:set>
                                      <p:cBhvr>
                                        <p:cTn id="6" dur="1" fill="hold">
                                          <p:stCondLst>
                                            <p:cond delay="0"/>
                                          </p:stCondLst>
                                        </p:cTn>
                                        <p:tgtEl>
                                          <p:spTgt spid="364548"/>
                                        </p:tgtEl>
                                        <p:attrNameLst>
                                          <p:attrName>style.visibility</p:attrName>
                                        </p:attrNameLst>
                                      </p:cBhvr>
                                      <p:to>
                                        <p:strVal val="visible"/>
                                      </p:to>
                                    </p:set>
                                    <p:animEffect transition="in" filter="wipe(up)">
                                      <p:cBhvr>
                                        <p:cTn id="7" dur="500"/>
                                        <p:tgtEl>
                                          <p:spTgt spid="364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latin typeface="华文中宋" panose="02010600040101010101" pitchFamily="2" charset="-122"/>
              <a:ea typeface="仿宋_GB2312" pitchFamily="49" charset="-122"/>
            </a:endParaRPr>
          </a:p>
        </p:txBody>
      </p:sp>
      <p:sp>
        <p:nvSpPr>
          <p:cNvPr id="28675" name="Text Box 3"/>
          <p:cNvSpPr txBox="1">
            <a:spLocks noChangeArrowheads="1"/>
          </p:cNvSpPr>
          <p:nvPr/>
        </p:nvSpPr>
        <p:spPr bwMode="auto">
          <a:xfrm>
            <a:off x="685800" y="1752600"/>
            <a:ext cx="7620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（3）</a:t>
            </a:r>
            <a:r>
              <a:rPr kumimoji="1" lang="zh-CN" altLang="en-US" sz="2400" b="1">
                <a:solidFill>
                  <a:srgbClr val="0070C0"/>
                </a:solidFill>
                <a:latin typeface="Times New Roman" panose="02020603050405020304" pitchFamily="18" charset="0"/>
              </a:rPr>
              <a:t>回溯</a:t>
            </a:r>
            <a:r>
              <a:rPr kumimoji="1" lang="zh-CN" altLang="en-US" sz="2400" b="1">
                <a:solidFill>
                  <a:schemeClr val="tx2"/>
                </a:solidFill>
                <a:latin typeface="Times New Roman" panose="02020603050405020304" pitchFamily="18" charset="0"/>
              </a:rPr>
              <a:t>求出所有的匹配点对：根据每步的上一步最佳局部路径</a:t>
            </a:r>
            <a:r>
              <a:rPr kumimoji="1" lang="en-US" altLang="zh-CN" sz="2400" b="1" i="1">
                <a:solidFill>
                  <a:schemeClr val="tx2"/>
                </a:solidFill>
                <a:latin typeface="Times New Roman" panose="02020603050405020304" pitchFamily="18" charset="0"/>
              </a:rPr>
              <a:t>p</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i</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j</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由匹配点(</a:t>
            </a:r>
            <a:r>
              <a:rPr kumimoji="1" lang="en-US" altLang="zh-CN" sz="2400" b="1" i="1">
                <a:solidFill>
                  <a:schemeClr val="tx2"/>
                </a:solidFill>
                <a:latin typeface="Times New Roman" panose="02020603050405020304" pitchFamily="18" charset="0"/>
              </a:rPr>
              <a:t>M</a:t>
            </a:r>
            <a:r>
              <a:rPr kumimoji="1" lang="en-US" altLang="zh-CN" sz="2400" b="1" baseline="-25000">
                <a:solidFill>
                  <a:schemeClr val="tx2"/>
                </a:solidFill>
                <a:latin typeface="Times New Roman" panose="02020603050405020304" pitchFamily="18" charset="0"/>
              </a:rPr>
              <a:t>1</a:t>
            </a:r>
            <a:r>
              <a:rPr kumimoji="1" lang="en-US" altLang="zh-CN" sz="2400" b="1">
                <a:solidFill>
                  <a:schemeClr val="tx2"/>
                </a:solidFill>
                <a:latin typeface="Times New Roman" panose="02020603050405020304" pitchFamily="18" charset="0"/>
              </a:rPr>
              <a:t>,</a:t>
            </a:r>
            <a:r>
              <a:rPr kumimoji="1" lang="en-US" altLang="zh-CN" sz="2400" b="1" i="1">
                <a:solidFill>
                  <a:schemeClr val="tx2"/>
                </a:solidFill>
                <a:latin typeface="Times New Roman" panose="02020603050405020304" pitchFamily="18" charset="0"/>
              </a:rPr>
              <a:t>M</a:t>
            </a:r>
            <a:r>
              <a:rPr kumimoji="1" lang="en-US" altLang="zh-CN" sz="2400" b="1" baseline="-25000">
                <a:solidFill>
                  <a:schemeClr val="tx2"/>
                </a:solidFill>
                <a:latin typeface="Times New Roman" panose="02020603050405020304" pitchFamily="18" charset="0"/>
              </a:rPr>
              <a:t>2</a:t>
            </a:r>
            <a:r>
              <a:rPr kumimoji="1" lang="en-US" altLang="zh-CN" sz="2400" b="1">
                <a:solidFill>
                  <a:schemeClr val="tx2"/>
                </a:solidFill>
                <a:latin typeface="Times New Roman" panose="02020603050405020304" pitchFamily="18" charset="0"/>
              </a:rPr>
              <a:t>)</a:t>
            </a:r>
            <a:r>
              <a:rPr kumimoji="1" lang="zh-CN" altLang="en-US" sz="2400" b="1">
                <a:solidFill>
                  <a:schemeClr val="tx2"/>
                </a:solidFill>
                <a:latin typeface="Times New Roman" panose="02020603050405020304" pitchFamily="18" charset="0"/>
              </a:rPr>
              <a:t>对向前回溯一直到(1,1)。这个回溯过程对于求平均模板或聚类中心来讲是必不可少的，但在识别过程往往不必进行。 </a:t>
            </a:r>
            <a:endParaRPr kumimoji="1" lang="zh-CN" altLang="en-US" sz="2400" b="1">
              <a:solidFill>
                <a:schemeClr val="tx2"/>
              </a:solidFill>
              <a:latin typeface="Times New Roman" panose="02020603050405020304" pitchFamily="18" charset="0"/>
            </a:endParaRPr>
          </a:p>
        </p:txBody>
      </p:sp>
      <p:sp>
        <p:nvSpPr>
          <p:cNvPr id="28676" name="Rectangle 4"/>
          <p:cNvSpPr>
            <a:spLocks noGrp="1" noChangeArrowheads="1"/>
          </p:cNvSpPr>
          <p:nvPr>
            <p:ph type="body" idx="1"/>
          </p:nvPr>
        </p:nvSpPr>
        <p:spPr>
          <a:xfrm>
            <a:off x="457200" y="3779838"/>
            <a:ext cx="2259013" cy="585787"/>
          </a:xfrm>
          <a:noFill/>
        </p:spPr>
        <p:txBody>
          <a:bodyPr/>
          <a:lstStyle/>
          <a:p>
            <a:pPr eaLnBrk="1" hangingPunct="1"/>
            <a:r>
              <a:rPr lang="zh-CN" altLang="en-US" sz="2400" b="1" smtClean="0">
                <a:solidFill>
                  <a:schemeClr val="tx2"/>
                </a:solidFill>
              </a:rPr>
              <a:t>对所求得的</a:t>
            </a:r>
            <a:endParaRPr lang="zh-CN" altLang="en-US" sz="2400" b="1" smtClean="0">
              <a:solidFill>
                <a:schemeClr val="tx2"/>
              </a:solidFill>
            </a:endParaRPr>
          </a:p>
          <a:p>
            <a:pPr eaLnBrk="1" hangingPunct="1"/>
            <a:endParaRPr lang="zh-CN" altLang="en-US" sz="2400" b="1" smtClean="0">
              <a:solidFill>
                <a:schemeClr val="tx2"/>
              </a:solidFill>
            </a:endParaRPr>
          </a:p>
        </p:txBody>
      </p:sp>
      <p:sp>
        <p:nvSpPr>
          <p:cNvPr id="28677" name="Rectangle 5"/>
          <p:cNvSpPr>
            <a:spLocks noChangeArrowheads="1"/>
          </p:cNvSpPr>
          <p:nvPr/>
        </p:nvSpPr>
        <p:spPr bwMode="auto">
          <a:xfrm>
            <a:off x="4367213"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8678" name="Group 6"/>
          <p:cNvGrpSpPr/>
          <p:nvPr/>
        </p:nvGrpSpPr>
        <p:grpSpPr bwMode="auto">
          <a:xfrm>
            <a:off x="2604135" y="3742690"/>
            <a:ext cx="4440238" cy="533400"/>
            <a:chOff x="1776" y="2448"/>
            <a:chExt cx="2797" cy="336"/>
          </a:xfrm>
        </p:grpSpPr>
        <p:graphicFrame>
          <p:nvGraphicFramePr>
            <p:cNvPr id="28679" name="Object 7"/>
            <p:cNvGraphicFramePr>
              <a:graphicFrameLocks noChangeAspect="1"/>
            </p:cNvGraphicFramePr>
            <p:nvPr/>
          </p:nvGraphicFramePr>
          <p:xfrm>
            <a:off x="1776" y="2496"/>
            <a:ext cx="911" cy="272"/>
          </p:xfrm>
          <a:graphic>
            <a:graphicData uri="http://schemas.openxmlformats.org/presentationml/2006/ole">
              <mc:AlternateContent xmlns:mc="http://schemas.openxmlformats.org/markup-compatibility/2006">
                <mc:Choice xmlns:v="urn:schemas-microsoft-com:vml" Requires="v">
                  <p:oleObj spid="_x0000_s122960" name="Equation" r:id="rId1" imgW="723900" imgH="215900" progId="Equation.3">
                    <p:embed/>
                  </p:oleObj>
                </mc:Choice>
                <mc:Fallback>
                  <p:oleObj name="Equation" r:id="rId1" imgW="723900" imgH="215900" progId="Equation.3">
                    <p:embed/>
                    <p:pic>
                      <p:nvPicPr>
                        <p:cNvPr id="0" name="Picture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6" y="2496"/>
                          <a:ext cx="911"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0" name="Text Box 8"/>
            <p:cNvSpPr txBox="1">
              <a:spLocks noChangeArrowheads="1"/>
            </p:cNvSpPr>
            <p:nvPr/>
          </p:nvSpPr>
          <p:spPr bwMode="auto">
            <a:xfrm>
              <a:off x="2678" y="2461"/>
              <a:ext cx="6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还需用</a:t>
              </a:r>
              <a:endParaRPr kumimoji="1" lang="zh-CN" altLang="en-US" sz="2400" b="1">
                <a:solidFill>
                  <a:schemeClr val="tx2"/>
                </a:solidFill>
                <a:latin typeface="Times New Roman" panose="02020603050405020304" pitchFamily="18" charset="0"/>
              </a:endParaRPr>
            </a:p>
          </p:txBody>
        </p:sp>
        <p:graphicFrame>
          <p:nvGraphicFramePr>
            <p:cNvPr id="28681" name="Object 9"/>
            <p:cNvGraphicFramePr>
              <a:graphicFrameLocks noChangeAspect="1"/>
            </p:cNvGraphicFramePr>
            <p:nvPr/>
          </p:nvGraphicFramePr>
          <p:xfrm>
            <a:off x="3360" y="2463"/>
            <a:ext cx="512" cy="321"/>
          </p:xfrm>
          <a:graphic>
            <a:graphicData uri="http://schemas.openxmlformats.org/presentationml/2006/ole">
              <mc:AlternateContent xmlns:mc="http://schemas.openxmlformats.org/markup-compatibility/2006">
                <mc:Choice xmlns:v="urn:schemas-microsoft-com:vml" Requires="v">
                  <p:oleObj spid="_x0000_s122961" name="" r:id="rId3" imgW="405765" imgH="254000" progId="Equation.3">
                    <p:embed/>
                  </p:oleObj>
                </mc:Choice>
                <mc:Fallback>
                  <p:oleObj name="" r:id="rId3" imgW="405765" imgH="254000" progId="Equation.3">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 y="2463"/>
                          <a:ext cx="512" cy="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2" name="Text Box 10"/>
            <p:cNvSpPr txBox="1">
              <a:spLocks noChangeArrowheads="1"/>
            </p:cNvSpPr>
            <p:nvPr/>
          </p:nvSpPr>
          <p:spPr bwMode="auto">
            <a:xfrm>
              <a:off x="3878" y="2448"/>
              <a:ext cx="6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tx2"/>
                  </a:solidFill>
                  <a:latin typeface="Times New Roman" panose="02020603050405020304" pitchFamily="18" charset="0"/>
                </a:rPr>
                <a:t>来归正</a:t>
              </a:r>
              <a:endParaRPr kumimoji="1" lang="zh-CN" altLang="en-US" sz="2400" b="1">
                <a:solidFill>
                  <a:schemeClr val="tx2"/>
                </a:solidFill>
                <a:latin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68313" y="2708275"/>
            <a:ext cx="8229600" cy="1143000"/>
          </a:xfrm>
        </p:spPr>
        <p:txBody>
          <a:bodyPr/>
          <a:lstStyle/>
          <a:p>
            <a:pPr eaLnBrk="1" hangingPunct="1"/>
            <a:r>
              <a:rPr lang="zh-CN" altLang="en-US" sz="5400" smtClean="0">
                <a:solidFill>
                  <a:schemeClr val="hlink"/>
                </a:solidFill>
                <a:ea typeface="隶书" panose="02010509060101010101" pitchFamily="49" charset="-122"/>
              </a:rPr>
              <a:t>马尔可夫链</a:t>
            </a:r>
            <a:endParaRPr lang="en-US" altLang="zh-CN" sz="5400" smtClean="0">
              <a:solidFill>
                <a:schemeClr val="hlink"/>
              </a:solidFill>
              <a:ea typeface="隶书"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600075" y="1590675"/>
            <a:ext cx="7924800" cy="4029075"/>
          </a:xfrm>
        </p:spPr>
        <p:txBody>
          <a:bodyPr/>
          <a:lstStyle/>
          <a:p>
            <a:pPr>
              <a:lnSpc>
                <a:spcPct val="150000"/>
              </a:lnSpc>
              <a:spcAft>
                <a:spcPts val="800"/>
              </a:spcAft>
              <a:buClr>
                <a:srgbClr val="876257"/>
              </a:buClr>
              <a:buFont typeface="Wingdings" panose="05000000000000000000" pitchFamily="2" charset="2"/>
              <a:buChar char="u"/>
              <a:defRPr/>
            </a:pPr>
            <a:r>
              <a:rPr lang="zh-CN" altLang="en-US" sz="2400" dirty="0" smtClean="0">
                <a:latin typeface="+mj-lt"/>
                <a:ea typeface="黑体" panose="02010609060101010101" pitchFamily="49" charset="-122"/>
                <a:cs typeface="Times New Roman" panose="02020603050405020304" pitchFamily="18" charset="0"/>
              </a:rPr>
              <a:t>因俄国数学家安德烈</a:t>
            </a:r>
            <a:r>
              <a:rPr lang="en-US" altLang="zh-CN" sz="2400" dirty="0" smtClean="0">
                <a:latin typeface="+mj-lt"/>
                <a:ea typeface="黑体" panose="02010609060101010101" pitchFamily="49" charset="-122"/>
                <a:cs typeface="Times New Roman" panose="02020603050405020304" pitchFamily="18" charset="0"/>
              </a:rPr>
              <a:t>·</a:t>
            </a:r>
            <a:r>
              <a:rPr lang="zh-CN" altLang="en-US" sz="2400" dirty="0" smtClean="0">
                <a:latin typeface="+mj-lt"/>
                <a:ea typeface="黑体" panose="02010609060101010101" pitchFamily="49" charset="-122"/>
                <a:cs typeface="Times New Roman" panose="02020603050405020304" pitchFamily="18" charset="0"/>
              </a:rPr>
              <a:t>马尔可夫而得名，是他在</a:t>
            </a:r>
            <a:r>
              <a:rPr lang="en-US" altLang="zh-CN" sz="2400" dirty="0" smtClean="0">
                <a:latin typeface="+mj-lt"/>
                <a:ea typeface="黑体" panose="02010609060101010101" pitchFamily="49" charset="-122"/>
                <a:cs typeface="Times New Roman" panose="02020603050405020304" pitchFamily="18" charset="0"/>
              </a:rPr>
              <a:t>1906</a:t>
            </a:r>
            <a:r>
              <a:rPr lang="zh-CN" altLang="en-US" sz="2400" dirty="0" smtClean="0">
                <a:latin typeface="+mj-lt"/>
                <a:ea typeface="黑体" panose="02010609060101010101" pitchFamily="49" charset="-122"/>
                <a:cs typeface="Times New Roman" panose="02020603050405020304" pitchFamily="18" charset="0"/>
              </a:rPr>
              <a:t>年提出来的。</a:t>
            </a:r>
            <a:endParaRPr lang="en-US" altLang="zh-CN" sz="2400" dirty="0" smtClean="0">
              <a:latin typeface="+mj-lt"/>
              <a:ea typeface="黑体" panose="02010609060101010101" pitchFamily="49" charset="-122"/>
              <a:cs typeface="Times New Roman" panose="02020603050405020304" pitchFamily="18" charset="0"/>
            </a:endParaRPr>
          </a:p>
          <a:p>
            <a:pPr>
              <a:lnSpc>
                <a:spcPct val="150000"/>
              </a:lnSpc>
              <a:spcAft>
                <a:spcPts val="800"/>
              </a:spcAft>
              <a:buClr>
                <a:srgbClr val="876257"/>
              </a:buClr>
              <a:buFont typeface="Wingdings" panose="05000000000000000000" pitchFamily="2" charset="2"/>
              <a:buChar char="u"/>
              <a:defRPr/>
            </a:pPr>
            <a:r>
              <a:rPr lang="zh-CN" altLang="en-US" sz="2400" dirty="0" smtClean="0">
                <a:latin typeface="+mj-lt"/>
                <a:ea typeface="黑体" panose="02010609060101010101" pitchFamily="49" charset="-122"/>
                <a:cs typeface="Times New Roman" panose="02020603050405020304" pitchFamily="18" charset="0"/>
              </a:rPr>
              <a:t>状态空间是有限的或可列；</a:t>
            </a:r>
            <a:endParaRPr lang="en-US" altLang="zh-CN" sz="2400" dirty="0" smtClean="0">
              <a:latin typeface="+mj-lt"/>
              <a:ea typeface="黑体" panose="02010609060101010101" pitchFamily="49" charset="-122"/>
              <a:cs typeface="Times New Roman" panose="02020603050405020304" pitchFamily="18" charset="0"/>
            </a:endParaRPr>
          </a:p>
          <a:p>
            <a:pPr>
              <a:lnSpc>
                <a:spcPct val="150000"/>
              </a:lnSpc>
              <a:spcAft>
                <a:spcPts val="800"/>
              </a:spcAft>
              <a:buClr>
                <a:srgbClr val="876257"/>
              </a:buClr>
              <a:buFont typeface="Wingdings" panose="05000000000000000000" pitchFamily="2" charset="2"/>
              <a:buChar char="u"/>
              <a:defRPr/>
            </a:pPr>
            <a:r>
              <a:rPr lang="zh-CN" altLang="en-US" sz="2400" dirty="0" smtClean="0">
                <a:latin typeface="+mj-lt"/>
                <a:ea typeface="黑体" panose="02010609060101010101" pitchFamily="49" charset="-122"/>
                <a:cs typeface="Times New Roman" panose="02020603050405020304" pitchFamily="18" charset="0"/>
              </a:rPr>
              <a:t>是一种离散时间随机过程。即指标集                 ；</a:t>
            </a:r>
            <a:endParaRPr lang="en-US" altLang="zh-CN" sz="2400" dirty="0" smtClean="0">
              <a:latin typeface="+mj-lt"/>
              <a:ea typeface="黑体" panose="02010609060101010101" pitchFamily="49" charset="-122"/>
              <a:cs typeface="Times New Roman" panose="02020603050405020304" pitchFamily="18" charset="0"/>
            </a:endParaRPr>
          </a:p>
          <a:p>
            <a:pPr>
              <a:lnSpc>
                <a:spcPct val="150000"/>
              </a:lnSpc>
              <a:spcAft>
                <a:spcPts val="800"/>
              </a:spcAft>
              <a:buClr>
                <a:srgbClr val="876257"/>
              </a:buClr>
              <a:buFont typeface="Wingdings" panose="05000000000000000000" pitchFamily="2" charset="2"/>
              <a:buChar char="u"/>
              <a:defRPr/>
            </a:pPr>
            <a:r>
              <a:rPr lang="zh-CN" altLang="en-US" sz="2400" dirty="0" smtClean="0">
                <a:latin typeface="+mj-lt"/>
                <a:ea typeface="黑体" panose="02010609060101010101" pitchFamily="49" charset="-122"/>
                <a:cs typeface="Times New Roman" panose="02020603050405020304" pitchFamily="18" charset="0"/>
              </a:rPr>
              <a:t>具有</a:t>
            </a:r>
            <a:r>
              <a:rPr lang="zh-CN" altLang="en-US" sz="2400" dirty="0" smtClean="0">
                <a:solidFill>
                  <a:srgbClr val="0070C0"/>
                </a:solidFill>
                <a:latin typeface="+mj-lt"/>
                <a:ea typeface="黑体" panose="02010609060101010101" pitchFamily="49" charset="-122"/>
                <a:cs typeface="Times New Roman" panose="02020603050405020304" pitchFamily="18" charset="0"/>
              </a:rPr>
              <a:t>马尔可夫性质</a:t>
            </a:r>
            <a:r>
              <a:rPr lang="zh-CN" altLang="en-US" sz="2400" dirty="0" smtClean="0">
                <a:latin typeface="+mj-lt"/>
                <a:ea typeface="黑体" panose="02010609060101010101" pitchFamily="49" charset="-122"/>
                <a:cs typeface="Times New Roman" panose="02020603050405020304" pitchFamily="18" charset="0"/>
              </a:rPr>
              <a:t>（无后效性）。即在给定当前知识或信息的情况下，过去（即当期以前的历史状态）对于预测将来（即当期以后的未来状态）是无关的。</a:t>
            </a:r>
            <a:endParaRPr lang="en-US" altLang="zh-CN" sz="2400" dirty="0" smtClean="0">
              <a:latin typeface="+mj-lt"/>
              <a:ea typeface="黑体" panose="02010609060101010101" pitchFamily="49" charset="-122"/>
              <a:cs typeface="Times New Roman" panose="02020603050405020304" pitchFamily="18" charset="0"/>
            </a:endParaRPr>
          </a:p>
          <a:p>
            <a:pPr>
              <a:spcAft>
                <a:spcPts val="800"/>
              </a:spcAft>
              <a:buClr>
                <a:srgbClr val="876257"/>
              </a:buClr>
              <a:buFontTx/>
              <a:buNone/>
              <a:defRPr/>
            </a:pPr>
            <a:endParaRPr lang="en-US" altLang="zh-CN" sz="2400" dirty="0" smtClean="0">
              <a:latin typeface="+mj-lt"/>
              <a:ea typeface="黑体" panose="02010609060101010101" pitchFamily="49" charset="-122"/>
              <a:cs typeface="Times New Roman" panose="02020603050405020304" pitchFamily="18" charset="0"/>
            </a:endParaRPr>
          </a:p>
        </p:txBody>
      </p:sp>
      <p:sp>
        <p:nvSpPr>
          <p:cNvPr id="39939" name="右箭头 49"/>
          <p:cNvSpPr>
            <a:spLocks noChangeArrowheads="1"/>
          </p:cNvSpPr>
          <p:nvPr/>
        </p:nvSpPr>
        <p:spPr bwMode="auto">
          <a:xfrm>
            <a:off x="4906963" y="5202238"/>
            <a:ext cx="773112" cy="382587"/>
          </a:xfrm>
          <a:prstGeom prst="rightArrow">
            <a:avLst>
              <a:gd name="adj1" fmla="val 50000"/>
              <a:gd name="adj2" fmla="val 5005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600" b="1"/>
          </a:p>
        </p:txBody>
      </p:sp>
      <p:sp>
        <p:nvSpPr>
          <p:cNvPr id="39940" name="标题 8"/>
          <p:cNvSpPr>
            <a:spLocks noGrp="1"/>
          </p:cNvSpPr>
          <p:nvPr>
            <p:ph type="title"/>
          </p:nvPr>
        </p:nvSpPr>
        <p:spPr/>
        <p:txBody>
          <a:bodyPr/>
          <a:lstStyle/>
          <a:p>
            <a:r>
              <a:rPr lang="zh-CN" altLang="en-US" smtClean="0">
                <a:solidFill>
                  <a:schemeClr val="tx1"/>
                </a:solidFill>
                <a:ea typeface="黑体" panose="02010609060101010101" pitchFamily="49" charset="-122"/>
                <a:cs typeface="Times New Roman" panose="02020603050405020304" pitchFamily="18" charset="0"/>
              </a:rPr>
              <a:t>马尔可夫链</a:t>
            </a:r>
            <a:endParaRPr lang="zh-CN" altLang="en-US" smtClean="0">
              <a:ea typeface="黑体" panose="02010609060101010101" pitchFamily="49" charset="-122"/>
              <a:cs typeface="Times New Roman" panose="02020603050405020304" pitchFamily="18" charset="0"/>
            </a:endParaRPr>
          </a:p>
        </p:txBody>
      </p:sp>
      <p:graphicFrame>
        <p:nvGraphicFramePr>
          <p:cNvPr id="10" name="Object 2"/>
          <p:cNvGraphicFramePr>
            <a:graphicFrameLocks noChangeAspect="1"/>
          </p:cNvGraphicFramePr>
          <p:nvPr/>
        </p:nvGraphicFramePr>
        <p:xfrm>
          <a:off x="6008688" y="3794125"/>
          <a:ext cx="1382712" cy="341313"/>
        </p:xfrm>
        <a:graphic>
          <a:graphicData uri="http://schemas.openxmlformats.org/presentationml/2006/ole">
            <mc:AlternateContent xmlns:mc="http://schemas.openxmlformats.org/markup-compatibility/2006">
              <mc:Choice xmlns:v="urn:schemas-microsoft-com:vml" Requires="v">
                <p:oleObj spid="_x0000_s123946" name="公式" r:id="rId1" imgW="825500" imgH="203200" progId="Equation.3">
                  <p:embed/>
                </p:oleObj>
              </mc:Choice>
              <mc:Fallback>
                <p:oleObj name="公式" r:id="rId1" imgW="825500" imgH="203200" progId="Equation.3">
                  <p:embed/>
                  <p:pic>
                    <p:nvPicPr>
                      <p:cNvPr id="0"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8688" y="3794125"/>
                        <a:ext cx="1382712" cy="341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wipe(up)">
                                      <p:cBhvr>
                                        <p:cTn id="7" dur="500"/>
                                        <p:tgtEl>
                                          <p:spTgt spid="28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675">
                                            <p:txEl>
                                              <p:pRg st="1" end="1"/>
                                            </p:txEl>
                                          </p:spTgt>
                                        </p:tgtEl>
                                        <p:attrNameLst>
                                          <p:attrName>style.visibility</p:attrName>
                                        </p:attrNameLst>
                                      </p:cBhvr>
                                      <p:to>
                                        <p:strVal val="visible"/>
                                      </p:to>
                                    </p:set>
                                    <p:animEffect transition="in" filter="wipe(up)">
                                      <p:cBhvr>
                                        <p:cTn id="12" dur="500"/>
                                        <p:tgtEl>
                                          <p:spTgt spid="286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8675">
                                            <p:txEl>
                                              <p:pRg st="2" end="2"/>
                                            </p:txEl>
                                          </p:spTgt>
                                        </p:tgtEl>
                                        <p:attrNameLst>
                                          <p:attrName>style.visibility</p:attrName>
                                        </p:attrNameLst>
                                      </p:cBhvr>
                                      <p:to>
                                        <p:strVal val="visible"/>
                                      </p:to>
                                    </p:set>
                                    <p:animEffect transition="in" filter="wipe(up)">
                                      <p:cBhvr>
                                        <p:cTn id="17" dur="500"/>
                                        <p:tgtEl>
                                          <p:spTgt spid="28675">
                                            <p:txEl>
                                              <p:pRg st="2" end="2"/>
                                            </p:txEl>
                                          </p:spTgt>
                                        </p:tgtEl>
                                      </p:cBhvr>
                                    </p:animEffect>
                                  </p:childTnLst>
                                </p:cTn>
                              </p:par>
                              <p:par>
                                <p:cTn id="18" presetID="22" presetClass="entr" presetSubtype="1"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up)">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8675">
                                            <p:txEl>
                                              <p:pRg st="3" end="3"/>
                                            </p:txEl>
                                          </p:spTgt>
                                        </p:tgtEl>
                                        <p:attrNameLst>
                                          <p:attrName>style.visibility</p:attrName>
                                        </p:attrNameLst>
                                      </p:cBhvr>
                                      <p:to>
                                        <p:strVal val="visible"/>
                                      </p:to>
                                    </p:set>
                                    <p:animEffect transition="in" filter="wipe(up)">
                                      <p:cBhvr>
                                        <p:cTn id="25" dur="500"/>
                                        <p:tgtEl>
                                          <p:spTgt spid="286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6" name="Rectangle 4"/>
          <p:cNvSpPr>
            <a:spLocks noChangeArrowheads="1"/>
          </p:cNvSpPr>
          <p:nvPr/>
        </p:nvSpPr>
        <p:spPr bwMode="auto">
          <a:xfrm>
            <a:off x="627063" y="1527175"/>
            <a:ext cx="7791450" cy="2828290"/>
          </a:xfrm>
          <a:prstGeom prst="rect">
            <a:avLst/>
          </a:prstGeom>
          <a:noFill/>
          <a:ln w="9525" algn="ctr">
            <a:noFill/>
            <a:miter lim="800000"/>
          </a:ln>
          <a:effectLst/>
        </p:spPr>
        <p:txBody>
          <a:bodyPr>
            <a:spAutoFit/>
          </a:bodyPr>
          <a:lstStyle/>
          <a:p>
            <a:pPr eaLnBrk="1" hangingPunct="1">
              <a:buFont typeface="Wingdings" panose="05000000000000000000" pitchFamily="2" charset="2"/>
              <a:buChar char="u"/>
              <a:defRPr/>
            </a:pPr>
            <a:r>
              <a:rPr lang="zh-CN" altLang="en-US" sz="2400" dirty="0">
                <a:solidFill>
                  <a:srgbClr val="0000CC"/>
                </a:solidFill>
                <a:latin typeface="+mj-lt"/>
                <a:cs typeface="Times New Roman" panose="02020603050405020304" pitchFamily="18" charset="0"/>
              </a:rPr>
              <a:t> </a:t>
            </a:r>
            <a:r>
              <a:rPr lang="zh-CN" altLang="en-US" sz="2400" dirty="0">
                <a:solidFill>
                  <a:srgbClr val="C00000"/>
                </a:solidFill>
                <a:latin typeface="+mj-lt"/>
                <a:cs typeface="Times New Roman" panose="02020603050405020304" pitchFamily="18" charset="0"/>
              </a:rPr>
              <a:t>抛硬币输赢模型 </a:t>
            </a:r>
            <a:endParaRPr lang="en-US" altLang="zh-CN" sz="2400" dirty="0">
              <a:solidFill>
                <a:srgbClr val="C00000"/>
              </a:solidFill>
              <a:latin typeface="+mj-lt"/>
              <a:cs typeface="Times New Roman" panose="02020603050405020304" pitchFamily="18" charset="0"/>
            </a:endParaRPr>
          </a:p>
          <a:p>
            <a:pPr eaLnBrk="1" hangingPunct="1">
              <a:defRPr/>
            </a:pPr>
            <a:endParaRPr lang="en-US" altLang="zh-CN" sz="2400" dirty="0">
              <a:solidFill>
                <a:srgbClr val="C00000"/>
              </a:solidFill>
              <a:latin typeface="+mj-lt"/>
              <a:cs typeface="Times New Roman" panose="02020603050405020304" pitchFamily="18" charset="0"/>
            </a:endParaRPr>
          </a:p>
          <a:p>
            <a:pPr eaLnBrk="1" hangingPunct="1">
              <a:lnSpc>
                <a:spcPct val="130000"/>
              </a:lnSpc>
              <a:defRPr/>
            </a:pPr>
            <a:r>
              <a:rPr lang="zh-CN" altLang="en-US" sz="2400" dirty="0">
                <a:latin typeface="+mj-lt"/>
                <a:cs typeface="Times New Roman" panose="02020603050405020304" pitchFamily="18" charset="0"/>
              </a:rPr>
              <a:t>      假设甲乙两人以抛硬币的方式进行赌博，每次抛同一枚硬币；若出现</a:t>
            </a:r>
            <a:r>
              <a:rPr lang="zh-CN" altLang="en-US" sz="2400" dirty="0">
                <a:solidFill>
                  <a:srgbClr val="0070C0"/>
                </a:solidFill>
                <a:latin typeface="+mj-lt"/>
                <a:cs typeface="Times New Roman" panose="02020603050405020304" pitchFamily="18" charset="0"/>
              </a:rPr>
              <a:t>正面</a:t>
            </a:r>
            <a:r>
              <a:rPr lang="zh-CN" altLang="en-US" sz="2400" dirty="0">
                <a:latin typeface="+mj-lt"/>
                <a:cs typeface="Times New Roman" panose="02020603050405020304" pitchFamily="18" charset="0"/>
              </a:rPr>
              <a:t>，则</a:t>
            </a:r>
            <a:r>
              <a:rPr lang="zh-CN" altLang="en-US" sz="2400" dirty="0">
                <a:solidFill>
                  <a:srgbClr val="0070C0"/>
                </a:solidFill>
                <a:latin typeface="+mj-lt"/>
                <a:cs typeface="Times New Roman" panose="02020603050405020304" pitchFamily="18" charset="0"/>
              </a:rPr>
              <a:t>甲付给乙</a:t>
            </a:r>
            <a:r>
              <a:rPr lang="zh-CN" altLang="en-US" sz="2400" dirty="0">
                <a:latin typeface="+mj-lt"/>
                <a:cs typeface="Times New Roman" panose="02020603050405020304" pitchFamily="18" charset="0"/>
              </a:rPr>
              <a:t>一元钱，若出现</a:t>
            </a:r>
            <a:r>
              <a:rPr lang="zh-CN" altLang="en-US" sz="2400" dirty="0">
                <a:solidFill>
                  <a:srgbClr val="0070C0"/>
                </a:solidFill>
                <a:latin typeface="+mj-lt"/>
                <a:cs typeface="Times New Roman" panose="02020603050405020304" pitchFamily="18" charset="0"/>
              </a:rPr>
              <a:t>反面</a:t>
            </a:r>
            <a:r>
              <a:rPr lang="zh-CN" altLang="en-US" sz="2400" dirty="0">
                <a:latin typeface="+mj-lt"/>
                <a:cs typeface="Times New Roman" panose="02020603050405020304" pitchFamily="18" charset="0"/>
              </a:rPr>
              <a:t>，则</a:t>
            </a:r>
            <a:r>
              <a:rPr lang="zh-CN" altLang="en-US" sz="2400" dirty="0">
                <a:solidFill>
                  <a:srgbClr val="0070C0"/>
                </a:solidFill>
                <a:latin typeface="+mj-lt"/>
                <a:cs typeface="Times New Roman" panose="02020603050405020304" pitchFamily="18" charset="0"/>
              </a:rPr>
              <a:t>乙付给甲</a:t>
            </a:r>
            <a:r>
              <a:rPr lang="zh-CN" altLang="en-US" sz="2400" dirty="0">
                <a:latin typeface="+mj-lt"/>
                <a:cs typeface="Times New Roman" panose="02020603050405020304" pitchFamily="18" charset="0"/>
              </a:rPr>
              <a:t>一元钱。记     为</a:t>
            </a:r>
            <a:r>
              <a:rPr lang="zh-CN" altLang="en-US" sz="2400" dirty="0">
                <a:solidFill>
                  <a:srgbClr val="0070C0"/>
                </a:solidFill>
                <a:latin typeface="+mj-lt"/>
                <a:cs typeface="Times New Roman" panose="02020603050405020304" pitchFamily="18" charset="0"/>
              </a:rPr>
              <a:t>第   局之后甲赢的总钱数</a:t>
            </a:r>
            <a:r>
              <a:rPr lang="zh-CN" altLang="en-US" sz="2400" dirty="0">
                <a:latin typeface="+mj-lt"/>
                <a:cs typeface="Times New Roman" panose="02020603050405020304" pitchFamily="18" charset="0"/>
              </a:rPr>
              <a:t>，则                 是</a:t>
            </a:r>
            <a:r>
              <a:rPr lang="zh-CN" altLang="en-US" sz="2400" dirty="0">
                <a:solidFill>
                  <a:srgbClr val="0070C0"/>
                </a:solidFill>
                <a:latin typeface="+mj-lt"/>
                <a:cs typeface="Times New Roman" panose="02020603050405020304" pitchFamily="18" charset="0"/>
              </a:rPr>
              <a:t>马尔可夫链</a:t>
            </a:r>
            <a:r>
              <a:rPr lang="zh-CN" altLang="en-US" sz="2800" dirty="0">
                <a:solidFill>
                  <a:schemeClr val="tx2"/>
                </a:solidFill>
                <a:latin typeface="华文新魏" panose="02010800040101010101" pitchFamily="2" charset="-122"/>
                <a:ea typeface="华文新魏" panose="02010800040101010101" pitchFamily="2" charset="-122"/>
              </a:rPr>
              <a:t>。</a:t>
            </a:r>
            <a:endParaRPr lang="zh-CN" altLang="en-US" sz="2800" dirty="0">
              <a:solidFill>
                <a:schemeClr val="tx2"/>
              </a:solidFill>
              <a:latin typeface="华文新魏" panose="02010800040101010101" pitchFamily="2" charset="-122"/>
              <a:ea typeface="华文新魏" panose="02010800040101010101" pitchFamily="2" charset="-122"/>
            </a:endParaRPr>
          </a:p>
        </p:txBody>
      </p:sp>
      <p:graphicFrame>
        <p:nvGraphicFramePr>
          <p:cNvPr id="43011" name="Object 4"/>
          <p:cNvGraphicFramePr>
            <a:graphicFrameLocks noChangeAspect="1"/>
          </p:cNvGraphicFramePr>
          <p:nvPr/>
        </p:nvGraphicFramePr>
        <p:xfrm>
          <a:off x="4786313" y="2714625"/>
          <a:ext cx="315912" cy="336550"/>
        </p:xfrm>
        <a:graphic>
          <a:graphicData uri="http://schemas.openxmlformats.org/presentationml/2006/ole">
            <mc:AlternateContent xmlns:mc="http://schemas.openxmlformats.org/markup-compatibility/2006">
              <mc:Choice xmlns:v="urn:schemas-microsoft-com:vml" Requires="v">
                <p:oleObj spid="_x0000_s43137" name="Equation" r:id="rId1" imgW="3810" imgH="3810" progId="Equation.DSMT4">
                  <p:embed/>
                </p:oleObj>
              </mc:Choice>
              <mc:Fallback>
                <p:oleObj name="Equation" r:id="rId1" imgW="3810" imgH="381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6313" y="2714625"/>
                        <a:ext cx="315912" cy="33655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sp>
        <p:nvSpPr>
          <p:cNvPr id="22" name="标题 8"/>
          <p:cNvSpPr txBox="1"/>
          <p:nvPr/>
        </p:nvSpPr>
        <p:spPr>
          <a:xfrm>
            <a:off x="538798" y="476885"/>
            <a:ext cx="8015287" cy="914400"/>
          </a:xfrm>
          <a:prstGeom prst="rect">
            <a:avLst/>
          </a:prstGeom>
        </p:spPr>
        <p:txBody>
          <a:bodyPr/>
          <a:lstStyle/>
          <a:p>
            <a:pPr algn="ctr">
              <a:defRPr/>
            </a:pPr>
            <a:r>
              <a:rPr lang="zh-CN" altLang="en-US" sz="4200" b="1" kern="0" dirty="0">
                <a:solidFill>
                  <a:schemeClr val="tx2"/>
                </a:solidFill>
                <a:latin typeface="+mj-lt"/>
                <a:ea typeface="+mj-ea"/>
                <a:cs typeface="+mj-cs"/>
              </a:rPr>
              <a:t>马尔可夫性质示例</a:t>
            </a:r>
            <a:endParaRPr lang="zh-CN" altLang="en-US" sz="4200" b="1" kern="0" dirty="0">
              <a:solidFill>
                <a:schemeClr val="tx2"/>
              </a:solidFill>
              <a:latin typeface="+mj-lt"/>
              <a:ea typeface="+mj-ea"/>
              <a:cs typeface="+mj-cs"/>
            </a:endParaRPr>
          </a:p>
        </p:txBody>
      </p:sp>
      <p:graphicFrame>
        <p:nvGraphicFramePr>
          <p:cNvPr id="43013" name="Object 5"/>
          <p:cNvGraphicFramePr>
            <a:graphicFrameLocks noChangeAspect="1"/>
          </p:cNvGraphicFramePr>
          <p:nvPr/>
        </p:nvGraphicFramePr>
        <p:xfrm>
          <a:off x="3764186" y="3284984"/>
          <a:ext cx="431800" cy="457200"/>
        </p:xfrm>
        <a:graphic>
          <a:graphicData uri="http://schemas.openxmlformats.org/presentationml/2006/ole">
            <mc:AlternateContent xmlns:mc="http://schemas.openxmlformats.org/markup-compatibility/2006">
              <mc:Choice xmlns:v="urn:schemas-microsoft-com:vml" Requires="v">
                <p:oleObj spid="_x0000_s43138" name="公式" r:id="rId3" imgW="215900" imgH="228600" progId="Equation.3">
                  <p:embed/>
                </p:oleObj>
              </mc:Choice>
              <mc:Fallback>
                <p:oleObj name="公式" r:id="rId3" imgW="2159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4186" y="3284984"/>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4" name="Object 7"/>
          <p:cNvGraphicFramePr>
            <a:graphicFrameLocks noChangeAspect="1"/>
          </p:cNvGraphicFramePr>
          <p:nvPr/>
        </p:nvGraphicFramePr>
        <p:xfrm>
          <a:off x="1002983" y="3789040"/>
          <a:ext cx="1400175" cy="457200"/>
        </p:xfrm>
        <a:graphic>
          <a:graphicData uri="http://schemas.openxmlformats.org/presentationml/2006/ole">
            <mc:AlternateContent xmlns:mc="http://schemas.openxmlformats.org/markup-compatibility/2006">
              <mc:Choice xmlns:v="urn:schemas-microsoft-com:vml" Requires="v">
                <p:oleObj spid="_x0000_s43139" name="公式" r:id="rId5" imgW="698500" imgH="228600" progId="Equation.3">
                  <p:embed/>
                </p:oleObj>
              </mc:Choice>
              <mc:Fallback>
                <p:oleObj name="公式" r:id="rId5" imgW="698500" imgH="228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2983" y="3789040"/>
                        <a:ext cx="1400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30"/>
          <p:cNvGraphicFramePr>
            <a:graphicFrameLocks noChangeAspect="1"/>
          </p:cNvGraphicFramePr>
          <p:nvPr/>
        </p:nvGraphicFramePr>
        <p:xfrm>
          <a:off x="4787265" y="3359274"/>
          <a:ext cx="260350" cy="285750"/>
        </p:xfrm>
        <a:graphic>
          <a:graphicData uri="http://schemas.openxmlformats.org/presentationml/2006/ole">
            <mc:AlternateContent xmlns:mc="http://schemas.openxmlformats.org/markup-compatibility/2006">
              <mc:Choice xmlns:v="urn:schemas-microsoft-com:vml" Requires="v">
                <p:oleObj spid="_x0000_s43140" name="Equation" r:id="rId7" imgW="3048000" imgH="3352800" progId="Equation.DSMT4">
                  <p:embed/>
                </p:oleObj>
              </mc:Choice>
              <mc:Fallback>
                <p:oleObj name="Equation" r:id="rId7" imgW="3048000" imgH="3352800" progId="Equation.DSMT4">
                  <p:embed/>
                  <p:pic>
                    <p:nvPicPr>
                      <p:cNvPr id="0" name="图片 43133"/>
                      <p:cNvPicPr>
                        <a:picLocks noChangeAspect="1" noChangeArrowheads="1"/>
                      </p:cNvPicPr>
                      <p:nvPr/>
                    </p:nvPicPr>
                    <p:blipFill>
                      <a:blip r:embed="rId8"/>
                      <a:srcRect/>
                      <a:stretch>
                        <a:fillRect/>
                      </a:stretch>
                    </p:blipFill>
                    <p:spPr bwMode="auto">
                      <a:xfrm>
                        <a:off x="4787265" y="3359274"/>
                        <a:ext cx="26035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dirty="0" smtClean="0">
                <a:latin typeface="华文中宋" panose="02010600040101010101" pitchFamily="2" charset="-122"/>
                <a:ea typeface="仿宋_GB2312" pitchFamily="49" charset="-122"/>
              </a:rPr>
              <a:t>马尔可夫链的定义</a:t>
            </a:r>
            <a:endParaRPr lang="zh-CN" altLang="en-US" dirty="0" smtClean="0">
              <a:solidFill>
                <a:schemeClr val="accent2"/>
              </a:solidFill>
            </a:endParaRPr>
          </a:p>
        </p:txBody>
      </p:sp>
      <p:sp>
        <p:nvSpPr>
          <p:cNvPr id="34819" name="Rectangle 3"/>
          <p:cNvSpPr>
            <a:spLocks noChangeArrowheads="1"/>
          </p:cNvSpPr>
          <p:nvPr/>
        </p:nvSpPr>
        <p:spPr bwMode="auto">
          <a:xfrm>
            <a:off x="2286000" y="2171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0" name="Rectangle 4"/>
          <p:cNvSpPr>
            <a:spLocks noChangeArrowheads="1"/>
          </p:cNvSpPr>
          <p:nvPr/>
        </p:nvSpPr>
        <p:spPr bwMode="auto">
          <a:xfrm>
            <a:off x="398621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1" name="Rectangle 5"/>
          <p:cNvSpPr>
            <a:spLocks noChangeArrowheads="1"/>
          </p:cNvSpPr>
          <p:nvPr/>
        </p:nvSpPr>
        <p:spPr bwMode="auto">
          <a:xfrm>
            <a:off x="424815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2" name="Rectangle 6"/>
          <p:cNvSpPr>
            <a:spLocks noChangeArrowheads="1"/>
          </p:cNvSpPr>
          <p:nvPr/>
        </p:nvSpPr>
        <p:spPr bwMode="auto">
          <a:xfrm>
            <a:off x="4395788" y="33480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3" name="Rectangle 7"/>
          <p:cNvSpPr>
            <a:spLocks noChangeArrowheads="1"/>
          </p:cNvSpPr>
          <p:nvPr/>
        </p:nvSpPr>
        <p:spPr bwMode="auto">
          <a:xfrm>
            <a:off x="40528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4" name="Rectangle 8"/>
          <p:cNvSpPr>
            <a:spLocks noChangeArrowheads="1"/>
          </p:cNvSpPr>
          <p:nvPr/>
        </p:nvSpPr>
        <p:spPr bwMode="auto">
          <a:xfrm>
            <a:off x="426720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18" name="Object 5"/>
          <p:cNvGraphicFramePr>
            <a:graphicFrameLocks noChangeAspect="1"/>
          </p:cNvGraphicFramePr>
          <p:nvPr/>
        </p:nvGraphicFramePr>
        <p:xfrm>
          <a:off x="6213792" y="1867535"/>
          <a:ext cx="2452688" cy="444500"/>
        </p:xfrm>
        <a:graphic>
          <a:graphicData uri="http://schemas.openxmlformats.org/presentationml/2006/ole">
            <mc:AlternateContent xmlns:mc="http://schemas.openxmlformats.org/markup-compatibility/2006">
              <mc:Choice xmlns:v="urn:schemas-microsoft-com:vml" Requires="v">
                <p:oleObj spid="_x0000_s125160" name="Equation" r:id="rId1" imgW="22555200" imgH="4572000" progId="">
                  <p:embed/>
                </p:oleObj>
              </mc:Choice>
              <mc:Fallback>
                <p:oleObj name="Equation" r:id="rId1" imgW="22555200" imgH="4572000" progId="">
                  <p:embed/>
                  <p:pic>
                    <p:nvPicPr>
                      <p:cNvPr id="0" name="Picture 1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3792" y="1867535"/>
                        <a:ext cx="2452688" cy="4445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sp>
        <p:nvSpPr>
          <p:cNvPr id="19" name="Rectangle 7"/>
          <p:cNvSpPr>
            <a:spLocks noChangeArrowheads="1"/>
          </p:cNvSpPr>
          <p:nvPr/>
        </p:nvSpPr>
        <p:spPr bwMode="auto">
          <a:xfrm>
            <a:off x="361315" y="1811655"/>
            <a:ext cx="7553325" cy="491481"/>
          </a:xfrm>
          <a:prstGeom prst="rect">
            <a:avLst/>
          </a:prstGeom>
          <a:noFill/>
          <a:ln w="9525" algn="ctr">
            <a:noFill/>
            <a:miter lim="800000"/>
          </a:ln>
        </p:spPr>
        <p:txBody>
          <a:bodyPr>
            <a:spAutoFit/>
          </a:bodyPr>
          <a:lstStyle/>
          <a:p>
            <a:pPr>
              <a:lnSpc>
                <a:spcPct val="120000"/>
              </a:lnSpc>
              <a:spcBef>
                <a:spcPct val="50000"/>
              </a:spcBef>
            </a:pPr>
            <a:r>
              <a:rPr lang="zh-CN" altLang="en-US" sz="2400" b="1" dirty="0" smtClean="0">
                <a:solidFill>
                  <a:srgbClr val="FF0000"/>
                </a:solidFill>
                <a:latin typeface="+mj-lt"/>
                <a:cs typeface="Times New Roman" panose="02020603050405020304" pitchFamily="18" charset="0"/>
              </a:rPr>
              <a:t>定义</a:t>
            </a:r>
            <a:r>
              <a:rPr lang="zh-CN" altLang="en-US" sz="2400" b="1" dirty="0" smtClean="0">
                <a:solidFill>
                  <a:srgbClr val="0000CC"/>
                </a:solidFill>
                <a:latin typeface="+mj-lt"/>
                <a:cs typeface="Times New Roman" panose="02020603050405020304" pitchFamily="18" charset="0"/>
              </a:rPr>
              <a:t>  </a:t>
            </a:r>
            <a:r>
              <a:rPr lang="zh-CN" altLang="en-US" sz="2400" b="1" dirty="0" smtClean="0">
                <a:latin typeface="+mj-lt"/>
                <a:cs typeface="Times New Roman" panose="02020603050405020304" pitchFamily="18" charset="0"/>
              </a:rPr>
              <a:t>设随机过程                的</a:t>
            </a:r>
            <a:r>
              <a:rPr lang="zh-CN" altLang="en-US" sz="2400" b="1" dirty="0" smtClean="0">
                <a:solidFill>
                  <a:srgbClr val="0070C0"/>
                </a:solidFill>
                <a:latin typeface="+mj-lt"/>
                <a:cs typeface="Times New Roman" panose="02020603050405020304" pitchFamily="18" charset="0"/>
              </a:rPr>
              <a:t>状态空间</a:t>
            </a:r>
            <a:r>
              <a:rPr lang="zh-CN" altLang="en-US" sz="2400" b="1" dirty="0" smtClean="0">
                <a:latin typeface="+mj-lt"/>
                <a:cs typeface="Times New Roman" panose="02020603050405020304" pitchFamily="18" charset="0"/>
              </a:rPr>
              <a:t>为：</a:t>
            </a:r>
            <a:endParaRPr lang="zh-CN" altLang="en-US" sz="2400" b="1" dirty="0" smtClean="0">
              <a:latin typeface="+mj-lt"/>
              <a:cs typeface="Times New Roman" panose="02020603050405020304" pitchFamily="18" charset="0"/>
            </a:endParaRPr>
          </a:p>
        </p:txBody>
      </p:sp>
      <p:sp>
        <p:nvSpPr>
          <p:cNvPr id="20" name="Rectangle 13"/>
          <p:cNvSpPr>
            <a:spLocks noChangeArrowheads="1"/>
          </p:cNvSpPr>
          <p:nvPr/>
        </p:nvSpPr>
        <p:spPr bwMode="auto">
          <a:xfrm>
            <a:off x="477520" y="2463800"/>
            <a:ext cx="6781800" cy="491481"/>
          </a:xfrm>
          <a:prstGeom prst="rect">
            <a:avLst/>
          </a:prstGeom>
          <a:noFill/>
          <a:ln w="9525" algn="ctr">
            <a:noFill/>
            <a:miter lim="800000"/>
          </a:ln>
        </p:spPr>
        <p:txBody>
          <a:bodyPr>
            <a:spAutoFit/>
          </a:bodyPr>
          <a:lstStyle/>
          <a:p>
            <a:pPr>
              <a:lnSpc>
                <a:spcPct val="120000"/>
              </a:lnSpc>
              <a:spcBef>
                <a:spcPct val="50000"/>
              </a:spcBef>
            </a:pPr>
            <a:r>
              <a:rPr lang="zh-CN" altLang="en-US" sz="2400" b="1" dirty="0" smtClean="0">
                <a:latin typeface="+mj-lt"/>
                <a:cs typeface="Times New Roman" panose="02020603050405020304" pitchFamily="18" charset="0"/>
              </a:rPr>
              <a:t>若对任意的            ，及                                   有</a:t>
            </a:r>
            <a:endParaRPr lang="zh-CN" altLang="en-US" sz="2400" b="1" dirty="0" smtClean="0">
              <a:latin typeface="+mj-lt"/>
              <a:cs typeface="Times New Roman" panose="02020603050405020304" pitchFamily="18" charset="0"/>
            </a:endParaRPr>
          </a:p>
        </p:txBody>
      </p:sp>
      <p:graphicFrame>
        <p:nvGraphicFramePr>
          <p:cNvPr id="21" name="Object 14"/>
          <p:cNvGraphicFramePr>
            <a:graphicFrameLocks noChangeAspect="1"/>
          </p:cNvGraphicFramePr>
          <p:nvPr/>
        </p:nvGraphicFramePr>
        <p:xfrm>
          <a:off x="2174240" y="2593156"/>
          <a:ext cx="744538" cy="331788"/>
        </p:xfrm>
        <a:graphic>
          <a:graphicData uri="http://schemas.openxmlformats.org/presentationml/2006/ole">
            <mc:AlternateContent xmlns:mc="http://schemas.openxmlformats.org/markup-compatibility/2006">
              <mc:Choice xmlns:v="urn:schemas-microsoft-com:vml" Requires="v">
                <p:oleObj spid="_x0000_s125161" name="Equation" r:id="rId3" imgW="7315200" imgH="3657600" progId="">
                  <p:embed/>
                </p:oleObj>
              </mc:Choice>
              <mc:Fallback>
                <p:oleObj name="Equation" r:id="rId3" imgW="7315200" imgH="3657600" progId="">
                  <p:embed/>
                  <p:pic>
                    <p:nvPicPr>
                      <p:cNvPr id="0" name="Picture 1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4240" y="2593156"/>
                        <a:ext cx="744538" cy="33178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aphicFrame>
        <p:nvGraphicFramePr>
          <p:cNvPr id="22" name="Object 15"/>
          <p:cNvGraphicFramePr>
            <a:graphicFrameLocks noChangeAspect="1"/>
          </p:cNvGraphicFramePr>
          <p:nvPr/>
        </p:nvGraphicFramePr>
        <p:xfrm>
          <a:off x="3707904" y="2521903"/>
          <a:ext cx="2982913" cy="425450"/>
        </p:xfrm>
        <a:graphic>
          <a:graphicData uri="http://schemas.openxmlformats.org/presentationml/2006/ole">
            <mc:AlternateContent xmlns:mc="http://schemas.openxmlformats.org/markup-compatibility/2006">
              <mc:Choice xmlns:v="urn:schemas-microsoft-com:vml" Requires="v">
                <p:oleObj spid="_x0000_s125162" name="Equation" r:id="rId5" imgW="28651200" imgH="4572000" progId="">
                  <p:embed/>
                </p:oleObj>
              </mc:Choice>
              <mc:Fallback>
                <p:oleObj name="Equation" r:id="rId5" imgW="28651200" imgH="4572000" progId="">
                  <p:embed/>
                  <p:pic>
                    <p:nvPicPr>
                      <p:cNvPr id="0" name="Picture 1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7904" y="2521903"/>
                        <a:ext cx="2982913" cy="42545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sp>
        <p:nvSpPr>
          <p:cNvPr id="23" name="Oval 19"/>
          <p:cNvSpPr>
            <a:spLocks noChangeArrowheads="1"/>
          </p:cNvSpPr>
          <p:nvPr/>
        </p:nvSpPr>
        <p:spPr bwMode="auto">
          <a:xfrm>
            <a:off x="472440" y="3224184"/>
            <a:ext cx="8062913" cy="972000"/>
          </a:xfrm>
          <a:prstGeom prst="ellipse">
            <a:avLst/>
          </a:prstGeom>
          <a:noFill/>
          <a:ln w="31750" algn="ctr">
            <a:solidFill>
              <a:srgbClr val="FF0000"/>
            </a:solidFill>
            <a:round/>
            <a:tailEnd type="none" w="lg" len="lg"/>
          </a:ln>
          <a:effectLst>
            <a:outerShdw dist="71842" dir="2700000" algn="ctr" rotWithShape="0">
              <a:schemeClr val="bg1">
                <a:alpha val="50000"/>
              </a:schemeClr>
            </a:outerShdw>
          </a:effectLst>
        </p:spPr>
        <p:txBody>
          <a:bodyPr wrap="square" anchor="ctr">
            <a:spAutoFit/>
          </a:bodyPr>
          <a:lstStyle/>
          <a:p>
            <a:pPr>
              <a:defRPr/>
            </a:pPr>
            <a:endParaRPr lang="zh-CN" altLang="en-US">
              <a:solidFill>
                <a:srgbClr val="002060"/>
              </a:solidFill>
            </a:endParaRPr>
          </a:p>
        </p:txBody>
      </p:sp>
      <p:sp>
        <p:nvSpPr>
          <p:cNvPr id="24" name="WordArt 20"/>
          <p:cNvSpPr>
            <a:spLocks noChangeArrowheads="1" noChangeShapeType="1" noTextEdit="1"/>
          </p:cNvSpPr>
          <p:nvPr/>
        </p:nvSpPr>
        <p:spPr bwMode="auto">
          <a:xfrm>
            <a:off x="7888288" y="4520113"/>
            <a:ext cx="1008063" cy="353217"/>
          </a:xfrm>
          <a:prstGeom prst="rect">
            <a:avLst/>
          </a:prstGeom>
        </p:spPr>
        <p:txBody>
          <a:bodyPr wrap="none" fromWordArt="1">
            <a:prstTxWarp prst="textPlain">
              <a:avLst>
                <a:gd name="adj" fmla="val 50000"/>
              </a:avLst>
            </a:prstTxWarp>
          </a:bodyPr>
          <a:lstStyle/>
          <a:p>
            <a:pPr algn="ctr"/>
            <a:r>
              <a:rPr lang="zh-CN" altLang="en-US" sz="3600" kern="10" dirty="0">
                <a:ln w="12700">
                  <a:solidFill>
                    <a:srgbClr val="FF0000"/>
                  </a:solidFill>
                  <a:round/>
                </a:ln>
                <a:solidFill>
                  <a:srgbClr val="002060"/>
                </a:solidFill>
                <a:effectLst>
                  <a:outerShdw dist="35921" dir="2700000" algn="ctr" rotWithShape="0">
                    <a:schemeClr val="bg1"/>
                  </a:outerShdw>
                </a:effectLst>
                <a:latin typeface="隶书" panose="02010509060101010101" pitchFamily="49" charset="-122"/>
                <a:ea typeface="隶书" panose="02010509060101010101" pitchFamily="49" charset="-122"/>
              </a:rPr>
              <a:t>马氏性</a:t>
            </a:r>
            <a:endParaRPr lang="zh-CN" altLang="en-US" sz="3600" kern="10" dirty="0">
              <a:ln w="12700">
                <a:solidFill>
                  <a:srgbClr val="FF0000"/>
                </a:solidFill>
                <a:round/>
              </a:ln>
              <a:solidFill>
                <a:srgbClr val="002060"/>
              </a:solidFill>
              <a:effectLst>
                <a:outerShdw dist="35921" dir="2700000" algn="ctr" rotWithShape="0">
                  <a:schemeClr val="bg1"/>
                </a:outerShdw>
              </a:effectLst>
              <a:latin typeface="隶书" panose="02010509060101010101" pitchFamily="49" charset="-122"/>
              <a:ea typeface="隶书" panose="02010509060101010101" pitchFamily="49" charset="-122"/>
            </a:endParaRPr>
          </a:p>
        </p:txBody>
      </p:sp>
      <p:sp>
        <p:nvSpPr>
          <p:cNvPr id="25" name="Freeform 22"/>
          <p:cNvSpPr/>
          <p:nvPr/>
        </p:nvSpPr>
        <p:spPr bwMode="auto">
          <a:xfrm>
            <a:off x="8306118" y="3882844"/>
            <a:ext cx="184150" cy="622741"/>
          </a:xfrm>
          <a:custGeom>
            <a:avLst/>
            <a:gdLst/>
            <a:ahLst/>
            <a:cxnLst>
              <a:cxn ang="0">
                <a:pos x="37" y="448"/>
              </a:cxn>
              <a:cxn ang="0">
                <a:pos x="174" y="347"/>
              </a:cxn>
              <a:cxn ang="0">
                <a:pos x="147" y="201"/>
              </a:cxn>
              <a:cxn ang="0">
                <a:pos x="0" y="0"/>
              </a:cxn>
            </a:cxnLst>
            <a:rect l="0" t="0" r="r" b="b"/>
            <a:pathLst>
              <a:path w="192" h="448">
                <a:moveTo>
                  <a:pt x="37" y="448"/>
                </a:moveTo>
                <a:cubicBezTo>
                  <a:pt x="96" y="418"/>
                  <a:pt x="156" y="388"/>
                  <a:pt x="174" y="347"/>
                </a:cubicBezTo>
                <a:cubicBezTo>
                  <a:pt x="192" y="306"/>
                  <a:pt x="176" y="259"/>
                  <a:pt x="147" y="201"/>
                </a:cubicBezTo>
                <a:cubicBezTo>
                  <a:pt x="118" y="143"/>
                  <a:pt x="24" y="35"/>
                  <a:pt x="0" y="0"/>
                </a:cubicBezTo>
              </a:path>
            </a:pathLst>
          </a:custGeom>
          <a:noFill/>
          <a:ln w="31750" cap="flat" cmpd="sng">
            <a:solidFill>
              <a:srgbClr val="FF0000"/>
            </a:solidFill>
            <a:prstDash val="solid"/>
            <a:round/>
            <a:headEnd type="none" w="med" len="med"/>
            <a:tailEnd type="stealth" w="lg" len="lg"/>
          </a:ln>
          <a:effectLst>
            <a:outerShdw dist="71842" dir="2700000" algn="ctr" rotWithShape="0">
              <a:schemeClr val="bg1">
                <a:alpha val="50000"/>
              </a:schemeClr>
            </a:outerShdw>
          </a:effectLst>
        </p:spPr>
        <p:txBody>
          <a:bodyPr wrap="none" anchor="ctr">
            <a:spAutoFit/>
          </a:bodyPr>
          <a:lstStyle/>
          <a:p>
            <a:pPr>
              <a:defRPr/>
            </a:pPr>
            <a:endParaRPr lang="zh-CN" altLang="en-US">
              <a:solidFill>
                <a:srgbClr val="002060"/>
              </a:solidFill>
            </a:endParaRPr>
          </a:p>
        </p:txBody>
      </p:sp>
      <p:graphicFrame>
        <p:nvGraphicFramePr>
          <p:cNvPr id="26" name="Object 68"/>
          <p:cNvGraphicFramePr>
            <a:graphicFrameLocks noChangeAspect="1"/>
          </p:cNvGraphicFramePr>
          <p:nvPr/>
        </p:nvGraphicFramePr>
        <p:xfrm>
          <a:off x="1467485" y="3358488"/>
          <a:ext cx="6245225" cy="808037"/>
        </p:xfrm>
        <a:graphic>
          <a:graphicData uri="http://schemas.openxmlformats.org/presentationml/2006/ole">
            <mc:AlternateContent xmlns:mc="http://schemas.openxmlformats.org/markup-compatibility/2006">
              <mc:Choice xmlns:v="urn:schemas-microsoft-com:vml" Requires="v">
                <p:oleObj spid="_x0000_s125163" name="Equation" r:id="rId7" imgW="2844800" imgH="368300" progId="">
                  <p:embed/>
                </p:oleObj>
              </mc:Choice>
              <mc:Fallback>
                <p:oleObj name="Equation" r:id="rId7" imgW="2844800" imgH="368300" progId="">
                  <p:embed/>
                  <p:pic>
                    <p:nvPicPr>
                      <p:cNvPr id="0" name="Picture 1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67485" y="3358488"/>
                        <a:ext cx="6245225" cy="808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Rectangle 10"/>
          <p:cNvSpPr>
            <a:spLocks noChangeArrowheads="1"/>
          </p:cNvSpPr>
          <p:nvPr/>
        </p:nvSpPr>
        <p:spPr bwMode="auto">
          <a:xfrm>
            <a:off x="516890" y="4706044"/>
            <a:ext cx="7546975" cy="1052596"/>
          </a:xfrm>
          <a:prstGeom prst="rect">
            <a:avLst/>
          </a:prstGeom>
          <a:noFill/>
          <a:ln w="9525" algn="ctr">
            <a:noFill/>
            <a:miter lim="800000"/>
          </a:ln>
        </p:spPr>
        <p:txBody>
          <a:bodyPr>
            <a:spAutoFit/>
          </a:bodyPr>
          <a:lstStyle/>
          <a:p>
            <a:pPr>
              <a:lnSpc>
                <a:spcPct val="130000"/>
              </a:lnSpc>
              <a:spcBef>
                <a:spcPct val="50000"/>
              </a:spcBef>
            </a:pPr>
            <a:r>
              <a:rPr lang="zh-CN" altLang="en-US" sz="2400" b="1" dirty="0" smtClean="0">
                <a:latin typeface="+mj-lt"/>
                <a:cs typeface="Times New Roman" panose="02020603050405020304" pitchFamily="18" charset="0"/>
              </a:rPr>
              <a:t>则称                 为</a:t>
            </a:r>
            <a:r>
              <a:rPr lang="zh-CN" altLang="en-US" sz="2400" b="1" dirty="0" smtClean="0">
                <a:solidFill>
                  <a:srgbClr val="0070C0"/>
                </a:solidFill>
                <a:latin typeface="+mj-lt"/>
                <a:cs typeface="Times New Roman" panose="02020603050405020304" pitchFamily="18" charset="0"/>
              </a:rPr>
              <a:t>离散时间</a:t>
            </a:r>
            <a:r>
              <a:rPr lang="zh-CN" altLang="en-US" sz="2400" b="1" dirty="0" smtClean="0">
                <a:latin typeface="+mj-lt"/>
                <a:cs typeface="Times New Roman" panose="02020603050405020304" pitchFamily="18" charset="0"/>
              </a:rPr>
              <a:t>、</a:t>
            </a:r>
            <a:r>
              <a:rPr lang="zh-CN" altLang="en-US" sz="2400" b="1" dirty="0" smtClean="0">
                <a:solidFill>
                  <a:srgbClr val="0070C0"/>
                </a:solidFill>
                <a:latin typeface="+mj-lt"/>
                <a:cs typeface="Times New Roman" panose="02020603050405020304" pitchFamily="18" charset="0"/>
              </a:rPr>
              <a:t>离散状态</a:t>
            </a:r>
            <a:r>
              <a:rPr lang="zh-CN" altLang="en-US" sz="2400" b="1" dirty="0" smtClean="0">
                <a:latin typeface="+mj-lt"/>
                <a:cs typeface="Times New Roman" panose="02020603050405020304" pitchFamily="18" charset="0"/>
              </a:rPr>
              <a:t>的马尔可夫过程，或简称为</a:t>
            </a:r>
            <a:r>
              <a:rPr lang="zh-CN" altLang="en-US" sz="2400" b="1" dirty="0" smtClean="0">
                <a:solidFill>
                  <a:srgbClr val="0070C0"/>
                </a:solidFill>
                <a:latin typeface="+mj-lt"/>
                <a:cs typeface="Times New Roman" panose="02020603050405020304" pitchFamily="18" charset="0"/>
              </a:rPr>
              <a:t>马尔可夫链</a:t>
            </a:r>
            <a:r>
              <a:rPr lang="zh-CN" altLang="en-US" sz="2400" b="1" dirty="0" smtClean="0">
                <a:solidFill>
                  <a:srgbClr val="0000CC"/>
                </a:solidFill>
                <a:latin typeface="+mj-lt"/>
                <a:cs typeface="Times New Roman" panose="02020603050405020304" pitchFamily="18" charset="0"/>
              </a:rPr>
              <a:t>。</a:t>
            </a:r>
            <a:r>
              <a:rPr lang="zh-CN" altLang="en-US" sz="2400" dirty="0" smtClean="0">
                <a:solidFill>
                  <a:srgbClr val="0000CC"/>
                </a:solidFill>
                <a:latin typeface="+mj-lt"/>
                <a:cs typeface="Times New Roman" panose="02020603050405020304" pitchFamily="18" charset="0"/>
              </a:rPr>
              <a:t>                  </a:t>
            </a:r>
            <a:r>
              <a:rPr kumimoji="1" lang="zh-CN" altLang="en-US" sz="2400" b="1" dirty="0">
                <a:solidFill>
                  <a:srgbClr val="002060"/>
                </a:solidFill>
                <a:latin typeface="宋体" panose="02010600030101010101" pitchFamily="2" charset="-122"/>
              </a:rPr>
              <a:t>                                                                                                                                                                                                                                                                                                     </a:t>
            </a:r>
            <a:endParaRPr kumimoji="1" lang="zh-CN" altLang="en-US" sz="2400" b="1" dirty="0">
              <a:solidFill>
                <a:srgbClr val="002060"/>
              </a:solidFill>
              <a:latin typeface="宋体" panose="02010600030101010101" pitchFamily="2" charset="-122"/>
            </a:endParaRPr>
          </a:p>
        </p:txBody>
      </p:sp>
      <p:graphicFrame>
        <p:nvGraphicFramePr>
          <p:cNvPr id="28" name="Object 17"/>
          <p:cNvGraphicFramePr>
            <a:graphicFrameLocks noChangeAspect="1"/>
          </p:cNvGraphicFramePr>
          <p:nvPr/>
        </p:nvGraphicFramePr>
        <p:xfrm>
          <a:off x="2799715" y="1916832"/>
          <a:ext cx="1239838" cy="404812"/>
        </p:xfrm>
        <a:graphic>
          <a:graphicData uri="http://schemas.openxmlformats.org/presentationml/2006/ole">
            <mc:AlternateContent xmlns:mc="http://schemas.openxmlformats.org/markup-compatibility/2006">
              <mc:Choice xmlns:v="urn:schemas-microsoft-com:vml" Requires="v">
                <p:oleObj spid="_x0000_s125164" name="公式" r:id="rId9" imgW="698500" imgH="228600" progId="Equation.3">
                  <p:embed/>
                </p:oleObj>
              </mc:Choice>
              <mc:Fallback>
                <p:oleObj name="公式" r:id="rId9" imgW="698500" imgH="228600" progId="Equation.3">
                  <p:embed/>
                  <p:pic>
                    <p:nvPicPr>
                      <p:cNvPr id="0" name="Picture 1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99715" y="1916832"/>
                        <a:ext cx="1239838"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18"/>
          <p:cNvGraphicFramePr>
            <a:graphicFrameLocks noChangeAspect="1"/>
          </p:cNvGraphicFramePr>
          <p:nvPr/>
        </p:nvGraphicFramePr>
        <p:xfrm>
          <a:off x="1312228" y="4788046"/>
          <a:ext cx="1239837" cy="404812"/>
        </p:xfrm>
        <a:graphic>
          <a:graphicData uri="http://schemas.openxmlformats.org/presentationml/2006/ole">
            <mc:AlternateContent xmlns:mc="http://schemas.openxmlformats.org/markup-compatibility/2006">
              <mc:Choice xmlns:v="urn:schemas-microsoft-com:vml" Requires="v">
                <p:oleObj spid="_x0000_s125165" name="公式" r:id="rId11" imgW="698500" imgH="228600" progId="Equation.3">
                  <p:embed/>
                </p:oleObj>
              </mc:Choice>
              <mc:Fallback>
                <p:oleObj name="公式" r:id="rId11" imgW="698500" imgH="228600" progId="Equation.3">
                  <p:embed/>
                  <p:pic>
                    <p:nvPicPr>
                      <p:cNvPr id="0" name="Picture 1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12228" y="4788046"/>
                        <a:ext cx="1239837"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up)">
                                      <p:cBhvr>
                                        <p:cTn id="10" dur="500"/>
                                        <p:tgtEl>
                                          <p:spTgt spid="25"/>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up)">
                                      <p:cBhvr>
                                        <p:cTn id="1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1" name="Rectangle 3"/>
          <p:cNvSpPr>
            <a:spLocks noChangeArrowheads="1"/>
          </p:cNvSpPr>
          <p:nvPr/>
        </p:nvSpPr>
        <p:spPr bwMode="auto">
          <a:xfrm>
            <a:off x="592138" y="1417638"/>
            <a:ext cx="7883525" cy="4554220"/>
          </a:xfrm>
          <a:prstGeom prst="rect">
            <a:avLst/>
          </a:prstGeom>
          <a:noFill/>
          <a:ln w="9525" algn="ctr">
            <a:noFill/>
            <a:miter lim="800000"/>
          </a:ln>
          <a:effectLst>
            <a:outerShdw blurRad="50800" dist="50800" dir="5400000" algn="ctr" rotWithShape="0">
              <a:schemeClr val="bg1"/>
            </a:outerShdw>
          </a:effectLst>
        </p:spPr>
        <p:txBody>
          <a:bodyPr>
            <a:spAutoFit/>
          </a:bodyPr>
          <a:lstStyle/>
          <a:p>
            <a:pPr eaLnBrk="1" hangingPunct="1">
              <a:defRPr/>
            </a:pPr>
            <a:r>
              <a:rPr lang="zh-CN" altLang="en-US" sz="2400" dirty="0">
                <a:latin typeface="+mj-lt"/>
                <a:cs typeface="Times New Roman" panose="02020603050405020304" pitchFamily="18" charset="0"/>
              </a:rPr>
              <a:t>拼音输入法</a:t>
            </a:r>
            <a:endParaRPr lang="en-US" altLang="zh-CN" sz="2400" dirty="0">
              <a:latin typeface="+mj-lt"/>
              <a:cs typeface="Times New Roman" panose="02020603050405020304" pitchFamily="18" charset="0"/>
            </a:endParaRPr>
          </a:p>
          <a:p>
            <a:pPr eaLnBrk="1" hangingPunct="1">
              <a:defRPr/>
            </a:pPr>
            <a:endParaRPr lang="zh-CN" altLang="en-US" sz="2400" dirty="0">
              <a:latin typeface="+mj-lt"/>
              <a:cs typeface="Times New Roman" panose="02020603050405020304" pitchFamily="18" charset="0"/>
            </a:endParaRPr>
          </a:p>
          <a:p>
            <a:pPr eaLnBrk="1" hangingPunct="1">
              <a:defRPr/>
            </a:pPr>
            <a:r>
              <a:rPr lang="zh-CN" altLang="en-US" sz="2400" dirty="0">
                <a:latin typeface="+mj-lt"/>
                <a:cs typeface="Times New Roman" panose="02020603050405020304" pitchFamily="18" charset="0"/>
              </a:rPr>
              <a:t>输入拼音串：</a:t>
            </a:r>
            <a:r>
              <a:rPr lang="en-US" altLang="zh-CN" sz="2400" dirty="0" err="1">
                <a:solidFill>
                  <a:srgbClr val="0000CC"/>
                </a:solidFill>
                <a:latin typeface="+mj-lt"/>
                <a:cs typeface="Times New Roman" panose="02020603050405020304" pitchFamily="18" charset="0"/>
              </a:rPr>
              <a:t>wo</a:t>
            </a:r>
            <a:r>
              <a:rPr lang="en-US" altLang="zh-CN" sz="2400" dirty="0">
                <a:solidFill>
                  <a:srgbClr val="0000CC"/>
                </a:solidFill>
                <a:latin typeface="+mj-lt"/>
                <a:cs typeface="Times New Roman" panose="02020603050405020304" pitchFamily="18" charset="0"/>
              </a:rPr>
              <a:t> </a:t>
            </a:r>
            <a:r>
              <a:rPr lang="en-US" altLang="zh-CN" sz="2400" dirty="0" err="1">
                <a:solidFill>
                  <a:srgbClr val="0000CC"/>
                </a:solidFill>
                <a:latin typeface="+mj-lt"/>
                <a:cs typeface="Times New Roman" panose="02020603050405020304" pitchFamily="18" charset="0"/>
              </a:rPr>
              <a:t>zai</a:t>
            </a:r>
            <a:r>
              <a:rPr lang="en-US" altLang="zh-CN" sz="2400" dirty="0">
                <a:solidFill>
                  <a:srgbClr val="0000CC"/>
                </a:solidFill>
                <a:latin typeface="+mj-lt"/>
                <a:cs typeface="Times New Roman" panose="02020603050405020304" pitchFamily="18" charset="0"/>
              </a:rPr>
              <a:t> </a:t>
            </a:r>
            <a:r>
              <a:rPr lang="en-US" altLang="zh-CN" sz="2400" dirty="0" err="1">
                <a:solidFill>
                  <a:srgbClr val="0000CC"/>
                </a:solidFill>
                <a:latin typeface="+mj-lt"/>
                <a:cs typeface="Times New Roman" panose="02020603050405020304" pitchFamily="18" charset="0"/>
              </a:rPr>
              <a:t>deng</a:t>
            </a:r>
            <a:r>
              <a:rPr lang="en-US" altLang="zh-CN" sz="2400" dirty="0">
                <a:solidFill>
                  <a:srgbClr val="0000CC"/>
                </a:solidFill>
                <a:latin typeface="+mj-lt"/>
                <a:cs typeface="Times New Roman" panose="02020603050405020304" pitchFamily="18" charset="0"/>
              </a:rPr>
              <a:t> </a:t>
            </a:r>
            <a:r>
              <a:rPr lang="en-US" altLang="zh-CN" sz="2400" dirty="0" err="1">
                <a:solidFill>
                  <a:srgbClr val="0000CC"/>
                </a:solidFill>
                <a:latin typeface="+mj-lt"/>
                <a:cs typeface="Times New Roman" panose="02020603050405020304" pitchFamily="18" charset="0"/>
              </a:rPr>
              <a:t>ni</a:t>
            </a:r>
            <a:r>
              <a:rPr lang="zh-CN" altLang="en-US" sz="2400" dirty="0">
                <a:solidFill>
                  <a:srgbClr val="0000CC"/>
                </a:solidFill>
                <a:latin typeface="+mj-lt"/>
                <a:cs typeface="Times New Roman" panose="02020603050405020304" pitchFamily="18" charset="0"/>
              </a:rPr>
              <a:t>      </a:t>
            </a:r>
            <a:endParaRPr lang="en-US" altLang="zh-CN" sz="2400" dirty="0">
              <a:solidFill>
                <a:srgbClr val="0000CC"/>
              </a:solidFill>
              <a:latin typeface="+mj-lt"/>
              <a:cs typeface="Times New Roman" panose="02020603050405020304" pitchFamily="18" charset="0"/>
            </a:endParaRPr>
          </a:p>
          <a:p>
            <a:pPr eaLnBrk="1" hangingPunct="1">
              <a:spcBef>
                <a:spcPts val="1200"/>
              </a:spcBef>
              <a:defRPr/>
            </a:pPr>
            <a:r>
              <a:rPr lang="zh-CN" altLang="en-US" sz="2400" dirty="0">
                <a:latin typeface="+mj-lt"/>
                <a:cs typeface="Times New Roman" panose="02020603050405020304" pitchFamily="18" charset="0"/>
              </a:rPr>
              <a:t>对应字串：</a:t>
            </a:r>
            <a:r>
              <a:rPr lang="en-US" altLang="zh-CN" sz="2400" dirty="0">
                <a:latin typeface="+mj-lt"/>
                <a:cs typeface="Times New Roman" panose="02020603050405020304" pitchFamily="18" charset="0"/>
              </a:rPr>
              <a:t> </a:t>
            </a:r>
            <a:r>
              <a:rPr lang="zh-CN" altLang="en-US" sz="2400" dirty="0">
                <a:solidFill>
                  <a:srgbClr val="0000CC"/>
                </a:solidFill>
                <a:latin typeface="+mj-lt"/>
                <a:cs typeface="Times New Roman" panose="02020603050405020304" pitchFamily="18" charset="0"/>
              </a:rPr>
              <a:t>我在等你</a:t>
            </a:r>
            <a:endParaRPr lang="en-US" altLang="zh-CN" sz="2400" dirty="0">
              <a:solidFill>
                <a:srgbClr val="0000CC"/>
              </a:solidFill>
              <a:latin typeface="+mj-lt"/>
              <a:cs typeface="Times New Roman" panose="02020603050405020304" pitchFamily="18" charset="0"/>
            </a:endParaRPr>
          </a:p>
          <a:p>
            <a:pPr eaLnBrk="1" hangingPunct="1">
              <a:spcBef>
                <a:spcPts val="1200"/>
              </a:spcBef>
              <a:defRPr/>
            </a:pPr>
            <a:r>
              <a:rPr lang="zh-CN" altLang="en-US" sz="2400" dirty="0">
                <a:solidFill>
                  <a:srgbClr val="0000CC"/>
                </a:solidFill>
                <a:latin typeface="+mj-lt"/>
                <a:cs typeface="Times New Roman" panose="02020603050405020304" pitchFamily="18" charset="0"/>
              </a:rPr>
              <a:t>                   我在瞪你</a:t>
            </a:r>
            <a:endParaRPr lang="en-US" altLang="zh-CN" sz="2400" dirty="0">
              <a:solidFill>
                <a:srgbClr val="0000CC"/>
              </a:solidFill>
              <a:latin typeface="+mj-lt"/>
              <a:cs typeface="Times New Roman" panose="02020603050405020304" pitchFamily="18" charset="0"/>
            </a:endParaRPr>
          </a:p>
          <a:p>
            <a:pPr eaLnBrk="1" hangingPunct="1">
              <a:spcBef>
                <a:spcPts val="1200"/>
              </a:spcBef>
              <a:defRPr/>
            </a:pPr>
            <a:r>
              <a:rPr lang="zh-CN" altLang="en-US" sz="2400" dirty="0">
                <a:solidFill>
                  <a:srgbClr val="0000CC"/>
                </a:solidFill>
                <a:latin typeface="+mj-lt"/>
                <a:cs typeface="Times New Roman" panose="02020603050405020304" pitchFamily="18" charset="0"/>
              </a:rPr>
              <a:t>                   我载邓妮</a:t>
            </a:r>
            <a:endParaRPr lang="en-US" altLang="zh-CN" sz="2400" dirty="0">
              <a:solidFill>
                <a:srgbClr val="0000CC"/>
              </a:solidFill>
              <a:latin typeface="+mj-lt"/>
              <a:cs typeface="Times New Roman" panose="02020603050405020304" pitchFamily="18" charset="0"/>
            </a:endParaRPr>
          </a:p>
          <a:p>
            <a:pPr eaLnBrk="1" hangingPunct="1">
              <a:spcBef>
                <a:spcPts val="1200"/>
              </a:spcBef>
              <a:defRPr/>
            </a:pPr>
            <a:r>
              <a:rPr lang="en-US" altLang="zh-CN" sz="2400" dirty="0">
                <a:solidFill>
                  <a:srgbClr val="0000CC"/>
                </a:solidFill>
                <a:latin typeface="+mj-lt"/>
                <a:cs typeface="Times New Roman" panose="02020603050405020304" pitchFamily="18" charset="0"/>
              </a:rPr>
              <a:t>                   </a:t>
            </a:r>
            <a:r>
              <a:rPr lang="zh-CN" altLang="en-US" sz="2400" dirty="0">
                <a:solidFill>
                  <a:srgbClr val="0000CC"/>
                </a:solidFill>
                <a:latin typeface="+mj-lt"/>
                <a:cs typeface="Times New Roman" panose="02020603050405020304" pitchFamily="18" charset="0"/>
              </a:rPr>
              <a:t>窝仔灯拟</a:t>
            </a:r>
            <a:endParaRPr lang="en-US" altLang="zh-CN" sz="2400" dirty="0">
              <a:solidFill>
                <a:srgbClr val="0000CC"/>
              </a:solidFill>
              <a:latin typeface="+mj-lt"/>
              <a:cs typeface="Times New Roman" panose="02020603050405020304" pitchFamily="18" charset="0"/>
            </a:endParaRPr>
          </a:p>
          <a:p>
            <a:pPr eaLnBrk="1" hangingPunct="1">
              <a:defRPr/>
            </a:pPr>
            <a:r>
              <a:rPr lang="zh-CN" altLang="en-US" sz="2400" dirty="0">
                <a:solidFill>
                  <a:srgbClr val="0000CC"/>
                </a:solidFill>
                <a:latin typeface="+mj-lt"/>
                <a:cs typeface="Times New Roman" panose="02020603050405020304" pitchFamily="18" charset="0"/>
              </a:rPr>
              <a:t>                   。。。</a:t>
            </a:r>
            <a:endParaRPr lang="en-US" altLang="zh-CN" sz="2400" dirty="0">
              <a:solidFill>
                <a:srgbClr val="0000CC"/>
              </a:solidFill>
              <a:latin typeface="+mj-lt"/>
              <a:cs typeface="Times New Roman" panose="02020603050405020304" pitchFamily="18" charset="0"/>
            </a:endParaRPr>
          </a:p>
          <a:p>
            <a:pPr eaLnBrk="1" hangingPunct="1">
              <a:spcBef>
                <a:spcPts val="1200"/>
              </a:spcBef>
              <a:defRPr/>
            </a:pPr>
            <a:r>
              <a:rPr lang="zh-CN" altLang="en-US" sz="2400" dirty="0">
                <a:latin typeface="+mj-lt"/>
                <a:cs typeface="Times New Roman" panose="02020603050405020304" pitchFamily="18" charset="0"/>
              </a:rPr>
              <a:t>决策时需要计算每个可能的字串的</a:t>
            </a:r>
            <a:r>
              <a:rPr lang="zh-CN" altLang="en-US" sz="2400" dirty="0">
                <a:solidFill>
                  <a:schemeClr val="tx1"/>
                </a:solidFill>
                <a:latin typeface="+mj-lt"/>
                <a:cs typeface="Times New Roman" panose="02020603050405020304" pitchFamily="18" charset="0"/>
              </a:rPr>
              <a:t>概率</a:t>
            </a:r>
            <a:r>
              <a:rPr lang="zh-CN" altLang="en-US" sz="2400" dirty="0">
                <a:solidFill>
                  <a:srgbClr val="0070C0"/>
                </a:solidFill>
                <a:latin typeface="+mj-lt"/>
                <a:cs typeface="Times New Roman" panose="02020603050405020304" pitchFamily="18" charset="0"/>
              </a:rPr>
              <a:t>，</a:t>
            </a:r>
            <a:r>
              <a:rPr lang="zh-CN" altLang="en-US" sz="2400" dirty="0">
                <a:solidFill>
                  <a:srgbClr val="0000CC"/>
                </a:solidFill>
                <a:latin typeface="+mj-lt"/>
                <a:cs typeface="Times New Roman" panose="02020603050405020304" pitchFamily="18" charset="0"/>
              </a:rPr>
              <a:t>选择概率最大的作为结果     </a:t>
            </a:r>
            <a:endParaRPr lang="zh-CN" altLang="en-US" sz="2400" dirty="0">
              <a:solidFill>
                <a:srgbClr val="0000CC"/>
              </a:solidFill>
              <a:latin typeface="+mj-lt"/>
              <a:cs typeface="Times New Roman" panose="02020603050405020304" pitchFamily="18" charset="0"/>
            </a:endParaRPr>
          </a:p>
        </p:txBody>
      </p:sp>
      <p:sp>
        <p:nvSpPr>
          <p:cNvPr id="42" name="标题 8"/>
          <p:cNvSpPr txBox="1"/>
          <p:nvPr/>
        </p:nvSpPr>
        <p:spPr>
          <a:xfrm>
            <a:off x="592138" y="476885"/>
            <a:ext cx="8015287" cy="914400"/>
          </a:xfrm>
          <a:prstGeom prst="rect">
            <a:avLst/>
          </a:prstGeom>
        </p:spPr>
        <p:txBody>
          <a:bodyPr/>
          <a:lstStyle/>
          <a:p>
            <a:pPr algn="ctr">
              <a:defRPr/>
            </a:pPr>
            <a:r>
              <a:rPr lang="zh-CN" altLang="en-US" sz="4200" b="1" kern="0" dirty="0">
                <a:solidFill>
                  <a:schemeClr val="tx2"/>
                </a:solidFill>
                <a:latin typeface="+mj-lt"/>
                <a:ea typeface="+mj-ea"/>
                <a:cs typeface="+mj-cs"/>
              </a:rPr>
              <a:t>马尔可夫链的简单应用</a:t>
            </a:r>
            <a:endParaRPr lang="zh-CN" altLang="en-US" sz="4200" b="1" kern="0" dirty="0">
              <a:solidFill>
                <a:schemeClr val="tx2"/>
              </a:solidFill>
              <a:latin typeface="+mj-lt"/>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59811">
                                            <p:txEl>
                                              <p:pRg st="0" end="0"/>
                                            </p:txEl>
                                          </p:spTgt>
                                        </p:tgtEl>
                                        <p:attrNameLst>
                                          <p:attrName>style.visibility</p:attrName>
                                        </p:attrNameLst>
                                      </p:cBhvr>
                                      <p:to>
                                        <p:strVal val="visible"/>
                                      </p:to>
                                    </p:set>
                                    <p:animEffect transition="in" filter="wipe(up)">
                                      <p:cBhvr>
                                        <p:cTn id="7" dur="500"/>
                                        <p:tgtEl>
                                          <p:spTgt spid="7598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59811">
                                            <p:txEl>
                                              <p:pRg st="2" end="2"/>
                                            </p:txEl>
                                          </p:spTgt>
                                        </p:tgtEl>
                                        <p:attrNameLst>
                                          <p:attrName>style.visibility</p:attrName>
                                        </p:attrNameLst>
                                      </p:cBhvr>
                                      <p:to>
                                        <p:strVal val="visible"/>
                                      </p:to>
                                    </p:set>
                                    <p:animEffect transition="in" filter="wipe(up)">
                                      <p:cBhvr>
                                        <p:cTn id="12" dur="500"/>
                                        <p:tgtEl>
                                          <p:spTgt spid="7598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59811">
                                            <p:txEl>
                                              <p:pRg st="3" end="3"/>
                                            </p:txEl>
                                          </p:spTgt>
                                        </p:tgtEl>
                                        <p:attrNameLst>
                                          <p:attrName>style.visibility</p:attrName>
                                        </p:attrNameLst>
                                      </p:cBhvr>
                                      <p:to>
                                        <p:strVal val="visible"/>
                                      </p:to>
                                    </p:set>
                                    <p:animEffect transition="in" filter="wipe(up)">
                                      <p:cBhvr>
                                        <p:cTn id="17" dur="500"/>
                                        <p:tgtEl>
                                          <p:spTgt spid="75981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59811">
                                            <p:txEl>
                                              <p:pRg st="4" end="4"/>
                                            </p:txEl>
                                          </p:spTgt>
                                        </p:tgtEl>
                                        <p:attrNameLst>
                                          <p:attrName>style.visibility</p:attrName>
                                        </p:attrNameLst>
                                      </p:cBhvr>
                                      <p:to>
                                        <p:strVal val="visible"/>
                                      </p:to>
                                    </p:set>
                                    <p:animEffect transition="in" filter="wipe(up)">
                                      <p:cBhvr>
                                        <p:cTn id="22" dur="500"/>
                                        <p:tgtEl>
                                          <p:spTgt spid="75981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59811">
                                            <p:txEl>
                                              <p:pRg st="5" end="5"/>
                                            </p:txEl>
                                          </p:spTgt>
                                        </p:tgtEl>
                                        <p:attrNameLst>
                                          <p:attrName>style.visibility</p:attrName>
                                        </p:attrNameLst>
                                      </p:cBhvr>
                                      <p:to>
                                        <p:strVal val="visible"/>
                                      </p:to>
                                    </p:set>
                                    <p:animEffect transition="in" filter="wipe(up)">
                                      <p:cBhvr>
                                        <p:cTn id="27" dur="500"/>
                                        <p:tgtEl>
                                          <p:spTgt spid="75981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59811">
                                            <p:txEl>
                                              <p:pRg st="6" end="6"/>
                                            </p:txEl>
                                          </p:spTgt>
                                        </p:tgtEl>
                                        <p:attrNameLst>
                                          <p:attrName>style.visibility</p:attrName>
                                        </p:attrNameLst>
                                      </p:cBhvr>
                                      <p:to>
                                        <p:strVal val="visible"/>
                                      </p:to>
                                    </p:set>
                                    <p:animEffect transition="in" filter="wipe(up)">
                                      <p:cBhvr>
                                        <p:cTn id="32" dur="500"/>
                                        <p:tgtEl>
                                          <p:spTgt spid="759811">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59811">
                                            <p:txEl>
                                              <p:pRg st="7" end="7"/>
                                            </p:txEl>
                                          </p:spTgt>
                                        </p:tgtEl>
                                        <p:attrNameLst>
                                          <p:attrName>style.visibility</p:attrName>
                                        </p:attrNameLst>
                                      </p:cBhvr>
                                      <p:to>
                                        <p:strVal val="visible"/>
                                      </p:to>
                                    </p:set>
                                    <p:animEffect transition="in" filter="wipe(up)">
                                      <p:cBhvr>
                                        <p:cTn id="37" dur="500"/>
                                        <p:tgtEl>
                                          <p:spTgt spid="759811">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59811">
                                            <p:txEl>
                                              <p:pRg st="8" end="8"/>
                                            </p:txEl>
                                          </p:spTgt>
                                        </p:tgtEl>
                                        <p:attrNameLst>
                                          <p:attrName>style.visibility</p:attrName>
                                        </p:attrNameLst>
                                      </p:cBhvr>
                                      <p:to>
                                        <p:strVal val="visible"/>
                                      </p:to>
                                    </p:set>
                                    <p:animEffect transition="in" filter="wipe(up)">
                                      <p:cBhvr>
                                        <p:cTn id="42" dur="500"/>
                                        <p:tgtEl>
                                          <p:spTgt spid="7598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981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椭圆 19"/>
          <p:cNvSpPr>
            <a:spLocks noChangeArrowheads="1"/>
          </p:cNvSpPr>
          <p:nvPr/>
        </p:nvSpPr>
        <p:spPr bwMode="auto">
          <a:xfrm>
            <a:off x="528638" y="5343525"/>
            <a:ext cx="3341687" cy="476250"/>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600" b="1"/>
          </a:p>
        </p:txBody>
      </p:sp>
      <p:sp>
        <p:nvSpPr>
          <p:cNvPr id="21" name="椭圆 20"/>
          <p:cNvSpPr>
            <a:spLocks noChangeArrowheads="1"/>
          </p:cNvSpPr>
          <p:nvPr/>
        </p:nvSpPr>
        <p:spPr bwMode="auto">
          <a:xfrm>
            <a:off x="396875" y="3687763"/>
            <a:ext cx="5454650" cy="476250"/>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600" b="1"/>
          </a:p>
        </p:txBody>
      </p:sp>
      <p:sp>
        <p:nvSpPr>
          <p:cNvPr id="2" name="Rectangle 3"/>
          <p:cNvSpPr>
            <a:spLocks noChangeArrowheads="1"/>
          </p:cNvSpPr>
          <p:nvPr/>
        </p:nvSpPr>
        <p:spPr bwMode="auto">
          <a:xfrm>
            <a:off x="592138" y="1544638"/>
            <a:ext cx="7883525" cy="460375"/>
          </a:xfrm>
          <a:prstGeom prst="rect">
            <a:avLst/>
          </a:prstGeom>
          <a:noFill/>
          <a:ln w="9525" algn="ctr">
            <a:noFill/>
            <a:miter lim="800000"/>
          </a:ln>
          <a:effectLst>
            <a:outerShdw blurRad="50800" dist="50800" dir="5400000" algn="ctr" rotWithShape="0">
              <a:schemeClr val="bg1"/>
            </a:outerShdw>
          </a:effectLst>
        </p:spPr>
        <p:txBody>
          <a:bodyPr>
            <a:spAutoFit/>
          </a:bodyPr>
          <a:lstStyle/>
          <a:p>
            <a:pPr eaLnBrk="1" hangingPunct="1">
              <a:buFont typeface="Wingdings" panose="05000000000000000000" pitchFamily="2" charset="2"/>
              <a:buChar char="u"/>
              <a:defRPr/>
            </a:pPr>
            <a:r>
              <a:rPr lang="zh-CN" altLang="en-US" sz="2400" dirty="0">
                <a:solidFill>
                  <a:srgbClr val="0000CC"/>
                </a:solidFill>
                <a:latin typeface="+mj-lt"/>
                <a:cs typeface="Times New Roman" panose="02020603050405020304" pitchFamily="18" charset="0"/>
              </a:rPr>
              <a:t>  </a:t>
            </a:r>
            <a:r>
              <a:rPr lang="zh-CN" altLang="en-US" sz="2400" dirty="0">
                <a:latin typeface="+mj-lt"/>
                <a:cs typeface="Times New Roman" panose="02020603050405020304" pitchFamily="18" charset="0"/>
              </a:rPr>
              <a:t>计算字符串                   的发生概率</a:t>
            </a:r>
            <a:endParaRPr lang="en-US" altLang="zh-CN" sz="2400" dirty="0">
              <a:solidFill>
                <a:srgbClr val="0000CC"/>
              </a:solidFill>
              <a:latin typeface="+mj-lt"/>
              <a:cs typeface="Times New Roman" panose="02020603050405020304" pitchFamily="18" charset="0"/>
            </a:endParaRPr>
          </a:p>
        </p:txBody>
      </p:sp>
      <p:graphicFrame>
        <p:nvGraphicFramePr>
          <p:cNvPr id="3" name="Object 2"/>
          <p:cNvGraphicFramePr>
            <a:graphicFrameLocks noChangeAspect="1"/>
          </p:cNvGraphicFramePr>
          <p:nvPr/>
        </p:nvGraphicFramePr>
        <p:xfrm>
          <a:off x="2809875" y="1598613"/>
          <a:ext cx="1239838" cy="404812"/>
        </p:xfrm>
        <a:graphic>
          <a:graphicData uri="http://schemas.openxmlformats.org/presentationml/2006/ole">
            <mc:AlternateContent xmlns:mc="http://schemas.openxmlformats.org/markup-compatibility/2006">
              <mc:Choice xmlns:v="urn:schemas-microsoft-com:vml" Requires="v">
                <p:oleObj spid="_x0000_s45287" name="公式" r:id="rId1" imgW="698500" imgH="228600" progId="Equation.3">
                  <p:embed/>
                </p:oleObj>
              </mc:Choice>
              <mc:Fallback>
                <p:oleObj name="公式" r:id="rId1" imgW="698500" imgH="2286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75" y="1598613"/>
                        <a:ext cx="12398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4739" name="Object 3"/>
          <p:cNvGraphicFramePr>
            <a:graphicFrameLocks noChangeAspect="1"/>
          </p:cNvGraphicFramePr>
          <p:nvPr/>
        </p:nvGraphicFramePr>
        <p:xfrm>
          <a:off x="377825" y="2306638"/>
          <a:ext cx="4554538" cy="404812"/>
        </p:xfrm>
        <a:graphic>
          <a:graphicData uri="http://schemas.openxmlformats.org/presentationml/2006/ole">
            <mc:AlternateContent xmlns:mc="http://schemas.openxmlformats.org/markup-compatibility/2006">
              <mc:Choice xmlns:v="urn:schemas-microsoft-com:vml" Requires="v">
                <p:oleObj spid="_x0000_s45288" name="公式" r:id="rId3" imgW="2565400" imgH="228600" progId="Equation.3">
                  <p:embed/>
                </p:oleObj>
              </mc:Choice>
              <mc:Fallback>
                <p:oleObj name="公式" r:id="rId3" imgW="25654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825" y="2306638"/>
                        <a:ext cx="45545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4740" name="Object 4"/>
          <p:cNvGraphicFramePr>
            <a:graphicFrameLocks noChangeAspect="1"/>
          </p:cNvGraphicFramePr>
          <p:nvPr/>
        </p:nvGraphicFramePr>
        <p:xfrm>
          <a:off x="323850" y="2963863"/>
          <a:ext cx="8318500" cy="404812"/>
        </p:xfrm>
        <a:graphic>
          <a:graphicData uri="http://schemas.openxmlformats.org/presentationml/2006/ole">
            <mc:AlternateContent xmlns:mc="http://schemas.openxmlformats.org/markup-compatibility/2006">
              <mc:Choice xmlns:v="urn:schemas-microsoft-com:vml" Requires="v">
                <p:oleObj spid="_x0000_s45289" name="公式" r:id="rId5" imgW="4686300" imgH="228600" progId="Equation.3">
                  <p:embed/>
                </p:oleObj>
              </mc:Choice>
              <mc:Fallback>
                <p:oleObj name="公式" r:id="rId5" imgW="4686300" imgH="228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2963863"/>
                        <a:ext cx="83185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4741" name="Object 5"/>
          <p:cNvGraphicFramePr>
            <a:graphicFrameLocks noChangeAspect="1"/>
          </p:cNvGraphicFramePr>
          <p:nvPr/>
        </p:nvGraphicFramePr>
        <p:xfrm>
          <a:off x="428625" y="3752850"/>
          <a:ext cx="4892675" cy="404813"/>
        </p:xfrm>
        <a:graphic>
          <a:graphicData uri="http://schemas.openxmlformats.org/presentationml/2006/ole">
            <mc:AlternateContent xmlns:mc="http://schemas.openxmlformats.org/markup-compatibility/2006">
              <mc:Choice xmlns:v="urn:schemas-microsoft-com:vml" Requires="v">
                <p:oleObj spid="_x0000_s45290" name="公式" r:id="rId7" imgW="2755900" imgH="228600" progId="Equation.3">
                  <p:embed/>
                </p:oleObj>
              </mc:Choice>
              <mc:Fallback>
                <p:oleObj name="公式" r:id="rId7" imgW="2755900" imgH="228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625" y="3752850"/>
                        <a:ext cx="489267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4742" name="Object 6"/>
          <p:cNvGraphicFramePr>
            <a:graphicFrameLocks noChangeAspect="1"/>
          </p:cNvGraphicFramePr>
          <p:nvPr/>
        </p:nvGraphicFramePr>
        <p:xfrm>
          <a:off x="671513" y="4338638"/>
          <a:ext cx="5051425" cy="404812"/>
        </p:xfrm>
        <a:graphic>
          <a:graphicData uri="http://schemas.openxmlformats.org/presentationml/2006/ole">
            <mc:AlternateContent xmlns:mc="http://schemas.openxmlformats.org/markup-compatibility/2006">
              <mc:Choice xmlns:v="urn:schemas-microsoft-com:vml" Requires="v">
                <p:oleObj spid="_x0000_s45291" name="公式" r:id="rId9" imgW="2844800" imgH="228600" progId="Equation.3">
                  <p:embed/>
                </p:oleObj>
              </mc:Choice>
              <mc:Fallback>
                <p:oleObj name="公式" r:id="rId9" imgW="2844800" imgH="2286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1513" y="4338638"/>
                        <a:ext cx="5051425"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4743" name="Object 7"/>
          <p:cNvGraphicFramePr>
            <a:graphicFrameLocks noChangeAspect="1"/>
          </p:cNvGraphicFramePr>
          <p:nvPr/>
        </p:nvGraphicFramePr>
        <p:xfrm>
          <a:off x="708025" y="5381625"/>
          <a:ext cx="3043238" cy="404813"/>
        </p:xfrm>
        <a:graphic>
          <a:graphicData uri="http://schemas.openxmlformats.org/presentationml/2006/ole">
            <mc:AlternateContent xmlns:mc="http://schemas.openxmlformats.org/markup-compatibility/2006">
              <mc:Choice xmlns:v="urn:schemas-microsoft-com:vml" Requires="v">
                <p:oleObj spid="_x0000_s45292" name="公式" r:id="rId11" imgW="1714500" imgH="228600" progId="Equation.3">
                  <p:embed/>
                </p:oleObj>
              </mc:Choice>
              <mc:Fallback>
                <p:oleObj name="公式" r:id="rId11" imgW="1714500" imgH="2286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8025" y="5381625"/>
                        <a:ext cx="30432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椭圆 9"/>
          <p:cNvSpPr>
            <a:spLocks noChangeArrowheads="1"/>
          </p:cNvSpPr>
          <p:nvPr/>
        </p:nvSpPr>
        <p:spPr bwMode="auto">
          <a:xfrm>
            <a:off x="2828925" y="4826000"/>
            <a:ext cx="92075" cy="71438"/>
          </a:xfrm>
          <a:prstGeom prst="ellipse">
            <a:avLst/>
          </a:prstGeom>
          <a:solidFill>
            <a:schemeClr val="tx1"/>
          </a:solidFill>
          <a:ln w="9525" algn="ctr">
            <a:solidFill>
              <a:schemeClr val="tx1"/>
            </a:solidFill>
            <a:rou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600" b="1"/>
          </a:p>
        </p:txBody>
      </p:sp>
      <p:sp>
        <p:nvSpPr>
          <p:cNvPr id="11" name="椭圆 10"/>
          <p:cNvSpPr>
            <a:spLocks noChangeArrowheads="1"/>
          </p:cNvSpPr>
          <p:nvPr/>
        </p:nvSpPr>
        <p:spPr bwMode="auto">
          <a:xfrm>
            <a:off x="2828925" y="5019675"/>
            <a:ext cx="92075" cy="71438"/>
          </a:xfrm>
          <a:prstGeom prst="ellipse">
            <a:avLst/>
          </a:prstGeom>
          <a:solidFill>
            <a:schemeClr val="tx1"/>
          </a:solidFill>
          <a:ln w="9525" algn="ctr">
            <a:solidFill>
              <a:schemeClr val="tx1"/>
            </a:solidFill>
            <a:rou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600" b="1"/>
          </a:p>
        </p:txBody>
      </p:sp>
      <p:sp>
        <p:nvSpPr>
          <p:cNvPr id="12" name="椭圆 11"/>
          <p:cNvSpPr>
            <a:spLocks noChangeArrowheads="1"/>
          </p:cNvSpPr>
          <p:nvPr/>
        </p:nvSpPr>
        <p:spPr bwMode="auto">
          <a:xfrm>
            <a:off x="2828925" y="5191125"/>
            <a:ext cx="92075" cy="73025"/>
          </a:xfrm>
          <a:prstGeom prst="ellipse">
            <a:avLst/>
          </a:prstGeom>
          <a:solidFill>
            <a:schemeClr val="tx1"/>
          </a:solidFill>
          <a:ln w="9525" algn="ctr">
            <a:solidFill>
              <a:schemeClr val="tx1"/>
            </a:solidFill>
            <a:rou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600" b="1"/>
          </a:p>
        </p:txBody>
      </p:sp>
      <p:graphicFrame>
        <p:nvGraphicFramePr>
          <p:cNvPr id="244744" name="Object 8"/>
          <p:cNvGraphicFramePr>
            <a:graphicFrameLocks noChangeAspect="1"/>
          </p:cNvGraphicFramePr>
          <p:nvPr/>
        </p:nvGraphicFramePr>
        <p:xfrm>
          <a:off x="636588" y="5946775"/>
          <a:ext cx="3360737" cy="404813"/>
        </p:xfrm>
        <a:graphic>
          <a:graphicData uri="http://schemas.openxmlformats.org/presentationml/2006/ole">
            <mc:AlternateContent xmlns:mc="http://schemas.openxmlformats.org/markup-compatibility/2006">
              <mc:Choice xmlns:v="urn:schemas-microsoft-com:vml" Requires="v">
                <p:oleObj spid="_x0000_s45293" name="公式" r:id="rId13" imgW="1892300" imgH="228600" progId="Equation.3">
                  <p:embed/>
                </p:oleObj>
              </mc:Choice>
              <mc:Fallback>
                <p:oleObj name="公式" r:id="rId13" imgW="1892300" imgH="2286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6588" y="5946775"/>
                        <a:ext cx="336073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4745" name="Object 9"/>
          <p:cNvGraphicFramePr>
            <a:graphicFrameLocks noChangeAspect="1"/>
          </p:cNvGraphicFramePr>
          <p:nvPr/>
        </p:nvGraphicFramePr>
        <p:xfrm>
          <a:off x="5360988" y="2301875"/>
          <a:ext cx="1792287" cy="427038"/>
        </p:xfrm>
        <a:graphic>
          <a:graphicData uri="http://schemas.openxmlformats.org/presentationml/2006/ole">
            <mc:AlternateContent xmlns:mc="http://schemas.openxmlformats.org/markup-compatibility/2006">
              <mc:Choice xmlns:v="urn:schemas-microsoft-com:vml" Requires="v">
                <p:oleObj spid="_x0000_s45294" name="公式" r:id="rId15" imgW="812165" imgH="228600" progId="Equation.3">
                  <p:embed/>
                </p:oleObj>
              </mc:Choice>
              <mc:Fallback>
                <p:oleObj name="公式" r:id="rId15" imgW="812165" imgH="228600"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60988" y="2301875"/>
                        <a:ext cx="179228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p:nvPr/>
        </p:nvSpPr>
        <p:spPr bwMode="auto">
          <a:xfrm>
            <a:off x="1403648" y="2337189"/>
            <a:ext cx="6840760" cy="2775760"/>
          </a:xfrm>
          <a:prstGeom prst="rect">
            <a:avLst/>
          </a:prstGeom>
          <a:solidFill>
            <a:schemeClr val="bg2">
              <a:lumMod val="40000"/>
              <a:lumOff val="60000"/>
            </a:schemeClr>
          </a:solidFill>
          <a:ln w="9525">
            <a:noFill/>
            <a:miter lim="800000"/>
          </a:ln>
        </p:spPr>
        <p:txBody>
          <a:bodyPr wrap="square" anchor="ctr">
            <a:spAutoFit/>
          </a:bodyPr>
          <a:lstStyle/>
          <a:p>
            <a:pPr marL="273050" indent="-273050" eaLnBrk="1" hangingPunct="1">
              <a:lnSpc>
                <a:spcPct val="150000"/>
              </a:lnSpc>
              <a:buClr>
                <a:srgbClr val="7030A0"/>
              </a:buClr>
              <a:buFont typeface="Wingdings" panose="05000000000000000000" pitchFamily="2" charset="2"/>
              <a:buChar char="p"/>
              <a:defRPr/>
            </a:pPr>
            <a:r>
              <a:rPr lang="zh-CN" altLang="en-US" sz="2400" b="1" dirty="0">
                <a:solidFill>
                  <a:srgbClr val="0033CC"/>
                </a:solidFill>
                <a:latin typeface="黑体" panose="02010609060101010101" pitchFamily="49" charset="-122"/>
              </a:rPr>
              <a:t>各条件概率理论上是可以估计的，因而可以事先得到并存储。</a:t>
            </a:r>
            <a:endParaRPr lang="en-US" altLang="zh-CN" sz="2400" b="1" dirty="0">
              <a:solidFill>
                <a:srgbClr val="0033CC"/>
              </a:solidFill>
              <a:latin typeface="黑体" panose="02010609060101010101" pitchFamily="49" charset="-122"/>
            </a:endParaRPr>
          </a:p>
          <a:p>
            <a:pPr marL="273050" indent="-273050" eaLnBrk="1" hangingPunct="1">
              <a:lnSpc>
                <a:spcPct val="150000"/>
              </a:lnSpc>
              <a:buClr>
                <a:srgbClr val="7030A0"/>
              </a:buClr>
              <a:buFont typeface="Wingdings" panose="05000000000000000000" pitchFamily="2" charset="2"/>
              <a:buChar char="p"/>
              <a:defRPr/>
            </a:pPr>
            <a:r>
              <a:rPr lang="zh-CN" altLang="en-US" sz="2400" b="1" dirty="0">
                <a:solidFill>
                  <a:srgbClr val="0033CC"/>
                </a:solidFill>
                <a:latin typeface="黑体" panose="02010609060101010101" pitchFamily="49" charset="-122"/>
              </a:rPr>
              <a:t>计算特定字符串的概率时，通过查表来得到。</a:t>
            </a:r>
            <a:endParaRPr lang="en-US" altLang="zh-CN" sz="2400" b="1" dirty="0">
              <a:solidFill>
                <a:srgbClr val="0033CC"/>
              </a:solidFill>
              <a:latin typeface="黑体" panose="02010609060101010101" pitchFamily="49" charset="-122"/>
            </a:endParaRPr>
          </a:p>
          <a:p>
            <a:pPr marL="273050" indent="-273050" eaLnBrk="1" hangingPunct="1">
              <a:lnSpc>
                <a:spcPct val="150000"/>
              </a:lnSpc>
              <a:buClr>
                <a:srgbClr val="7030A0"/>
              </a:buClr>
              <a:buFont typeface="Wingdings" panose="05000000000000000000" pitchFamily="2" charset="2"/>
              <a:buChar char="p"/>
              <a:defRPr/>
            </a:pPr>
            <a:r>
              <a:rPr lang="zh-CN" altLang="en-US" sz="2400" b="1" dirty="0">
                <a:solidFill>
                  <a:srgbClr val="0033CC"/>
                </a:solidFill>
                <a:latin typeface="黑体" panose="02010609060101010101" pitchFamily="49" charset="-122"/>
              </a:rPr>
              <a:t>然而，存储各条件概率的数据表需要多少存储空间呢</a:t>
            </a:r>
            <a:r>
              <a:rPr lang="zh-CN" altLang="en-US" dirty="0">
                <a:solidFill>
                  <a:srgbClr val="0033CC"/>
                </a:solidFill>
                <a:latin typeface="黑体" panose="02010609060101010101" pitchFamily="49" charset="-122"/>
              </a:rPr>
              <a:t>？</a:t>
            </a:r>
            <a:endParaRPr lang="zh-CN" altLang="en-US" dirty="0">
              <a:solidFill>
                <a:srgbClr val="0033CC"/>
              </a:solidFill>
              <a:latin typeface="黑体" panose="02010609060101010101" pitchFamily="49" charset="-122"/>
            </a:endParaRPr>
          </a:p>
        </p:txBody>
      </p:sp>
      <p:sp>
        <p:nvSpPr>
          <p:cNvPr id="45073" name="矩形标注 15"/>
          <p:cNvSpPr>
            <a:spLocks noChangeArrowheads="1"/>
          </p:cNvSpPr>
          <p:nvPr/>
        </p:nvSpPr>
        <p:spPr bwMode="auto">
          <a:xfrm>
            <a:off x="2784475" y="5862638"/>
            <a:ext cx="1563688" cy="568325"/>
          </a:xfrm>
          <a:prstGeom prst="wedgeRectCallout">
            <a:avLst>
              <a:gd name="adj1" fmla="val -20833"/>
              <a:gd name="adj2" fmla="val 625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600" b="1"/>
          </a:p>
        </p:txBody>
      </p:sp>
      <p:sp>
        <p:nvSpPr>
          <p:cNvPr id="18" name="椭圆 17"/>
          <p:cNvSpPr>
            <a:spLocks noChangeArrowheads="1"/>
          </p:cNvSpPr>
          <p:nvPr/>
        </p:nvSpPr>
        <p:spPr bwMode="auto">
          <a:xfrm>
            <a:off x="2743200" y="5902325"/>
            <a:ext cx="1595438" cy="476250"/>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600" b="1"/>
          </a:p>
        </p:txBody>
      </p:sp>
      <p:sp>
        <p:nvSpPr>
          <p:cNvPr id="19" name="椭圆 18"/>
          <p:cNvSpPr>
            <a:spLocks noChangeArrowheads="1"/>
          </p:cNvSpPr>
          <p:nvPr/>
        </p:nvSpPr>
        <p:spPr bwMode="auto">
          <a:xfrm>
            <a:off x="436563" y="5902325"/>
            <a:ext cx="2449512" cy="476250"/>
          </a:xfrm>
          <a:prstGeom prst="ellipse">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1600" b="1"/>
          </a:p>
        </p:txBody>
      </p:sp>
      <p:sp>
        <p:nvSpPr>
          <p:cNvPr id="42" name="标题 8"/>
          <p:cNvSpPr txBox="1"/>
          <p:nvPr/>
        </p:nvSpPr>
        <p:spPr>
          <a:xfrm>
            <a:off x="592138" y="476885"/>
            <a:ext cx="8015287" cy="914400"/>
          </a:xfrm>
          <a:prstGeom prst="rect">
            <a:avLst/>
          </a:prstGeom>
        </p:spPr>
        <p:txBody>
          <a:bodyPr/>
          <a:lstStyle/>
          <a:p>
            <a:pPr algn="ctr">
              <a:defRPr/>
            </a:pPr>
            <a:r>
              <a:rPr lang="zh-CN" altLang="en-US" sz="4200" b="1" kern="0" dirty="0">
                <a:solidFill>
                  <a:schemeClr val="tx2"/>
                </a:solidFill>
                <a:latin typeface="+mj-lt"/>
                <a:ea typeface="+mj-ea"/>
                <a:cs typeface="+mj-cs"/>
              </a:rPr>
              <a:t>马尔可夫链的简单应用</a:t>
            </a:r>
            <a:endParaRPr lang="zh-CN" altLang="en-US" sz="4200" b="1" kern="0" dirty="0">
              <a:solidFill>
                <a:schemeClr val="tx2"/>
              </a:solidFill>
              <a:latin typeface="+mj-lt"/>
              <a:ea typeface="+mj-ea"/>
              <a:cs typeface="+mj-cs"/>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22" presetClass="entr" presetSubtype="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up)">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244739"/>
                                        </p:tgtEl>
                                        <p:attrNameLst>
                                          <p:attrName>style.visibility</p:attrName>
                                        </p:attrNameLst>
                                      </p:cBhvr>
                                      <p:to>
                                        <p:strVal val="visible"/>
                                      </p:to>
                                    </p:set>
                                    <p:animEffect transition="in" filter="wipe(up)">
                                      <p:cBhvr>
                                        <p:cTn id="15" dur="500"/>
                                        <p:tgtEl>
                                          <p:spTgt spid="244739"/>
                                        </p:tgtEl>
                                      </p:cBhvr>
                                    </p:animEffect>
                                  </p:childTnLst>
                                </p:cTn>
                              </p:par>
                              <p:par>
                                <p:cTn id="16" presetID="22" presetClass="entr" presetSubtype="1" fill="hold" nodeType="withEffect">
                                  <p:stCondLst>
                                    <p:cond delay="0"/>
                                  </p:stCondLst>
                                  <p:childTnLst>
                                    <p:set>
                                      <p:cBhvr>
                                        <p:cTn id="17" dur="1" fill="hold">
                                          <p:stCondLst>
                                            <p:cond delay="0"/>
                                          </p:stCondLst>
                                        </p:cTn>
                                        <p:tgtEl>
                                          <p:spTgt spid="244740"/>
                                        </p:tgtEl>
                                        <p:attrNameLst>
                                          <p:attrName>style.visibility</p:attrName>
                                        </p:attrNameLst>
                                      </p:cBhvr>
                                      <p:to>
                                        <p:strVal val="visible"/>
                                      </p:to>
                                    </p:set>
                                    <p:animEffect transition="in" filter="wipe(up)">
                                      <p:cBhvr>
                                        <p:cTn id="18" dur="500"/>
                                        <p:tgtEl>
                                          <p:spTgt spid="244740"/>
                                        </p:tgtEl>
                                      </p:cBhvr>
                                    </p:animEffect>
                                  </p:childTnLst>
                                </p:cTn>
                              </p:par>
                              <p:par>
                                <p:cTn id="19" presetID="22" presetClass="entr" presetSubtype="1" fill="hold" nodeType="withEffect">
                                  <p:stCondLst>
                                    <p:cond delay="0"/>
                                  </p:stCondLst>
                                  <p:childTnLst>
                                    <p:set>
                                      <p:cBhvr>
                                        <p:cTn id="20" dur="1" fill="hold">
                                          <p:stCondLst>
                                            <p:cond delay="0"/>
                                          </p:stCondLst>
                                        </p:cTn>
                                        <p:tgtEl>
                                          <p:spTgt spid="244745"/>
                                        </p:tgtEl>
                                        <p:attrNameLst>
                                          <p:attrName>style.visibility</p:attrName>
                                        </p:attrNameLst>
                                      </p:cBhvr>
                                      <p:to>
                                        <p:strVal val="visible"/>
                                      </p:to>
                                    </p:set>
                                    <p:animEffect transition="in" filter="wipe(up)">
                                      <p:cBhvr>
                                        <p:cTn id="21" dur="500"/>
                                        <p:tgtEl>
                                          <p:spTgt spid="24474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44741"/>
                                        </p:tgtEl>
                                        <p:attrNameLst>
                                          <p:attrName>style.visibility</p:attrName>
                                        </p:attrNameLst>
                                      </p:cBhvr>
                                      <p:to>
                                        <p:strVal val="visible"/>
                                      </p:to>
                                    </p:set>
                                    <p:animEffect transition="in" filter="wipe(up)">
                                      <p:cBhvr>
                                        <p:cTn id="26" dur="500"/>
                                        <p:tgtEl>
                                          <p:spTgt spid="244741"/>
                                        </p:tgtEl>
                                      </p:cBhvr>
                                    </p:animEffect>
                                  </p:childTnLst>
                                </p:cTn>
                              </p:par>
                              <p:par>
                                <p:cTn id="27" presetID="22" presetClass="entr" presetSubtype="1" fill="hold" nodeType="withEffect">
                                  <p:stCondLst>
                                    <p:cond delay="0"/>
                                  </p:stCondLst>
                                  <p:childTnLst>
                                    <p:set>
                                      <p:cBhvr>
                                        <p:cTn id="28" dur="1" fill="hold">
                                          <p:stCondLst>
                                            <p:cond delay="0"/>
                                          </p:stCondLst>
                                        </p:cTn>
                                        <p:tgtEl>
                                          <p:spTgt spid="244742"/>
                                        </p:tgtEl>
                                        <p:attrNameLst>
                                          <p:attrName>style.visibility</p:attrName>
                                        </p:attrNameLst>
                                      </p:cBhvr>
                                      <p:to>
                                        <p:strVal val="visible"/>
                                      </p:to>
                                    </p:set>
                                    <p:animEffect transition="in" filter="wipe(up)">
                                      <p:cBhvr>
                                        <p:cTn id="29" dur="500"/>
                                        <p:tgtEl>
                                          <p:spTgt spid="244742"/>
                                        </p:tgtEl>
                                      </p:cBhvr>
                                    </p:animEffect>
                                  </p:childTnLst>
                                </p:cTn>
                              </p:par>
                              <p:par>
                                <p:cTn id="30" presetID="22" presetClass="entr" presetSubtype="1" fill="hold" nodeType="withEffect">
                                  <p:stCondLst>
                                    <p:cond delay="0"/>
                                  </p:stCondLst>
                                  <p:childTnLst>
                                    <p:set>
                                      <p:cBhvr>
                                        <p:cTn id="31" dur="1" fill="hold">
                                          <p:stCondLst>
                                            <p:cond delay="0"/>
                                          </p:stCondLst>
                                        </p:cTn>
                                        <p:tgtEl>
                                          <p:spTgt spid="244743"/>
                                        </p:tgtEl>
                                        <p:attrNameLst>
                                          <p:attrName>style.visibility</p:attrName>
                                        </p:attrNameLst>
                                      </p:cBhvr>
                                      <p:to>
                                        <p:strVal val="visible"/>
                                      </p:to>
                                    </p:set>
                                    <p:animEffect transition="in" filter="wipe(up)">
                                      <p:cBhvr>
                                        <p:cTn id="32" dur="500"/>
                                        <p:tgtEl>
                                          <p:spTgt spid="244743"/>
                                        </p:tgtEl>
                                      </p:cBhvr>
                                    </p:animEffect>
                                  </p:childTnLst>
                                </p:cTn>
                              </p:par>
                              <p:par>
                                <p:cTn id="33" presetID="22" presetClass="entr" presetSubtype="1" fill="hold" nodeType="withEffect">
                                  <p:stCondLst>
                                    <p:cond delay="0"/>
                                  </p:stCondLst>
                                  <p:childTnLst>
                                    <p:set>
                                      <p:cBhvr>
                                        <p:cTn id="34" dur="1" fill="hold">
                                          <p:stCondLst>
                                            <p:cond delay="0"/>
                                          </p:stCondLst>
                                        </p:cTn>
                                        <p:tgtEl>
                                          <p:spTgt spid="244744"/>
                                        </p:tgtEl>
                                        <p:attrNameLst>
                                          <p:attrName>style.visibility</p:attrName>
                                        </p:attrNameLst>
                                      </p:cBhvr>
                                      <p:to>
                                        <p:strVal val="visible"/>
                                      </p:to>
                                    </p:set>
                                    <p:animEffect transition="in" filter="wipe(up)">
                                      <p:cBhvr>
                                        <p:cTn id="35" dur="500"/>
                                        <p:tgtEl>
                                          <p:spTgt spid="244744"/>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up)">
                                      <p:cBhvr>
                                        <p:cTn id="38" dur="500"/>
                                        <p:tgtEl>
                                          <p:spTgt spid="12"/>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up)">
                                      <p:cBhvr>
                                        <p:cTn id="41" dur="500"/>
                                        <p:tgtEl>
                                          <p:spTgt spid="10"/>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up)">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15">
                                            <p:bg/>
                                          </p:spTgt>
                                        </p:tgtEl>
                                        <p:attrNameLst>
                                          <p:attrName>style.visibility</p:attrName>
                                        </p:attrNameLst>
                                      </p:cBhvr>
                                      <p:to>
                                        <p:strVal val="visible"/>
                                      </p:to>
                                    </p:set>
                                    <p:animEffect transition="in" filter="wipe(up)">
                                      <p:cBhvr>
                                        <p:cTn id="49" dur="500"/>
                                        <p:tgtEl>
                                          <p:spTgt spid="15">
                                            <p:bg/>
                                          </p:spTgt>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15">
                                            <p:txEl>
                                              <p:pRg st="0" end="0"/>
                                            </p:txEl>
                                          </p:spTgt>
                                        </p:tgtEl>
                                        <p:attrNameLst>
                                          <p:attrName>style.visibility</p:attrName>
                                        </p:attrNameLst>
                                      </p:cBhvr>
                                      <p:to>
                                        <p:strVal val="visible"/>
                                      </p:to>
                                    </p:set>
                                    <p:animEffect transition="in" filter="wipe(up)">
                                      <p:cBhvr>
                                        <p:cTn id="52" dur="500"/>
                                        <p:tgtEl>
                                          <p:spTgt spid="15">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5">
                                            <p:txEl>
                                              <p:pRg st="1" end="1"/>
                                            </p:txEl>
                                          </p:spTgt>
                                        </p:tgtEl>
                                        <p:attrNameLst>
                                          <p:attrName>style.visibility</p:attrName>
                                        </p:attrNameLst>
                                      </p:cBhvr>
                                      <p:to>
                                        <p:strVal val="visible"/>
                                      </p:to>
                                    </p:set>
                                    <p:animEffect transition="in" filter="wipe(up)">
                                      <p:cBhvr>
                                        <p:cTn id="57" dur="500"/>
                                        <p:tgtEl>
                                          <p:spTgt spid="15">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5">
                                            <p:txEl>
                                              <p:pRg st="2" end="2"/>
                                            </p:txEl>
                                          </p:spTgt>
                                        </p:tgtEl>
                                        <p:attrNameLst>
                                          <p:attrName>style.visibility</p:attrName>
                                        </p:attrNameLst>
                                      </p:cBhvr>
                                      <p:to>
                                        <p:strVal val="visible"/>
                                      </p:to>
                                    </p:set>
                                    <p:animEffect transition="in" filter="wipe(up)">
                                      <p:cBhvr>
                                        <p:cTn id="62" dur="500"/>
                                        <p:tgtEl>
                                          <p:spTgt spid="15">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15">
                                            <p:txEl>
                                              <p:pRg st="0" end="0"/>
                                            </p:txEl>
                                          </p:spTgt>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15">
                                            <p:txEl>
                                              <p:pRg st="1" end="1"/>
                                            </p:txEl>
                                          </p:spTgt>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5">
                                            <p:txEl>
                                              <p:pRg st="2" end="2"/>
                                            </p:txEl>
                                          </p:spTgt>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15">
                                            <p:bg/>
                                          </p:spTgt>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50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grpId="1" nodeType="clickEffect">
                                  <p:stCondLst>
                                    <p:cond delay="0"/>
                                  </p:stCondLst>
                                  <p:childTnLst>
                                    <p:set>
                                      <p:cBhvr>
                                        <p:cTn id="81" dur="1" fill="hold">
                                          <p:stCondLst>
                                            <p:cond delay="0"/>
                                          </p:stCondLst>
                                        </p:cTn>
                                        <p:tgtEl>
                                          <p:spTgt spid="18"/>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wipe(left)">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1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wipe(left)">
                                      <p:cBhvr>
                                        <p:cTn id="95" dur="500"/>
                                        <p:tgtEl>
                                          <p:spTgt spid="20"/>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1" nodeType="clickEffect">
                                  <p:stCondLst>
                                    <p:cond delay="0"/>
                                  </p:stCondLst>
                                  <p:childTnLst>
                                    <p:set>
                                      <p:cBhvr>
                                        <p:cTn id="99" dur="1" fill="hold">
                                          <p:stCondLst>
                                            <p:cond delay="0"/>
                                          </p:stCondLst>
                                        </p:cTn>
                                        <p:tgtEl>
                                          <p:spTgt spid="20"/>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wipe(left)">
                                      <p:cBhvr>
                                        <p:cTn id="104" dur="500"/>
                                        <p:tgtEl>
                                          <p:spTgt spid="21"/>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xit" presetSubtype="0" fill="hold" grpId="1" nodeType="clickEffect">
                                  <p:stCondLst>
                                    <p:cond delay="0"/>
                                  </p:stCondLst>
                                  <p:childTnLst>
                                    <p:set>
                                      <p:cBhvr>
                                        <p:cTn id="108"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0" grpId="1" bldLvl="0" animBg="1"/>
      <p:bldP spid="21" grpId="0" bldLvl="0" animBg="1"/>
      <p:bldP spid="21" grpId="1" bldLvl="0" animBg="1"/>
      <p:bldP spid="2" grpId="0" bldLvl="0" animBg="1"/>
      <p:bldP spid="10" grpId="0" bldLvl="0" animBg="1"/>
      <p:bldP spid="11" grpId="0" bldLvl="0" animBg="1"/>
      <p:bldP spid="12" grpId="0" bldLvl="0" animBg="1"/>
      <p:bldP spid="15" grpId="0" animBg="1" build="p"/>
      <p:bldP spid="15" grpId="1" animBg="1" build="allAtOnce"/>
      <p:bldP spid="18" grpId="0" bldLvl="0" animBg="1"/>
      <p:bldP spid="18" grpId="1" bldLvl="0" animBg="1"/>
      <p:bldP spid="19" grpId="0" bldLvl="0" animBg="1"/>
      <p:bldP spid="19" grpId="1"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ChangeArrowheads="1"/>
          </p:cNvSpPr>
          <p:nvPr/>
        </p:nvSpPr>
        <p:spPr bwMode="auto">
          <a:xfrm>
            <a:off x="2286000" y="2171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0" name="Rectangle 4"/>
          <p:cNvSpPr>
            <a:spLocks noChangeArrowheads="1"/>
          </p:cNvSpPr>
          <p:nvPr/>
        </p:nvSpPr>
        <p:spPr bwMode="auto">
          <a:xfrm>
            <a:off x="398621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1" name="Rectangle 5"/>
          <p:cNvSpPr>
            <a:spLocks noChangeArrowheads="1"/>
          </p:cNvSpPr>
          <p:nvPr/>
        </p:nvSpPr>
        <p:spPr bwMode="auto">
          <a:xfrm>
            <a:off x="424815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2" name="Rectangle 6"/>
          <p:cNvSpPr>
            <a:spLocks noChangeArrowheads="1"/>
          </p:cNvSpPr>
          <p:nvPr/>
        </p:nvSpPr>
        <p:spPr bwMode="auto">
          <a:xfrm>
            <a:off x="4395788" y="33480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3" name="Rectangle 7"/>
          <p:cNvSpPr>
            <a:spLocks noChangeArrowheads="1"/>
          </p:cNvSpPr>
          <p:nvPr/>
        </p:nvSpPr>
        <p:spPr bwMode="auto">
          <a:xfrm>
            <a:off x="40528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4" name="Rectangle 8"/>
          <p:cNvSpPr>
            <a:spLocks noChangeArrowheads="1"/>
          </p:cNvSpPr>
          <p:nvPr/>
        </p:nvSpPr>
        <p:spPr bwMode="auto">
          <a:xfrm>
            <a:off x="426720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0" name="Rectangle 3"/>
          <p:cNvSpPr>
            <a:spLocks noChangeArrowheads="1"/>
          </p:cNvSpPr>
          <p:nvPr/>
        </p:nvSpPr>
        <p:spPr bwMode="auto">
          <a:xfrm>
            <a:off x="591820" y="1544003"/>
            <a:ext cx="7883525" cy="3046095"/>
          </a:xfrm>
          <a:prstGeom prst="rect">
            <a:avLst/>
          </a:prstGeom>
          <a:noFill/>
          <a:ln w="9525" algn="ctr">
            <a:noFill/>
            <a:miter lim="800000"/>
          </a:ln>
          <a:effectLst>
            <a:outerShdw blurRad="50800" dist="50800" dir="5400000" algn="ctr" rotWithShape="0">
              <a:schemeClr val="bg1"/>
            </a:outerShdw>
          </a:effectLst>
        </p:spPr>
        <p:txBody>
          <a:bodyPr wrap="square">
            <a:spAutoFit/>
          </a:bodyPr>
          <a:lstStyle/>
          <a:p>
            <a:pPr algn="l">
              <a:buFont typeface="Wingdings" panose="05000000000000000000" pitchFamily="2" charset="2"/>
              <a:buChar char="u"/>
            </a:pPr>
            <a:r>
              <a:rPr lang="zh-CN" altLang="en-US" sz="2400" dirty="0" smtClean="0">
                <a:solidFill>
                  <a:srgbClr val="0000CC"/>
                </a:solidFill>
                <a:latin typeface="+mj-lt"/>
                <a:cs typeface="Times New Roman" panose="02020603050405020304" pitchFamily="18" charset="0"/>
              </a:rPr>
              <a:t>  如果假定其为马尔可夫链，</a:t>
            </a:r>
            <a:r>
              <a:rPr lang="zh-CN" altLang="en-US" sz="2400" dirty="0" smtClean="0">
                <a:latin typeface="+mj-lt"/>
                <a:cs typeface="Times New Roman" panose="02020603050405020304" pitchFamily="18" charset="0"/>
              </a:rPr>
              <a:t>字符串的概率可计算为：</a:t>
            </a:r>
            <a:endParaRPr lang="en-US" altLang="zh-CN" sz="2400" dirty="0" smtClean="0">
              <a:latin typeface="+mj-lt"/>
              <a:cs typeface="Times New Roman" panose="02020603050405020304" pitchFamily="18" charset="0"/>
            </a:endParaRPr>
          </a:p>
          <a:p>
            <a:pPr algn="l">
              <a:buFont typeface="Wingdings" panose="05000000000000000000" pitchFamily="2" charset="2"/>
              <a:buChar char="u"/>
            </a:pPr>
            <a:endParaRPr lang="en-US" altLang="zh-CN" sz="2400" dirty="0" smtClean="0">
              <a:solidFill>
                <a:srgbClr val="0000CC"/>
              </a:solidFill>
              <a:latin typeface="+mj-lt"/>
              <a:cs typeface="Times New Roman" panose="02020603050405020304" pitchFamily="18" charset="0"/>
            </a:endParaRPr>
          </a:p>
          <a:p>
            <a:pPr algn="l">
              <a:buFont typeface="Wingdings" panose="05000000000000000000" pitchFamily="2" charset="2"/>
              <a:buChar char="u"/>
            </a:pPr>
            <a:endParaRPr lang="en-US" altLang="zh-CN" sz="2400" dirty="0" smtClean="0">
              <a:solidFill>
                <a:srgbClr val="0000CC"/>
              </a:solidFill>
              <a:latin typeface="+mj-lt"/>
              <a:cs typeface="Times New Roman" panose="02020603050405020304" pitchFamily="18" charset="0"/>
            </a:endParaRPr>
          </a:p>
          <a:p>
            <a:pPr algn="l">
              <a:buFont typeface="Wingdings" panose="05000000000000000000" pitchFamily="2" charset="2"/>
              <a:buChar char="u"/>
            </a:pPr>
            <a:endParaRPr lang="en-US" altLang="zh-CN" sz="2400" dirty="0" smtClean="0">
              <a:solidFill>
                <a:srgbClr val="0000CC"/>
              </a:solidFill>
              <a:latin typeface="+mj-lt"/>
              <a:cs typeface="Times New Roman" panose="02020603050405020304" pitchFamily="18" charset="0"/>
            </a:endParaRPr>
          </a:p>
          <a:p>
            <a:pPr algn="l">
              <a:buFont typeface="Wingdings" panose="05000000000000000000" pitchFamily="2" charset="2"/>
              <a:buChar char="u"/>
            </a:pPr>
            <a:endParaRPr lang="en-US" altLang="zh-CN" sz="2400" dirty="0" smtClean="0">
              <a:solidFill>
                <a:srgbClr val="0000CC"/>
              </a:solidFill>
              <a:latin typeface="+mj-lt"/>
              <a:cs typeface="Times New Roman" panose="02020603050405020304" pitchFamily="18" charset="0"/>
            </a:endParaRPr>
          </a:p>
          <a:p>
            <a:pPr algn="l">
              <a:buFont typeface="Wingdings" panose="05000000000000000000" pitchFamily="2" charset="2"/>
              <a:buChar char="u"/>
            </a:pPr>
            <a:endParaRPr lang="en-US" altLang="zh-CN" sz="2400" dirty="0" smtClean="0">
              <a:solidFill>
                <a:srgbClr val="0000CC"/>
              </a:solidFill>
              <a:latin typeface="+mj-lt"/>
              <a:cs typeface="Times New Roman" panose="02020603050405020304" pitchFamily="18" charset="0"/>
            </a:endParaRPr>
          </a:p>
          <a:p>
            <a:pPr algn="l">
              <a:buFont typeface="Wingdings" panose="05000000000000000000" pitchFamily="2" charset="2"/>
              <a:buChar char="u"/>
            </a:pPr>
            <a:endParaRPr lang="en-US" altLang="zh-CN" sz="2400" dirty="0" smtClean="0">
              <a:solidFill>
                <a:srgbClr val="0000CC"/>
              </a:solidFill>
              <a:latin typeface="+mj-lt"/>
              <a:cs typeface="Times New Roman" panose="02020603050405020304" pitchFamily="18" charset="0"/>
            </a:endParaRPr>
          </a:p>
          <a:p>
            <a:pPr algn="l">
              <a:buFont typeface="Wingdings" panose="05000000000000000000" pitchFamily="2" charset="2"/>
              <a:buChar char="u"/>
            </a:pPr>
            <a:endParaRPr lang="en-US" altLang="zh-CN" sz="2400" dirty="0" smtClean="0">
              <a:solidFill>
                <a:srgbClr val="0000CC"/>
              </a:solidFill>
              <a:latin typeface="+mj-lt"/>
              <a:cs typeface="Times New Roman" panose="02020603050405020304" pitchFamily="18" charset="0"/>
            </a:endParaRPr>
          </a:p>
        </p:txBody>
      </p:sp>
      <p:graphicFrame>
        <p:nvGraphicFramePr>
          <p:cNvPr id="31" name="Object 5"/>
          <p:cNvGraphicFramePr>
            <a:graphicFrameLocks noChangeAspect="1"/>
          </p:cNvGraphicFramePr>
          <p:nvPr/>
        </p:nvGraphicFramePr>
        <p:xfrm>
          <a:off x="1210945" y="2306638"/>
          <a:ext cx="4554538" cy="404812"/>
        </p:xfrm>
        <a:graphic>
          <a:graphicData uri="http://schemas.openxmlformats.org/presentationml/2006/ole">
            <mc:AlternateContent xmlns:mc="http://schemas.openxmlformats.org/markup-compatibility/2006">
              <mc:Choice xmlns:v="urn:schemas-microsoft-com:vml" Requires="v">
                <p:oleObj spid="_x0000_s126260" name="公式" r:id="rId1" imgW="2565400" imgH="228600" progId="Equation.3">
                  <p:embed/>
                </p:oleObj>
              </mc:Choice>
              <mc:Fallback>
                <p:oleObj name="公式" r:id="rId1" imgW="2565400" imgH="228600" progId="Equation.3">
                  <p:embed/>
                  <p:pic>
                    <p:nvPicPr>
                      <p:cNvPr id="0" name="Picture 2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0945" y="2306638"/>
                        <a:ext cx="4554538" cy="404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6"/>
          <p:cNvGraphicFramePr>
            <a:graphicFrameLocks noChangeAspect="1"/>
          </p:cNvGraphicFramePr>
          <p:nvPr/>
        </p:nvGraphicFramePr>
        <p:xfrm>
          <a:off x="1559243" y="3032125"/>
          <a:ext cx="2954337" cy="382588"/>
        </p:xfrm>
        <a:graphic>
          <a:graphicData uri="http://schemas.openxmlformats.org/presentationml/2006/ole">
            <mc:AlternateContent xmlns:mc="http://schemas.openxmlformats.org/markup-compatibility/2006">
              <mc:Choice xmlns:v="urn:schemas-microsoft-com:vml" Requires="v">
                <p:oleObj spid="_x0000_s126261" name="公式" r:id="rId3" imgW="1663700" imgH="215900" progId="Equation.3">
                  <p:embed/>
                </p:oleObj>
              </mc:Choice>
              <mc:Fallback>
                <p:oleObj name="公式" r:id="rId3" imgW="1663700" imgH="215900" progId="Equation.3">
                  <p:embed/>
                  <p:pic>
                    <p:nvPicPr>
                      <p:cNvPr id="0" name="Picture 2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9243" y="3032125"/>
                        <a:ext cx="2954337" cy="38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7"/>
          <p:cNvGraphicFramePr>
            <a:graphicFrameLocks noChangeAspect="1"/>
          </p:cNvGraphicFramePr>
          <p:nvPr/>
        </p:nvGraphicFramePr>
        <p:xfrm>
          <a:off x="4514850" y="3038793"/>
          <a:ext cx="3113088" cy="382587"/>
        </p:xfrm>
        <a:graphic>
          <a:graphicData uri="http://schemas.openxmlformats.org/presentationml/2006/ole">
            <mc:AlternateContent xmlns:mc="http://schemas.openxmlformats.org/markup-compatibility/2006">
              <mc:Choice xmlns:v="urn:schemas-microsoft-com:vml" Requires="v">
                <p:oleObj spid="_x0000_s126262" name="公式" r:id="rId5" imgW="1752600" imgH="215900" progId="Equation.3">
                  <p:embed/>
                </p:oleObj>
              </mc:Choice>
              <mc:Fallback>
                <p:oleObj name="公式" r:id="rId5" imgW="1752600" imgH="215900" progId="Equation.3">
                  <p:embed/>
                  <p:pic>
                    <p:nvPicPr>
                      <p:cNvPr id="0" name="Picture 2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4850" y="3038793"/>
                        <a:ext cx="3113088" cy="38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8"/>
          <p:cNvGraphicFramePr>
            <a:graphicFrameLocks noChangeAspect="1"/>
          </p:cNvGraphicFramePr>
          <p:nvPr/>
        </p:nvGraphicFramePr>
        <p:xfrm>
          <a:off x="1624013" y="3868420"/>
          <a:ext cx="2185987" cy="382588"/>
        </p:xfrm>
        <a:graphic>
          <a:graphicData uri="http://schemas.openxmlformats.org/presentationml/2006/ole">
            <mc:AlternateContent xmlns:mc="http://schemas.openxmlformats.org/markup-compatibility/2006">
              <mc:Choice xmlns:v="urn:schemas-microsoft-com:vml" Requires="v">
                <p:oleObj spid="_x0000_s126263" name="公式" r:id="rId7" imgW="1231265" imgH="215900" progId="Equation.3">
                  <p:embed/>
                </p:oleObj>
              </mc:Choice>
              <mc:Fallback>
                <p:oleObj name="公式" r:id="rId7" imgW="1231265" imgH="215900" progId="Equation.3">
                  <p:embed/>
                  <p:pic>
                    <p:nvPicPr>
                      <p:cNvPr id="0" name="Picture 2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4013" y="3868420"/>
                        <a:ext cx="2185987" cy="38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9"/>
          <p:cNvGraphicFramePr>
            <a:graphicFrameLocks noChangeAspect="1"/>
          </p:cNvGraphicFramePr>
          <p:nvPr/>
        </p:nvGraphicFramePr>
        <p:xfrm>
          <a:off x="3816668" y="3863975"/>
          <a:ext cx="3360737" cy="404813"/>
        </p:xfrm>
        <a:graphic>
          <a:graphicData uri="http://schemas.openxmlformats.org/presentationml/2006/ole">
            <mc:AlternateContent xmlns:mc="http://schemas.openxmlformats.org/markup-compatibility/2006">
              <mc:Choice xmlns:v="urn:schemas-microsoft-com:vml" Requires="v">
                <p:oleObj spid="_x0000_s126264" name="公式" r:id="rId9" imgW="1892300" imgH="228600" progId="Equation.3">
                  <p:embed/>
                </p:oleObj>
              </mc:Choice>
              <mc:Fallback>
                <p:oleObj name="公式" r:id="rId9" imgW="1892300" imgH="228600" progId="Equation.3">
                  <p:embed/>
                  <p:pic>
                    <p:nvPicPr>
                      <p:cNvPr id="0" name="Picture 20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6668" y="3863975"/>
                        <a:ext cx="3360737"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椭圆 35"/>
          <p:cNvSpPr/>
          <p:nvPr/>
        </p:nvSpPr>
        <p:spPr bwMode="auto">
          <a:xfrm>
            <a:off x="1818640" y="3586481"/>
            <a:ext cx="91440" cy="72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37" name="椭圆 36"/>
          <p:cNvSpPr/>
          <p:nvPr/>
        </p:nvSpPr>
        <p:spPr bwMode="auto">
          <a:xfrm>
            <a:off x="2092960" y="3596641"/>
            <a:ext cx="91440" cy="72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38" name="椭圆 37"/>
          <p:cNvSpPr/>
          <p:nvPr/>
        </p:nvSpPr>
        <p:spPr bwMode="auto">
          <a:xfrm>
            <a:off x="2367280" y="3606801"/>
            <a:ext cx="91440" cy="72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nvGrpSpPr>
          <p:cNvPr id="39" name="组合 38"/>
          <p:cNvGrpSpPr/>
          <p:nvPr/>
        </p:nvGrpSpPr>
        <p:grpSpPr>
          <a:xfrm>
            <a:off x="604520" y="4704080"/>
            <a:ext cx="7937500" cy="1163395"/>
            <a:chOff x="604520" y="4439920"/>
            <a:chExt cx="7937500" cy="1163395"/>
          </a:xfrm>
        </p:grpSpPr>
        <p:sp>
          <p:nvSpPr>
            <p:cNvPr id="40" name="Rectangle 46"/>
            <p:cNvSpPr>
              <a:spLocks noChangeArrowheads="1"/>
            </p:cNvSpPr>
            <p:nvPr/>
          </p:nvSpPr>
          <p:spPr bwMode="auto">
            <a:xfrm>
              <a:off x="604520" y="4439920"/>
              <a:ext cx="7937500" cy="1163395"/>
            </a:xfrm>
            <a:prstGeom prst="rect">
              <a:avLst/>
            </a:prstGeom>
            <a:noFill/>
            <a:ln w="9525" algn="ctr">
              <a:noFill/>
              <a:miter lim="800000"/>
            </a:ln>
          </p:spPr>
          <p:txBody>
            <a:bodyPr>
              <a:spAutoFit/>
            </a:bodyPr>
            <a:lstStyle/>
            <a:p>
              <a:pPr>
                <a:lnSpc>
                  <a:spcPct val="120000"/>
                </a:lnSpc>
                <a:spcBef>
                  <a:spcPct val="50000"/>
                </a:spcBef>
                <a:buFont typeface="Wingdings" panose="05000000000000000000" pitchFamily="2" charset="2"/>
                <a:buChar char="u"/>
              </a:pPr>
              <a:r>
                <a:rPr kumimoji="1" lang="en-US" altLang="zh-CN" sz="2400" b="1" dirty="0" smtClean="0">
                  <a:solidFill>
                    <a:srgbClr val="0000CC"/>
                  </a:solidFill>
                  <a:latin typeface="宋体" panose="02010600030101010101" pitchFamily="2" charset="-122"/>
                  <a:cs typeface="Times New Roman" panose="02020603050405020304" pitchFamily="18" charset="0"/>
                </a:rPr>
                <a:t> </a:t>
              </a:r>
              <a:r>
                <a:rPr lang="zh-CN" altLang="en-US" sz="2400" dirty="0" smtClean="0">
                  <a:latin typeface="+mj-lt"/>
                  <a:cs typeface="Times New Roman" panose="02020603050405020304" pitchFamily="18" charset="0"/>
                </a:rPr>
                <a:t>即马尔可夫链               的有限维分布完全由</a:t>
              </a:r>
              <a:r>
                <a:rPr lang="zh-CN" altLang="en-US" sz="2400" dirty="0" smtClean="0">
                  <a:solidFill>
                    <a:srgbClr val="FF0000"/>
                  </a:solidFill>
                  <a:latin typeface="+mj-lt"/>
                  <a:cs typeface="Times New Roman" panose="02020603050405020304" pitchFamily="18" charset="0"/>
                </a:rPr>
                <a:t>初始分布</a:t>
              </a:r>
              <a:r>
                <a:rPr lang="zh-CN" altLang="en-US" sz="2400" dirty="0" smtClean="0">
                  <a:solidFill>
                    <a:srgbClr val="0000CC"/>
                  </a:solidFill>
                  <a:latin typeface="+mj-lt"/>
                  <a:cs typeface="Times New Roman" panose="02020603050405020304" pitchFamily="18" charset="0"/>
                </a:rPr>
                <a:t>            </a:t>
              </a:r>
              <a:endParaRPr lang="en-US" altLang="zh-CN" sz="2400" dirty="0" smtClean="0">
                <a:solidFill>
                  <a:srgbClr val="0000CC"/>
                </a:solidFill>
                <a:latin typeface="+mj-lt"/>
                <a:cs typeface="Times New Roman" panose="02020603050405020304" pitchFamily="18" charset="0"/>
              </a:endParaRPr>
            </a:p>
            <a:p>
              <a:pPr>
                <a:lnSpc>
                  <a:spcPct val="120000"/>
                </a:lnSpc>
                <a:spcBef>
                  <a:spcPct val="50000"/>
                </a:spcBef>
              </a:pPr>
              <a:r>
                <a:rPr lang="en-US" altLang="zh-CN" sz="2400" dirty="0" smtClean="0">
                  <a:solidFill>
                    <a:srgbClr val="0000CC"/>
                  </a:solidFill>
                  <a:latin typeface="+mj-lt"/>
                  <a:cs typeface="Times New Roman" panose="02020603050405020304" pitchFamily="18" charset="0"/>
                </a:rPr>
                <a:t>                    </a:t>
              </a:r>
              <a:r>
                <a:rPr lang="zh-CN" altLang="en-US" sz="2400" dirty="0" smtClean="0">
                  <a:latin typeface="+mj-lt"/>
                  <a:cs typeface="Times New Roman" panose="02020603050405020304" pitchFamily="18" charset="0"/>
                </a:rPr>
                <a:t>和</a:t>
              </a:r>
              <a:r>
                <a:rPr lang="zh-CN" altLang="en-US" sz="2400" dirty="0" smtClean="0">
                  <a:solidFill>
                    <a:srgbClr val="0000CC"/>
                  </a:solidFill>
                  <a:latin typeface="+mj-lt"/>
                  <a:cs typeface="Times New Roman" panose="02020603050405020304" pitchFamily="18" charset="0"/>
                </a:rPr>
                <a:t> </a:t>
              </a:r>
              <a:r>
                <a:rPr lang="zh-CN" altLang="en-US" sz="2400" dirty="0" smtClean="0">
                  <a:solidFill>
                    <a:srgbClr val="FF0000"/>
                  </a:solidFill>
                  <a:latin typeface="+mj-lt"/>
                  <a:cs typeface="Times New Roman" panose="02020603050405020304" pitchFamily="18" charset="0"/>
                </a:rPr>
                <a:t>条件概率                 </a:t>
              </a:r>
              <a:r>
                <a:rPr lang="zh-CN" altLang="en-US" sz="2400" dirty="0" smtClean="0">
                  <a:solidFill>
                    <a:srgbClr val="0000CC"/>
                  </a:solidFill>
                  <a:latin typeface="+mj-lt"/>
                  <a:cs typeface="Times New Roman" panose="02020603050405020304" pitchFamily="18" charset="0"/>
                </a:rPr>
                <a:t>               </a:t>
              </a:r>
              <a:r>
                <a:rPr lang="zh-CN" altLang="en-US" sz="2400" dirty="0" smtClean="0">
                  <a:latin typeface="+mj-lt"/>
                  <a:cs typeface="Times New Roman" panose="02020603050405020304" pitchFamily="18" charset="0"/>
                </a:rPr>
                <a:t>确定</a:t>
              </a:r>
              <a:r>
                <a:rPr kumimoji="1" lang="en-US" altLang="zh-CN" sz="2400" dirty="0">
                  <a:latin typeface="宋体" panose="02010600030101010101" pitchFamily="2" charset="-122"/>
                </a:rPr>
                <a:t>.</a:t>
              </a:r>
              <a:endParaRPr kumimoji="1" lang="en-US" altLang="zh-CN" sz="2400" dirty="0">
                <a:latin typeface="宋体" panose="02010600030101010101" pitchFamily="2" charset="-122"/>
              </a:endParaRPr>
            </a:p>
          </p:txBody>
        </p:sp>
        <p:graphicFrame>
          <p:nvGraphicFramePr>
            <p:cNvPr id="41" name="Object 48"/>
            <p:cNvGraphicFramePr>
              <a:graphicFrameLocks noChangeAspect="1"/>
            </p:cNvGraphicFramePr>
            <p:nvPr/>
          </p:nvGraphicFramePr>
          <p:xfrm>
            <a:off x="975360" y="5133658"/>
            <a:ext cx="1343025" cy="447675"/>
          </p:xfrm>
          <a:graphic>
            <a:graphicData uri="http://schemas.openxmlformats.org/presentationml/2006/ole">
              <mc:AlternateContent xmlns:mc="http://schemas.openxmlformats.org/markup-compatibility/2006">
                <mc:Choice xmlns:v="urn:schemas-microsoft-com:vml" Requires="v">
                  <p:oleObj spid="_x0000_s126265" name="Equation" r:id="rId11" imgW="13106400" imgH="4572000" progId="">
                    <p:embed/>
                  </p:oleObj>
                </mc:Choice>
                <mc:Fallback>
                  <p:oleObj name="Equation" r:id="rId11" imgW="13106400" imgH="4572000" progId="">
                    <p:embed/>
                    <p:pic>
                      <p:nvPicPr>
                        <p:cNvPr id="0" name="Picture 20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5360" y="5133658"/>
                          <a:ext cx="1343025" cy="4476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aphicFrame>
          <p:nvGraphicFramePr>
            <p:cNvPr id="42" name="Object 49"/>
            <p:cNvGraphicFramePr>
              <a:graphicFrameLocks noChangeAspect="1"/>
            </p:cNvGraphicFramePr>
            <p:nvPr/>
          </p:nvGraphicFramePr>
          <p:xfrm>
            <a:off x="4084955" y="5113973"/>
            <a:ext cx="2524125" cy="436563"/>
          </p:xfrm>
          <a:graphic>
            <a:graphicData uri="http://schemas.openxmlformats.org/presentationml/2006/ole">
              <mc:AlternateContent xmlns:mc="http://schemas.openxmlformats.org/markup-compatibility/2006">
                <mc:Choice xmlns:v="urn:schemas-microsoft-com:vml" Requires="v">
                  <p:oleObj spid="_x0000_s126266" name="Equation" r:id="rId13" imgW="25298400" imgH="4572000" progId="">
                    <p:embed/>
                  </p:oleObj>
                </mc:Choice>
                <mc:Fallback>
                  <p:oleObj name="Equation" r:id="rId13" imgW="25298400" imgH="4572000" progId="">
                    <p:embed/>
                    <p:pic>
                      <p:nvPicPr>
                        <p:cNvPr id="0" name="Picture 20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84955" y="5113973"/>
                          <a:ext cx="2524125" cy="436563"/>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aphicFrame>
          <p:nvGraphicFramePr>
            <p:cNvPr id="43" name="Object 12"/>
            <p:cNvGraphicFramePr>
              <a:graphicFrameLocks noChangeAspect="1"/>
            </p:cNvGraphicFramePr>
            <p:nvPr/>
          </p:nvGraphicFramePr>
          <p:xfrm>
            <a:off x="2972122" y="4524375"/>
            <a:ext cx="1239838" cy="404813"/>
          </p:xfrm>
          <a:graphic>
            <a:graphicData uri="http://schemas.openxmlformats.org/presentationml/2006/ole">
              <mc:AlternateContent xmlns:mc="http://schemas.openxmlformats.org/markup-compatibility/2006">
                <mc:Choice xmlns:v="urn:schemas-microsoft-com:vml" Requires="v">
                  <p:oleObj spid="_x0000_s126267" name="公式" r:id="rId15" imgW="698500" imgH="228600" progId="Equation.3">
                    <p:embed/>
                  </p:oleObj>
                </mc:Choice>
                <mc:Fallback>
                  <p:oleObj name="公式" r:id="rId15" imgW="698500" imgH="228600" progId="Equation.3">
                    <p:embed/>
                    <p:pic>
                      <p:nvPicPr>
                        <p:cNvPr id="0" name="Picture 20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72122" y="4524375"/>
                          <a:ext cx="1239838"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 name="标题 8"/>
          <p:cNvSpPr txBox="1"/>
          <p:nvPr/>
        </p:nvSpPr>
        <p:spPr>
          <a:xfrm>
            <a:off x="592138" y="476885"/>
            <a:ext cx="8015287" cy="914400"/>
          </a:xfrm>
          <a:prstGeom prst="rect">
            <a:avLst/>
          </a:prstGeom>
        </p:spPr>
        <p:txBody>
          <a:bodyPr/>
          <a:lstStyle/>
          <a:p>
            <a:pPr algn="ctr">
              <a:defRPr/>
            </a:pPr>
            <a:r>
              <a:rPr lang="zh-CN" altLang="en-US" sz="4200" b="1" kern="0" dirty="0">
                <a:solidFill>
                  <a:schemeClr val="tx2"/>
                </a:solidFill>
                <a:latin typeface="+mj-lt"/>
                <a:ea typeface="+mj-ea"/>
                <a:cs typeface="+mj-cs"/>
              </a:rPr>
              <a:t>马尔可夫链的简单应用</a:t>
            </a:r>
            <a:endParaRPr lang="zh-CN" altLang="en-US" sz="4200" b="1" kern="0" dirty="0">
              <a:solidFill>
                <a:schemeClr val="tx2"/>
              </a:solidFill>
              <a:latin typeface="+mj-lt"/>
              <a:ea typeface="+mj-ea"/>
              <a:cs typeface="+mj-cs"/>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up)">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dirty="0" smtClean="0">
                <a:latin typeface="华文中宋" panose="02010600040101010101" pitchFamily="2" charset="-122"/>
                <a:ea typeface="仿宋_GB2312" pitchFamily="49" charset="-122"/>
              </a:rPr>
              <a:t>马尔科夫链的定义</a:t>
            </a:r>
            <a:endParaRPr lang="zh-CN" altLang="en-US" dirty="0" smtClean="0">
              <a:solidFill>
                <a:schemeClr val="accent2"/>
              </a:solidFill>
            </a:endParaRPr>
          </a:p>
        </p:txBody>
      </p:sp>
      <p:sp>
        <p:nvSpPr>
          <p:cNvPr id="34819" name="Rectangle 3"/>
          <p:cNvSpPr>
            <a:spLocks noChangeArrowheads="1"/>
          </p:cNvSpPr>
          <p:nvPr/>
        </p:nvSpPr>
        <p:spPr bwMode="auto">
          <a:xfrm>
            <a:off x="2286000" y="2171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0" name="Rectangle 4"/>
          <p:cNvSpPr>
            <a:spLocks noChangeArrowheads="1"/>
          </p:cNvSpPr>
          <p:nvPr/>
        </p:nvSpPr>
        <p:spPr bwMode="auto">
          <a:xfrm>
            <a:off x="398621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1" name="Rectangle 5"/>
          <p:cNvSpPr>
            <a:spLocks noChangeArrowheads="1"/>
          </p:cNvSpPr>
          <p:nvPr/>
        </p:nvSpPr>
        <p:spPr bwMode="auto">
          <a:xfrm>
            <a:off x="424815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2" name="Rectangle 6"/>
          <p:cNvSpPr>
            <a:spLocks noChangeArrowheads="1"/>
          </p:cNvSpPr>
          <p:nvPr/>
        </p:nvSpPr>
        <p:spPr bwMode="auto">
          <a:xfrm>
            <a:off x="4395788" y="33480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3" name="Rectangle 7"/>
          <p:cNvSpPr>
            <a:spLocks noChangeArrowheads="1"/>
          </p:cNvSpPr>
          <p:nvPr/>
        </p:nvSpPr>
        <p:spPr bwMode="auto">
          <a:xfrm>
            <a:off x="40528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4" name="Rectangle 8"/>
          <p:cNvSpPr>
            <a:spLocks noChangeArrowheads="1"/>
          </p:cNvSpPr>
          <p:nvPr/>
        </p:nvSpPr>
        <p:spPr bwMode="auto">
          <a:xfrm>
            <a:off x="426720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3" name="Group 27"/>
          <p:cNvGrpSpPr/>
          <p:nvPr/>
        </p:nvGrpSpPr>
        <p:grpSpPr bwMode="auto">
          <a:xfrm>
            <a:off x="838200" y="1442720"/>
            <a:ext cx="7535863" cy="2176463"/>
            <a:chOff x="434" y="175"/>
            <a:chExt cx="4747" cy="1371"/>
          </a:xfrm>
        </p:grpSpPr>
        <p:grpSp>
          <p:nvGrpSpPr>
            <p:cNvPr id="24" name="Group 24"/>
            <p:cNvGrpSpPr/>
            <p:nvPr/>
          </p:nvGrpSpPr>
          <p:grpSpPr bwMode="auto">
            <a:xfrm>
              <a:off x="612" y="175"/>
              <a:ext cx="3744" cy="334"/>
              <a:chOff x="528" y="144"/>
              <a:chExt cx="3744" cy="334"/>
            </a:xfrm>
          </p:grpSpPr>
          <p:sp>
            <p:nvSpPr>
              <p:cNvPr id="45" name="Rectangle 4"/>
              <p:cNvSpPr>
                <a:spLocks noChangeArrowheads="1"/>
              </p:cNvSpPr>
              <p:nvPr/>
            </p:nvSpPr>
            <p:spPr bwMode="auto">
              <a:xfrm>
                <a:off x="528" y="144"/>
                <a:ext cx="3744" cy="334"/>
              </a:xfrm>
              <a:prstGeom prst="rect">
                <a:avLst/>
              </a:prstGeom>
              <a:noFill/>
              <a:ln w="9525" algn="ctr">
                <a:noFill/>
                <a:miter lim="800000"/>
              </a:ln>
            </p:spPr>
            <p:txBody>
              <a:bodyPr>
                <a:spAutoFit/>
              </a:bodyPr>
              <a:lstStyle/>
              <a:p>
                <a:pPr marL="0" marR="0" lvl="0" indent="0" defTabSz="914400" eaLnBrk="1" fontAlgn="auto" latinLnBrk="0" hangingPunct="1">
                  <a:lnSpc>
                    <a:spcPct val="120000"/>
                  </a:lnSpc>
                  <a:spcBef>
                    <a:spcPct val="50000"/>
                  </a:spcBef>
                  <a:spcAft>
                    <a:spcPts val="0"/>
                  </a:spcAft>
                  <a:buClrTx/>
                  <a:buSzTx/>
                  <a:buFontTx/>
                  <a:buNone/>
                  <a:defRPr/>
                </a:pPr>
                <a:r>
                  <a:rPr kumimoji="1"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rPr>
                  <a:t> </a:t>
                </a:r>
                <a:r>
                  <a:rPr kumimoji="1" lang="zh-CN" altLang="en-US" sz="2400" b="1" i="0" u="none" strike="noStrike" kern="0" cap="none" spc="0" normalizeH="0" baseline="0" noProof="0" dirty="0" smtClean="0">
                    <a:ln>
                      <a:noFill/>
                    </a:ln>
                    <a:solidFill>
                      <a:srgbClr val="FF0000"/>
                    </a:solidFill>
                    <a:effectLst/>
                    <a:uLnTx/>
                    <a:uFillTx/>
                    <a:latin typeface="宋体" panose="02010600030101010101" pitchFamily="2" charset="-122"/>
                  </a:rPr>
                  <a:t>定义</a:t>
                </a:r>
                <a:r>
                  <a:rPr kumimoji="1" lang="en-US" altLang="zh-CN" sz="2400" b="1" i="0" u="none" strike="noStrike" kern="0" cap="none" spc="0" normalizeH="0" baseline="0" noProof="0" dirty="0" smtClean="0">
                    <a:ln>
                      <a:noFill/>
                    </a:ln>
                    <a:solidFill>
                      <a:srgbClr val="FF0000"/>
                    </a:solidFill>
                    <a:effectLst/>
                    <a:uLnTx/>
                    <a:uFillTx/>
                    <a:latin typeface="宋体" panose="02010600030101010101" pitchFamily="2" charset="-122"/>
                  </a:rPr>
                  <a:t>1 </a:t>
                </a:r>
                <a:r>
                  <a:rPr kumimoji="1"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rPr>
                  <a:t>设           是马尔可夫链，记</a:t>
                </a:r>
                <a:endParaRPr kumimoji="1"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ndParaRPr>
              </a:p>
            </p:txBody>
          </p:sp>
          <p:graphicFrame>
            <p:nvGraphicFramePr>
              <p:cNvPr id="46" name="Object 5"/>
              <p:cNvGraphicFramePr>
                <a:graphicFrameLocks noChangeAspect="1"/>
              </p:cNvGraphicFramePr>
              <p:nvPr/>
            </p:nvGraphicFramePr>
            <p:xfrm>
              <a:off x="1471" y="155"/>
              <a:ext cx="1066" cy="293"/>
            </p:xfrm>
            <a:graphic>
              <a:graphicData uri="http://schemas.openxmlformats.org/presentationml/2006/ole">
                <mc:AlternateContent xmlns:mc="http://schemas.openxmlformats.org/markup-compatibility/2006">
                  <mc:Choice xmlns:v="urn:schemas-microsoft-com:vml" Requires="v">
                    <p:oleObj spid="_x0000_s127360" name="Equation" r:id="rId1" imgW="15849600" imgH="4572000" progId="">
                      <p:embed/>
                    </p:oleObj>
                  </mc:Choice>
                  <mc:Fallback>
                    <p:oleObj name="Equation" r:id="rId1" imgW="15849600" imgH="4572000" progId="">
                      <p:embed/>
                      <p:pic>
                        <p:nvPicPr>
                          <p:cNvPr id="0" name="Picture 2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1" y="155"/>
                            <a:ext cx="1066" cy="293"/>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pSp>
        <p:graphicFrame>
          <p:nvGraphicFramePr>
            <p:cNvPr id="25" name="Object 7"/>
            <p:cNvGraphicFramePr>
              <a:graphicFrameLocks noChangeAspect="1"/>
            </p:cNvGraphicFramePr>
            <p:nvPr/>
          </p:nvGraphicFramePr>
          <p:xfrm>
            <a:off x="1657" y="586"/>
            <a:ext cx="2493" cy="308"/>
          </p:xfrm>
          <a:graphic>
            <a:graphicData uri="http://schemas.openxmlformats.org/presentationml/2006/ole">
              <mc:AlternateContent xmlns:mc="http://schemas.openxmlformats.org/markup-compatibility/2006">
                <mc:Choice xmlns:v="urn:schemas-microsoft-com:vml" Requires="v">
                  <p:oleObj spid="_x0000_s127361" name="Equation" r:id="rId3" imgW="1473200" imgH="190500" progId="">
                    <p:embed/>
                  </p:oleObj>
                </mc:Choice>
                <mc:Fallback>
                  <p:oleObj name="Equation" r:id="rId3" imgW="1473200" imgH="190500" progId="">
                    <p:embed/>
                    <p:pic>
                      <p:nvPicPr>
                        <p:cNvPr id="0" name="Picture 2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 y="586"/>
                          <a:ext cx="2493" cy="30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pSp>
          <p:nvGrpSpPr>
            <p:cNvPr id="26" name="Group 26"/>
            <p:cNvGrpSpPr/>
            <p:nvPr/>
          </p:nvGrpSpPr>
          <p:grpSpPr bwMode="auto">
            <a:xfrm>
              <a:off x="434" y="928"/>
              <a:ext cx="4747" cy="618"/>
              <a:chOff x="581" y="1295"/>
              <a:chExt cx="4747" cy="618"/>
            </a:xfrm>
          </p:grpSpPr>
          <p:sp>
            <p:nvSpPr>
              <p:cNvPr id="27" name="Rectangle 9"/>
              <p:cNvSpPr>
                <a:spLocks noChangeArrowheads="1"/>
              </p:cNvSpPr>
              <p:nvPr/>
            </p:nvSpPr>
            <p:spPr bwMode="auto">
              <a:xfrm>
                <a:off x="581" y="1296"/>
                <a:ext cx="4747" cy="617"/>
              </a:xfrm>
              <a:prstGeom prst="rect">
                <a:avLst/>
              </a:prstGeom>
              <a:noFill/>
              <a:ln w="9525" algn="ctr">
                <a:noFill/>
                <a:miter lim="800000"/>
              </a:ln>
            </p:spPr>
            <p:txBody>
              <a:bodyPr>
                <a:spAutoFit/>
              </a:bodyPr>
              <a:lstStyle/>
              <a:p>
                <a:pPr marL="0" marR="0" lvl="0" indent="0" defTabSz="914400" eaLnBrk="1" fontAlgn="auto" latinLnBrk="0" hangingPunct="1">
                  <a:lnSpc>
                    <a:spcPct val="120000"/>
                  </a:lnSpc>
                  <a:spcBef>
                    <a:spcPct val="50000"/>
                  </a:spcBef>
                  <a:spcAft>
                    <a:spcPts val="0"/>
                  </a:spcAft>
                  <a:buClrTx/>
                  <a:buSzTx/>
                  <a:buFontTx/>
                  <a:buNone/>
                  <a:defRPr/>
                </a:pPr>
                <a:r>
                  <a:rPr kumimoji="1"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rPr>
                  <a:t>称      为马尔可夫链           在时刻  时的</a:t>
                </a:r>
                <a:r>
                  <a:rPr kumimoji="1" lang="zh-CN" altLang="en-US" sz="2400" b="1" i="0" u="none" strike="noStrike" kern="0" cap="none" spc="0" normalizeH="0" baseline="0" noProof="0" dirty="0" smtClean="0">
                    <a:ln>
                      <a:noFill/>
                    </a:ln>
                    <a:solidFill>
                      <a:srgbClr val="FF0000"/>
                    </a:solidFill>
                    <a:effectLst/>
                    <a:uLnTx/>
                    <a:uFillTx/>
                    <a:latin typeface="宋体" panose="02010600030101010101" pitchFamily="2" charset="-122"/>
                  </a:rPr>
                  <a:t>一步转移概率</a:t>
                </a:r>
                <a:r>
                  <a:rPr kumimoji="1"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rPr>
                  <a:t>。有：</a:t>
                </a:r>
                <a:endParaRPr kumimoji="1" lang="zh-CN" altLang="en-US" sz="2400" b="1" i="0" u="none" strike="noStrike" kern="0" cap="none" spc="0" normalizeH="0" baseline="0" noProof="0" dirty="0" smtClean="0">
                  <a:ln>
                    <a:noFill/>
                  </a:ln>
                  <a:solidFill>
                    <a:srgbClr val="FF0000"/>
                  </a:solidFill>
                  <a:effectLst/>
                  <a:uLnTx/>
                  <a:uFillTx/>
                  <a:latin typeface="宋体" panose="02010600030101010101" pitchFamily="2" charset="-122"/>
                </a:endParaRPr>
              </a:p>
            </p:txBody>
          </p:sp>
          <p:graphicFrame>
            <p:nvGraphicFramePr>
              <p:cNvPr id="28" name="Object 11"/>
              <p:cNvGraphicFramePr>
                <a:graphicFrameLocks noChangeAspect="1"/>
              </p:cNvGraphicFramePr>
              <p:nvPr/>
            </p:nvGraphicFramePr>
            <p:xfrm>
              <a:off x="4203" y="1354"/>
              <a:ext cx="199" cy="212"/>
            </p:xfrm>
            <a:graphic>
              <a:graphicData uri="http://schemas.openxmlformats.org/presentationml/2006/ole">
                <mc:AlternateContent xmlns:mc="http://schemas.openxmlformats.org/markup-compatibility/2006">
                  <mc:Choice xmlns:v="urn:schemas-microsoft-com:vml" Requires="v">
                    <p:oleObj spid="_x0000_s127362" name="Equation" r:id="rId5" imgW="114300" imgH="123825" progId="">
                      <p:embed/>
                    </p:oleObj>
                  </mc:Choice>
                  <mc:Fallback>
                    <p:oleObj name="Equation" r:id="rId5" imgW="114300" imgH="123825" progId="">
                      <p:embed/>
                      <p:pic>
                        <p:nvPicPr>
                          <p:cNvPr id="0" name="Picture 2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3" y="1354"/>
                            <a:ext cx="199" cy="212"/>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aphicFrame>
            <p:nvGraphicFramePr>
              <p:cNvPr id="29" name="Object 12"/>
              <p:cNvGraphicFramePr>
                <a:graphicFrameLocks noChangeAspect="1"/>
              </p:cNvGraphicFramePr>
              <p:nvPr/>
            </p:nvGraphicFramePr>
            <p:xfrm>
              <a:off x="815" y="1295"/>
              <a:ext cx="576" cy="317"/>
            </p:xfrm>
            <a:graphic>
              <a:graphicData uri="http://schemas.openxmlformats.org/presentationml/2006/ole">
                <mc:AlternateContent xmlns:mc="http://schemas.openxmlformats.org/markup-compatibility/2006">
                  <mc:Choice xmlns:v="urn:schemas-microsoft-com:vml" Requires="v">
                    <p:oleObj spid="_x0000_s127363" name="Equation" r:id="rId7" imgW="330200" imgH="190500" progId="">
                      <p:embed/>
                    </p:oleObj>
                  </mc:Choice>
                  <mc:Fallback>
                    <p:oleObj name="Equation" r:id="rId7" imgW="330200" imgH="190500" progId="">
                      <p:embed/>
                      <p:pic>
                        <p:nvPicPr>
                          <p:cNvPr id="0" name="Picture 2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5" y="1295"/>
                            <a:ext cx="576" cy="317"/>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aphicFrame>
            <p:nvGraphicFramePr>
              <p:cNvPr id="44" name="Object 25"/>
              <p:cNvGraphicFramePr>
                <a:graphicFrameLocks noChangeAspect="1"/>
              </p:cNvGraphicFramePr>
              <p:nvPr/>
            </p:nvGraphicFramePr>
            <p:xfrm>
              <a:off x="2615" y="1329"/>
              <a:ext cx="967" cy="279"/>
            </p:xfrm>
            <a:graphic>
              <a:graphicData uri="http://schemas.openxmlformats.org/presentationml/2006/ole">
                <mc:AlternateContent xmlns:mc="http://schemas.openxmlformats.org/markup-compatibility/2006">
                  <mc:Choice xmlns:v="urn:schemas-microsoft-com:vml" Requires="v">
                    <p:oleObj spid="_x0000_s127364" name="Equation" r:id="rId9" imgW="660400" imgH="190500" progId="">
                      <p:embed/>
                    </p:oleObj>
                  </mc:Choice>
                  <mc:Fallback>
                    <p:oleObj name="Equation" r:id="rId9" imgW="660400" imgH="190500" progId="">
                      <p:embed/>
                      <p:pic>
                        <p:nvPicPr>
                          <p:cNvPr id="0" name="Picture 2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15" y="1329"/>
                            <a:ext cx="967"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aphicFrame>
        <p:nvGraphicFramePr>
          <p:cNvPr id="47" name="Object 14"/>
          <p:cNvGraphicFramePr>
            <a:graphicFrameLocks noChangeAspect="1"/>
          </p:cNvGraphicFramePr>
          <p:nvPr/>
        </p:nvGraphicFramePr>
        <p:xfrm>
          <a:off x="2617788" y="3644900"/>
          <a:ext cx="3736975" cy="1104900"/>
        </p:xfrm>
        <a:graphic>
          <a:graphicData uri="http://schemas.openxmlformats.org/presentationml/2006/ole">
            <mc:AlternateContent xmlns:mc="http://schemas.openxmlformats.org/markup-compatibility/2006">
              <mc:Choice xmlns:v="urn:schemas-microsoft-com:vml" Requires="v">
                <p:oleObj spid="_x0000_s127365" name="Equation" r:id="rId11" imgW="1524000" imgH="469900" progId="">
                  <p:embed/>
                </p:oleObj>
              </mc:Choice>
              <mc:Fallback>
                <p:oleObj name="Equation" r:id="rId11" imgW="1524000" imgH="469900" progId="">
                  <p:embed/>
                  <p:pic>
                    <p:nvPicPr>
                      <p:cNvPr id="0" name="Picture 25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17788" y="3644900"/>
                        <a:ext cx="3736975" cy="11049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pSp>
        <p:nvGrpSpPr>
          <p:cNvPr id="4" name="组合 3"/>
          <p:cNvGrpSpPr/>
          <p:nvPr/>
        </p:nvGrpSpPr>
        <p:grpSpPr>
          <a:xfrm>
            <a:off x="755576" y="4797152"/>
            <a:ext cx="6984776" cy="1619293"/>
            <a:chOff x="755576" y="4797152"/>
            <a:chExt cx="6984776" cy="1619293"/>
          </a:xfrm>
        </p:grpSpPr>
        <p:sp>
          <p:nvSpPr>
            <p:cNvPr id="3" name="矩形 2"/>
            <p:cNvSpPr/>
            <p:nvPr/>
          </p:nvSpPr>
          <p:spPr>
            <a:xfrm>
              <a:off x="755576" y="4838701"/>
              <a:ext cx="6408712" cy="156966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sz="2400" i="0" u="none" strike="noStrike" kern="0" cap="none" spc="0" normalizeH="0" baseline="0" noProof="0" dirty="0" smtClean="0">
                  <a:ln>
                    <a:noFill/>
                  </a:ln>
                  <a:solidFill>
                    <a:srgbClr val="000000"/>
                  </a:solidFill>
                  <a:effectLst/>
                  <a:uLnTx/>
                  <a:uFillTx/>
                  <a:latin typeface="宋体" panose="02010600030101010101" pitchFamily="2" charset="-122"/>
                  <a:ea typeface="黑体" panose="02010609060101010101" pitchFamily="49" charset="-122"/>
                </a:rPr>
                <a:t>若其一步转移概率      与时间  无关，即：</a:t>
              </a:r>
              <a:endParaRPr kumimoji="1" lang="en-US" altLang="zh-CN" sz="2400" i="0" u="none" strike="noStrike" kern="0" cap="none" spc="0" normalizeH="0" baseline="0" noProof="0" dirty="0" smtClean="0">
                <a:ln>
                  <a:noFill/>
                </a:ln>
                <a:solidFill>
                  <a:srgbClr val="000000"/>
                </a:solidFill>
                <a:effectLst/>
                <a:uLnTx/>
                <a:uFillTx/>
                <a:latin typeface="宋体" panose="02010600030101010101" pitchFamily="2" charset="-122"/>
                <a:ea typeface="黑体" panose="02010609060101010101" pitchFamily="49" charset="-122"/>
              </a:endParaRPr>
            </a:p>
            <a:p>
              <a:pPr marL="0" marR="0" lvl="0" indent="0" defTabSz="914400" eaLnBrk="1" fontAlgn="auto" latinLnBrk="0" hangingPunct="1">
                <a:lnSpc>
                  <a:spcPct val="100000"/>
                </a:lnSpc>
                <a:spcBef>
                  <a:spcPts val="0"/>
                </a:spcBef>
                <a:spcAft>
                  <a:spcPts val="0"/>
                </a:spcAft>
                <a:buClrTx/>
                <a:buSzTx/>
                <a:buFontTx/>
                <a:buNone/>
                <a:defRPr/>
              </a:pPr>
              <a:endParaRPr kumimoji="1" lang="en-US" altLang="zh-CN" sz="2400" kern="0" dirty="0">
                <a:solidFill>
                  <a:srgbClr val="000000"/>
                </a:solidFill>
                <a:latin typeface="宋体" panose="02010600030101010101" pitchFamily="2" charset="-122"/>
                <a:ea typeface="黑体" panose="02010609060101010101" pitchFamily="49" charset="-122"/>
              </a:endParaRPr>
            </a:p>
            <a:p>
              <a:pPr marL="0" marR="0" lvl="0" indent="0" defTabSz="914400" eaLnBrk="1" fontAlgn="auto" latinLnBrk="0" hangingPunct="1">
                <a:lnSpc>
                  <a:spcPct val="100000"/>
                </a:lnSpc>
                <a:spcBef>
                  <a:spcPts val="0"/>
                </a:spcBef>
                <a:spcAft>
                  <a:spcPts val="0"/>
                </a:spcAft>
                <a:buClrTx/>
                <a:buSzTx/>
                <a:buFontTx/>
                <a:buNone/>
                <a:defRPr/>
              </a:pPr>
              <a:endParaRPr kumimoji="1" lang="en-US" altLang="zh-CN" sz="2400" i="0" u="none" strike="noStrike" kern="0" cap="none" spc="0" normalizeH="0" baseline="0" noProof="0" dirty="0" smtClean="0">
                <a:ln>
                  <a:noFill/>
                </a:ln>
                <a:solidFill>
                  <a:srgbClr val="000000"/>
                </a:solidFill>
                <a:effectLst/>
                <a:uLnTx/>
                <a:uFillTx/>
                <a:latin typeface="宋体" panose="02010600030101010101" pitchFamily="2" charset="-122"/>
                <a:ea typeface="黑体" panose="02010609060101010101" pitchFamily="49" charset="-122"/>
              </a:endParaRPr>
            </a:p>
            <a:p>
              <a:pPr marL="0" marR="0" lvl="0" indent="0" defTabSz="914400" eaLnBrk="1" fontAlgn="auto" latinLnBrk="0" hangingPunct="1">
                <a:lnSpc>
                  <a:spcPct val="100000"/>
                </a:lnSpc>
                <a:spcBef>
                  <a:spcPts val="0"/>
                </a:spcBef>
                <a:spcAft>
                  <a:spcPts val="0"/>
                </a:spcAft>
                <a:buClrTx/>
                <a:buSzTx/>
                <a:buFontTx/>
                <a:buNone/>
                <a:defRPr/>
              </a:pPr>
              <a:r>
                <a:rPr kumimoji="1" lang="zh-CN" altLang="en-US" sz="2400" kern="0" dirty="0" smtClean="0">
                  <a:solidFill>
                    <a:srgbClr val="000000"/>
                  </a:solidFill>
                  <a:latin typeface="宋体" panose="02010600030101010101" pitchFamily="2" charset="-122"/>
                  <a:ea typeface="黑体" panose="02010609060101010101" pitchFamily="49" charset="-122"/>
                </a:rPr>
                <a:t>则称           为</a:t>
              </a:r>
              <a:r>
                <a:rPr kumimoji="1" lang="zh-CN" altLang="en-US" sz="2400" kern="0" dirty="0" smtClean="0">
                  <a:solidFill>
                    <a:srgbClr val="FF0000"/>
                  </a:solidFill>
                  <a:latin typeface="宋体" panose="02010600030101010101" pitchFamily="2" charset="-122"/>
                  <a:ea typeface="黑体" panose="02010609060101010101" pitchFamily="49" charset="-122"/>
                </a:rPr>
                <a:t>齐次马尔可夫链</a:t>
              </a:r>
              <a:endParaRPr kumimoji="0" lang="zh-CN" altLang="en-US" sz="1800" i="0" u="none" strike="noStrike" kern="0" cap="none" spc="0" normalizeH="0" baseline="0" noProof="0" dirty="0" smtClean="0">
                <a:ln>
                  <a:noFill/>
                </a:ln>
                <a:solidFill>
                  <a:srgbClr val="FF0000"/>
                </a:solidFill>
                <a:effectLst/>
                <a:uLnTx/>
                <a:uFillTx/>
              </a:endParaRPr>
            </a:p>
          </p:txBody>
        </p:sp>
        <p:graphicFrame>
          <p:nvGraphicFramePr>
            <p:cNvPr id="48" name="Object 12"/>
            <p:cNvGraphicFramePr>
              <a:graphicFrameLocks noChangeAspect="1"/>
            </p:cNvGraphicFramePr>
            <p:nvPr/>
          </p:nvGraphicFramePr>
          <p:xfrm>
            <a:off x="3297560" y="4797152"/>
            <a:ext cx="914400" cy="503238"/>
          </p:xfrm>
          <a:graphic>
            <a:graphicData uri="http://schemas.openxmlformats.org/presentationml/2006/ole">
              <mc:AlternateContent xmlns:mc="http://schemas.openxmlformats.org/markup-compatibility/2006">
                <mc:Choice xmlns:v="urn:schemas-microsoft-com:vml" Requires="v">
                  <p:oleObj spid="_x0000_s127366" name="Equation" r:id="rId13" imgW="330200" imgH="190500" progId="">
                    <p:embed/>
                  </p:oleObj>
                </mc:Choice>
                <mc:Fallback>
                  <p:oleObj name="Equation" r:id="rId13" imgW="330200" imgH="190500" progId="">
                    <p:embed/>
                    <p:pic>
                      <p:nvPicPr>
                        <p:cNvPr id="0" name="Picture 2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7560" y="4797152"/>
                          <a:ext cx="914400" cy="50323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aphicFrame>
          <p:nvGraphicFramePr>
            <p:cNvPr id="49" name="Object 11"/>
            <p:cNvGraphicFramePr>
              <a:graphicFrameLocks noChangeAspect="1"/>
            </p:cNvGraphicFramePr>
            <p:nvPr/>
          </p:nvGraphicFramePr>
          <p:xfrm>
            <a:off x="5133243" y="4901258"/>
            <a:ext cx="315913" cy="336550"/>
          </p:xfrm>
          <a:graphic>
            <a:graphicData uri="http://schemas.openxmlformats.org/presentationml/2006/ole">
              <mc:AlternateContent xmlns:mc="http://schemas.openxmlformats.org/markup-compatibility/2006">
                <mc:Choice xmlns:v="urn:schemas-microsoft-com:vml" Requires="v">
                  <p:oleObj spid="_x0000_s127367" name="Equation" r:id="rId14" imgW="114300" imgH="123825" progId="">
                    <p:embed/>
                  </p:oleObj>
                </mc:Choice>
                <mc:Fallback>
                  <p:oleObj name="Equation" r:id="rId14" imgW="114300" imgH="123825" progId="">
                    <p:embed/>
                    <p:pic>
                      <p:nvPicPr>
                        <p:cNvPr id="0" name="Picture 2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33243" y="4901258"/>
                          <a:ext cx="315913" cy="33655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aphicFrame>
          <p:nvGraphicFramePr>
            <p:cNvPr id="50" name="Object 40"/>
            <p:cNvGraphicFramePr>
              <a:graphicFrameLocks noChangeAspect="1"/>
            </p:cNvGraphicFramePr>
            <p:nvPr/>
          </p:nvGraphicFramePr>
          <p:xfrm>
            <a:off x="1949152" y="5408960"/>
            <a:ext cx="5791200" cy="468312"/>
          </p:xfrm>
          <a:graphic>
            <a:graphicData uri="http://schemas.openxmlformats.org/presentationml/2006/ole">
              <mc:AlternateContent xmlns:mc="http://schemas.openxmlformats.org/markup-compatibility/2006">
                <mc:Choice xmlns:v="urn:schemas-microsoft-com:vml" Requires="v">
                  <p:oleObj spid="_x0000_s127368" name="Equation" r:id="rId15" imgW="2362200" imgH="190500" progId="">
                    <p:embed/>
                  </p:oleObj>
                </mc:Choice>
                <mc:Fallback>
                  <p:oleObj name="Equation" r:id="rId15" imgW="2362200" imgH="190500" progId="">
                    <p:embed/>
                    <p:pic>
                      <p:nvPicPr>
                        <p:cNvPr id="0" name="Picture 26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49152" y="5408960"/>
                          <a:ext cx="5791200" cy="46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 name="Object 25"/>
            <p:cNvGraphicFramePr>
              <a:graphicFrameLocks noChangeAspect="1"/>
            </p:cNvGraphicFramePr>
            <p:nvPr/>
          </p:nvGraphicFramePr>
          <p:xfrm>
            <a:off x="1518443" y="5973532"/>
            <a:ext cx="1535113" cy="442913"/>
          </p:xfrm>
          <a:graphic>
            <a:graphicData uri="http://schemas.openxmlformats.org/presentationml/2006/ole">
              <mc:AlternateContent xmlns:mc="http://schemas.openxmlformats.org/markup-compatibility/2006">
                <mc:Choice xmlns:v="urn:schemas-microsoft-com:vml" Requires="v">
                  <p:oleObj spid="_x0000_s127369" name="Equation" r:id="rId17" imgW="660400" imgH="190500" progId="">
                    <p:embed/>
                  </p:oleObj>
                </mc:Choice>
                <mc:Fallback>
                  <p:oleObj name="Equation" r:id="rId17" imgW="660400" imgH="190500" progId="">
                    <p:embed/>
                    <p:pic>
                      <p:nvPicPr>
                        <p:cNvPr id="0" name="Picture 26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18443" y="5973532"/>
                          <a:ext cx="1535113"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dirty="0" smtClean="0">
                <a:latin typeface="华文中宋" panose="02010600040101010101" pitchFamily="2" charset="-122"/>
                <a:ea typeface="仿宋_GB2312" pitchFamily="49" charset="-122"/>
              </a:rPr>
              <a:t>马尔科夫链的定义</a:t>
            </a:r>
            <a:endParaRPr lang="zh-CN" altLang="en-US" dirty="0" smtClean="0">
              <a:solidFill>
                <a:schemeClr val="accent2"/>
              </a:solidFill>
            </a:endParaRPr>
          </a:p>
        </p:txBody>
      </p:sp>
      <p:sp>
        <p:nvSpPr>
          <p:cNvPr id="34819" name="Rectangle 3"/>
          <p:cNvSpPr>
            <a:spLocks noChangeArrowheads="1"/>
          </p:cNvSpPr>
          <p:nvPr/>
        </p:nvSpPr>
        <p:spPr bwMode="auto">
          <a:xfrm>
            <a:off x="2286000" y="2171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0" name="Rectangle 4"/>
          <p:cNvSpPr>
            <a:spLocks noChangeArrowheads="1"/>
          </p:cNvSpPr>
          <p:nvPr/>
        </p:nvSpPr>
        <p:spPr bwMode="auto">
          <a:xfrm>
            <a:off x="398621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1" name="Rectangle 5"/>
          <p:cNvSpPr>
            <a:spLocks noChangeArrowheads="1"/>
          </p:cNvSpPr>
          <p:nvPr/>
        </p:nvSpPr>
        <p:spPr bwMode="auto">
          <a:xfrm>
            <a:off x="424815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2" name="Rectangle 6"/>
          <p:cNvSpPr>
            <a:spLocks noChangeArrowheads="1"/>
          </p:cNvSpPr>
          <p:nvPr/>
        </p:nvSpPr>
        <p:spPr bwMode="auto">
          <a:xfrm>
            <a:off x="4395788" y="3348038"/>
            <a:ext cx="914400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3" name="Rectangle 7"/>
          <p:cNvSpPr>
            <a:spLocks noChangeArrowheads="1"/>
          </p:cNvSpPr>
          <p:nvPr/>
        </p:nvSpPr>
        <p:spPr bwMode="auto">
          <a:xfrm>
            <a:off x="40528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24" name="Rectangle 8"/>
          <p:cNvSpPr>
            <a:spLocks noChangeArrowheads="1"/>
          </p:cNvSpPr>
          <p:nvPr/>
        </p:nvSpPr>
        <p:spPr bwMode="auto">
          <a:xfrm>
            <a:off x="426720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0" name="Group 2"/>
          <p:cNvGrpSpPr/>
          <p:nvPr/>
        </p:nvGrpSpPr>
        <p:grpSpPr bwMode="auto">
          <a:xfrm>
            <a:off x="3629744" y="2276872"/>
            <a:ext cx="4038600" cy="1702389"/>
            <a:chOff x="2277" y="892"/>
            <a:chExt cx="2820" cy="1212"/>
          </a:xfrm>
        </p:grpSpPr>
        <p:sp>
          <p:nvSpPr>
            <p:cNvPr id="31" name="Line 3"/>
            <p:cNvSpPr>
              <a:spLocks noChangeShapeType="1"/>
            </p:cNvSpPr>
            <p:nvPr/>
          </p:nvSpPr>
          <p:spPr bwMode="auto">
            <a:xfrm flipH="1">
              <a:off x="3922" y="1502"/>
              <a:ext cx="147" cy="381"/>
            </a:xfrm>
            <a:prstGeom prst="line">
              <a:avLst/>
            </a:prstGeom>
            <a:noFill/>
            <a:ln w="19050">
              <a:solidFill>
                <a:srgbClr val="000000"/>
              </a:solidFill>
              <a:round/>
              <a:tailEnd type="triangle" w="lg" len="lg"/>
            </a:ln>
            <a:effectLst>
              <a:outerShdw dist="71842" dir="2700000" algn="ctr" rotWithShape="0">
                <a:srgbClr val="FFFFFF">
                  <a:alpha val="50000"/>
                </a:srgbClr>
              </a:outerShdw>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2" name="Oval 4"/>
            <p:cNvSpPr>
              <a:spLocks noChangeArrowheads="1"/>
            </p:cNvSpPr>
            <p:nvPr/>
          </p:nvSpPr>
          <p:spPr bwMode="auto">
            <a:xfrm>
              <a:off x="2277" y="1793"/>
              <a:ext cx="2820" cy="311"/>
            </a:xfrm>
            <a:prstGeom prst="ellipse">
              <a:avLst/>
            </a:prstGeom>
            <a:solidFill>
              <a:srgbClr val="99CC00">
                <a:alpha val="0"/>
              </a:srgbClr>
            </a:solidFill>
            <a:ln w="28575" algn="ctr">
              <a:solidFill>
                <a:srgbClr val="333399"/>
              </a:solidFill>
              <a:round/>
              <a:tailEnd type="none" w="lg" len="lg"/>
            </a:ln>
            <a:effectLst>
              <a:outerShdw dist="71842" dir="2700000" algn="ctr" rotWithShape="0">
                <a:srgbClr val="FFFFFF">
                  <a:alpha val="50000"/>
                </a:srgbClr>
              </a:outerShdw>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3" name="Oval 5"/>
            <p:cNvSpPr>
              <a:spLocks noChangeArrowheads="1"/>
            </p:cNvSpPr>
            <p:nvPr/>
          </p:nvSpPr>
          <p:spPr bwMode="auto">
            <a:xfrm>
              <a:off x="3237" y="892"/>
              <a:ext cx="1612" cy="610"/>
            </a:xfrm>
            <a:prstGeom prst="ellipse">
              <a:avLst/>
            </a:prstGeom>
            <a:solidFill>
              <a:srgbClr val="BBE0E3"/>
            </a:solidFill>
            <a:ln w="19050" algn="ctr">
              <a:solidFill>
                <a:srgbClr val="FFFFFF"/>
              </a:solidFill>
              <a:round/>
              <a:tailEnd type="none" w="lg" len="lg"/>
            </a:ln>
            <a:effectLst>
              <a:outerShdw dist="71842" dir="2700000" algn="ctr" rotWithShape="0">
                <a:srgbClr val="FFFFFF">
                  <a:alpha val="50000"/>
                </a:srgbClr>
              </a:outerShdw>
            </a:effec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4" name="Rectangle 6"/>
            <p:cNvSpPr>
              <a:spLocks noChangeArrowheads="1"/>
            </p:cNvSpPr>
            <p:nvPr/>
          </p:nvSpPr>
          <p:spPr bwMode="auto">
            <a:xfrm>
              <a:off x="3237" y="892"/>
              <a:ext cx="1612" cy="457"/>
            </a:xfrm>
            <a:prstGeom prst="rect">
              <a:avLst/>
            </a:prstGeom>
            <a:noFill/>
            <a:ln w="9525" algn="ctr">
              <a:noFill/>
              <a:miter lim="800000"/>
            </a:ln>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smtClean="0">
                  <a:ln>
                    <a:noFill/>
                  </a:ln>
                  <a:solidFill>
                    <a:srgbClr val="FF0000"/>
                  </a:solidFill>
                  <a:effectLst/>
                  <a:uLnTx/>
                  <a:uFillTx/>
                  <a:latin typeface="宋体" panose="02010600030101010101" pitchFamily="2" charset="-122"/>
                  <a:ea typeface="Arial Unicode MS" pitchFamily="34" charset="-122"/>
                  <a:cs typeface="Arial Unicode MS" pitchFamily="34" charset="-122"/>
                </a:rPr>
                <a:t>矩阵的每一行都</a:t>
              </a:r>
              <a:endParaRPr kumimoji="1" lang="zh-CN" altLang="en-US" sz="1800" b="1" i="0" u="none" strike="noStrike" kern="0" cap="none" spc="0" normalizeH="0" baseline="0" noProof="0" smtClean="0">
                <a:ln>
                  <a:noFill/>
                </a:ln>
                <a:solidFill>
                  <a:srgbClr val="FF0000"/>
                </a:solidFill>
                <a:effectLst/>
                <a:uLnTx/>
                <a:uFillTx/>
                <a:latin typeface="宋体" panose="02010600030101010101" pitchFamily="2" charset="-122"/>
                <a:ea typeface="Arial Unicode MS" pitchFamily="34" charset="-122"/>
                <a:cs typeface="Arial Unicode MS" pitchFamily="34" charset="-122"/>
              </a:endParaRPr>
            </a:p>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800" b="1" i="0" u="none" strike="noStrike" kern="0" cap="none" spc="0" normalizeH="0" baseline="0" noProof="0" smtClean="0">
                  <a:ln>
                    <a:noFill/>
                  </a:ln>
                  <a:solidFill>
                    <a:srgbClr val="FF0000"/>
                  </a:solidFill>
                  <a:effectLst/>
                  <a:uLnTx/>
                  <a:uFillTx/>
                  <a:latin typeface="宋体" panose="02010600030101010101" pitchFamily="2" charset="-122"/>
                  <a:ea typeface="Arial Unicode MS" pitchFamily="34" charset="-122"/>
                  <a:cs typeface="Arial Unicode MS" pitchFamily="34" charset="-122"/>
                </a:rPr>
                <a:t>是一条件分布律</a:t>
              </a:r>
              <a:endParaRPr kumimoji="1" lang="el-GR" altLang="zh-CN" sz="1800" b="1" i="0" u="none" strike="noStrike" kern="0" cap="none" spc="0" normalizeH="0" baseline="0" noProof="0" smtClean="0">
                <a:ln>
                  <a:noFill/>
                </a:ln>
                <a:solidFill>
                  <a:srgbClr val="FF0000"/>
                </a:solidFill>
                <a:effectLst/>
                <a:uLnTx/>
                <a:uFillTx/>
                <a:latin typeface="宋体" panose="02010600030101010101" pitchFamily="2" charset="-122"/>
                <a:ea typeface="Arial Unicode MS" pitchFamily="34" charset="-122"/>
                <a:cs typeface="Arial Unicode MS" pitchFamily="34" charset="-122"/>
              </a:endParaRPr>
            </a:p>
          </p:txBody>
        </p:sp>
      </p:grpSp>
      <p:graphicFrame>
        <p:nvGraphicFramePr>
          <p:cNvPr id="39" name="Object 30"/>
          <p:cNvGraphicFramePr>
            <a:graphicFrameLocks noChangeAspect="1"/>
          </p:cNvGraphicFramePr>
          <p:nvPr/>
        </p:nvGraphicFramePr>
        <p:xfrm>
          <a:off x="2406105" y="2837005"/>
          <a:ext cx="4968875" cy="1981200"/>
        </p:xfrm>
        <a:graphic>
          <a:graphicData uri="http://schemas.openxmlformats.org/presentationml/2006/ole">
            <mc:AlternateContent xmlns:mc="http://schemas.openxmlformats.org/markup-compatibility/2006">
              <mc:Choice xmlns:v="urn:schemas-microsoft-com:vml" Requires="v">
                <p:oleObj spid="_x0000_s128118" name="Equation" r:id="rId1" imgW="1943100" imgH="774700" progId="">
                  <p:embed/>
                </p:oleObj>
              </mc:Choice>
              <mc:Fallback>
                <p:oleObj name="Equation" r:id="rId1" imgW="1943100" imgH="774700" progId="">
                  <p:embed/>
                  <p:pic>
                    <p:nvPicPr>
                      <p:cNvPr id="0" name="Picture 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105" y="2837005"/>
                        <a:ext cx="4968875"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 name="Rectangle 15"/>
          <p:cNvSpPr>
            <a:spLocks noChangeArrowheads="1"/>
          </p:cNvSpPr>
          <p:nvPr/>
        </p:nvSpPr>
        <p:spPr bwMode="auto">
          <a:xfrm>
            <a:off x="526257" y="1715106"/>
            <a:ext cx="7053262" cy="572464"/>
          </a:xfrm>
          <a:prstGeom prst="rect">
            <a:avLst/>
          </a:prstGeom>
          <a:noFill/>
          <a:ln w="9525" algn="ctr">
            <a:noFill/>
            <a:miter lim="800000"/>
          </a:ln>
        </p:spPr>
        <p:txBody>
          <a:bodyPr>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1"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rPr>
              <a:t>齐次马尔科夫链的</a:t>
            </a:r>
            <a:r>
              <a:rPr kumimoji="1" lang="zh-CN" altLang="en-US" sz="2400" b="1" i="0" u="none" strike="noStrike" kern="0" cap="none" spc="0" normalizeH="0" baseline="0" noProof="0" dirty="0" smtClean="0">
                <a:ln>
                  <a:noFill/>
                </a:ln>
                <a:solidFill>
                  <a:srgbClr val="FF0000"/>
                </a:solidFill>
                <a:effectLst/>
                <a:uLnTx/>
                <a:uFillTx/>
                <a:latin typeface="宋体" panose="02010600030101010101" pitchFamily="2" charset="-122"/>
              </a:rPr>
              <a:t>一步转移概率矩阵</a:t>
            </a:r>
            <a:r>
              <a:rPr kumimoji="1"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rPr>
              <a:t>.</a:t>
            </a:r>
            <a:endParaRPr kumimoji="1"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endParaRPr>
          </a:p>
        </p:txBody>
      </p:sp>
      <p:grpSp>
        <p:nvGrpSpPr>
          <p:cNvPr id="41" name="Group 33"/>
          <p:cNvGrpSpPr/>
          <p:nvPr/>
        </p:nvGrpSpPr>
        <p:grpSpPr bwMode="auto">
          <a:xfrm>
            <a:off x="323528" y="5123906"/>
            <a:ext cx="7470775" cy="1052513"/>
            <a:chOff x="478" y="2667"/>
            <a:chExt cx="4706" cy="663"/>
          </a:xfrm>
        </p:grpSpPr>
        <p:sp>
          <p:nvSpPr>
            <p:cNvPr id="42" name="Rectangle 18"/>
            <p:cNvSpPr>
              <a:spLocks noChangeArrowheads="1"/>
            </p:cNvSpPr>
            <p:nvPr/>
          </p:nvSpPr>
          <p:spPr bwMode="auto">
            <a:xfrm>
              <a:off x="478" y="2667"/>
              <a:ext cx="4706" cy="663"/>
            </a:xfrm>
            <a:prstGeom prst="rect">
              <a:avLst/>
            </a:prstGeom>
            <a:noFill/>
            <a:ln w="9525" algn="ctr">
              <a:noFill/>
              <a:miter lim="800000"/>
            </a:ln>
          </p:spPr>
          <p:txBody>
            <a:bodyPr>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1"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rPr>
                <a:t> </a:t>
              </a:r>
              <a:r>
                <a:rPr kumimoji="1"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rPr>
                <a:t>记                                    </a:t>
              </a:r>
              <a:r>
                <a:rPr kumimoji="1"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rPr>
                <a:t>.</a:t>
              </a:r>
              <a:r>
                <a:rPr kumimoji="1"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rPr>
                <a:t>称  </a:t>
              </a:r>
              <a:endParaRPr kumimoji="1"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ndParaRPr>
            </a:p>
            <a:p>
              <a:pPr marL="0" marR="0" lvl="0" indent="0" defTabSz="914400" eaLnBrk="1" fontAlgn="auto" latinLnBrk="0" hangingPunct="1">
                <a:lnSpc>
                  <a:spcPct val="130000"/>
                </a:lnSpc>
                <a:spcBef>
                  <a:spcPts val="0"/>
                </a:spcBef>
                <a:spcAft>
                  <a:spcPts val="0"/>
                </a:spcAft>
                <a:buClrTx/>
                <a:buSzTx/>
                <a:buFontTx/>
                <a:buNone/>
                <a:defRPr/>
              </a:pPr>
              <a:r>
                <a:rPr kumimoji="1"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rPr>
                <a:t>为齐次马尔可夫链的</a:t>
              </a:r>
              <a:r>
                <a:rPr kumimoji="1" lang="zh-CN" altLang="en-US" sz="2400" b="1" i="0" u="none" strike="noStrike" kern="0" cap="none" spc="0" normalizeH="0" baseline="0" noProof="0" dirty="0" smtClean="0">
                  <a:ln>
                    <a:noFill/>
                  </a:ln>
                  <a:solidFill>
                    <a:srgbClr val="FF0000"/>
                  </a:solidFill>
                  <a:effectLst/>
                  <a:uLnTx/>
                  <a:uFillTx/>
                  <a:latin typeface="宋体" panose="02010600030101010101" pitchFamily="2" charset="-122"/>
                </a:rPr>
                <a:t>初始分布</a:t>
              </a:r>
              <a:r>
                <a:rPr kumimoji="1"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rPr>
                <a:t>.</a:t>
              </a:r>
              <a:endParaRPr kumimoji="1"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endParaRPr>
            </a:p>
          </p:txBody>
        </p:sp>
        <p:graphicFrame>
          <p:nvGraphicFramePr>
            <p:cNvPr id="43" name="Object 19"/>
            <p:cNvGraphicFramePr>
              <a:graphicFrameLocks noChangeAspect="1"/>
            </p:cNvGraphicFramePr>
            <p:nvPr/>
          </p:nvGraphicFramePr>
          <p:xfrm>
            <a:off x="867" y="2707"/>
            <a:ext cx="3467" cy="292"/>
          </p:xfrm>
          <a:graphic>
            <a:graphicData uri="http://schemas.openxmlformats.org/presentationml/2006/ole">
              <mc:AlternateContent xmlns:mc="http://schemas.openxmlformats.org/markup-compatibility/2006">
                <mc:Choice xmlns:v="urn:schemas-microsoft-com:vml" Requires="v">
                  <p:oleObj spid="_x0000_s128119" name="Equation" r:id="rId3" imgW="51816000" imgH="4572000" progId="">
                    <p:embed/>
                  </p:oleObj>
                </mc:Choice>
                <mc:Fallback>
                  <p:oleObj name="Equation" r:id="rId3" imgW="51816000" imgH="4572000" progId="">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 y="2707"/>
                          <a:ext cx="3467" cy="292"/>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aphicFrame>
          <p:nvGraphicFramePr>
            <p:cNvPr id="52" name="Object 20"/>
            <p:cNvGraphicFramePr>
              <a:graphicFrameLocks noChangeAspect="1"/>
            </p:cNvGraphicFramePr>
            <p:nvPr/>
          </p:nvGraphicFramePr>
          <p:xfrm>
            <a:off x="4645" y="2734"/>
            <a:ext cx="187" cy="213"/>
          </p:xfrm>
          <a:graphic>
            <a:graphicData uri="http://schemas.openxmlformats.org/presentationml/2006/ole">
              <mc:AlternateContent xmlns:mc="http://schemas.openxmlformats.org/markup-compatibility/2006">
                <mc:Choice xmlns:v="urn:schemas-microsoft-com:vml" Requires="v">
                  <p:oleObj spid="_x0000_s128120" name="Equation" r:id="rId5" imgW="3048000" imgH="3048000" progId="">
                    <p:embed/>
                  </p:oleObj>
                </mc:Choice>
                <mc:Fallback>
                  <p:oleObj name="Equation" r:id="rId5" imgW="3048000" imgH="3048000" progId="">
                    <p:embed/>
                    <p:pic>
                      <p:nvPicPr>
                        <p:cNvPr id="0" name="Picture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5" y="2734"/>
                          <a:ext cx="187" cy="213"/>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2"/>
                              </a:solidFill>
                              <a:miter lim="800000"/>
                              <a:headEnd/>
                              <a:tailEnd/>
                            </a14:hiddenLine>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20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left)">
                                      <p:cBhvr>
                                        <p:cTn id="1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468313" y="2708275"/>
            <a:ext cx="8229600" cy="1143000"/>
          </a:xfrm>
        </p:spPr>
        <p:txBody>
          <a:bodyPr/>
          <a:lstStyle/>
          <a:p>
            <a:pPr eaLnBrk="1" hangingPunct="1"/>
            <a:r>
              <a:rPr lang="zh-CN" altLang="en-US" sz="5400" smtClean="0">
                <a:solidFill>
                  <a:schemeClr val="hlink"/>
                </a:solidFill>
                <a:ea typeface="隶书" panose="02010509060101010101" pitchFamily="49" charset="-122"/>
              </a:rPr>
              <a:t>隐马尔可夫模型</a:t>
            </a:r>
            <a:endParaRPr lang="en-US" altLang="zh-CN" sz="5400" smtClean="0">
              <a:solidFill>
                <a:schemeClr val="hlink"/>
              </a:solidFill>
              <a:ea typeface="隶书"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dirty="0">
                <a:latin typeface="华文中宋" panose="02010600040101010101" pitchFamily="2" charset="-122"/>
                <a:ea typeface="仿宋_GB2312" pitchFamily="49" charset="-122"/>
              </a:rPr>
              <a:t>语音识别算法</a:t>
            </a:r>
            <a:endParaRPr lang="zh-CN" altLang="en-US" dirty="0" smtClean="0">
              <a:latin typeface="华文中宋" panose="02010600040101010101" pitchFamily="2" charset="-122"/>
              <a:ea typeface="仿宋_GB2312" pitchFamily="49" charset="-122"/>
            </a:endParaRPr>
          </a:p>
        </p:txBody>
      </p:sp>
      <p:sp>
        <p:nvSpPr>
          <p:cNvPr id="350211" name="Rectangle 3"/>
          <p:cNvSpPr>
            <a:spLocks noGrp="1" noChangeArrowheads="1"/>
          </p:cNvSpPr>
          <p:nvPr>
            <p:ph type="body" idx="1"/>
          </p:nvPr>
        </p:nvSpPr>
        <p:spPr>
          <a:xfrm>
            <a:off x="123336" y="1370474"/>
            <a:ext cx="8569325" cy="1584325"/>
          </a:xfrm>
        </p:spPr>
        <p:txBody>
          <a:bodyPr/>
          <a:lstStyle/>
          <a:p>
            <a:pPr eaLnBrk="1" hangingPunct="1">
              <a:lnSpc>
                <a:spcPct val="80000"/>
              </a:lnSpc>
              <a:spcAft>
                <a:spcPct val="35000"/>
              </a:spcAft>
              <a:buClr>
                <a:srgbClr val="9900FF"/>
              </a:buClr>
              <a:buFont typeface="Wingdings" panose="05000000000000000000" pitchFamily="2" charset="2"/>
              <a:buChar char="Ø"/>
            </a:pPr>
            <a:r>
              <a:rPr lang="zh-CN" altLang="en-US" sz="2400" b="1" dirty="0" smtClean="0">
                <a:solidFill>
                  <a:schemeClr val="tx2"/>
                </a:solidFill>
                <a:latin typeface="Times New Roman" panose="02020603050405020304" pitchFamily="18" charset="0"/>
                <a:cs typeface="Times New Roman" panose="02020603050405020304" pitchFamily="18" charset="0"/>
              </a:rPr>
              <a:t>序列到序列的映射 </a:t>
            </a:r>
            <a:r>
              <a:rPr lang="en-US" altLang="zh-CN" sz="2400" b="1" dirty="0" smtClean="0">
                <a:solidFill>
                  <a:schemeClr val="tx2"/>
                </a:solidFill>
                <a:latin typeface="Times New Roman" panose="02020603050405020304" pitchFamily="18" charset="0"/>
                <a:cs typeface="Times New Roman" panose="02020603050405020304" pitchFamily="18" charset="0"/>
              </a:rPr>
              <a:t>Seq2seq</a:t>
            </a: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zh-CN" altLang="en-US" sz="2800" b="1" dirty="0" smtClean="0">
              <a:solidFill>
                <a:schemeClr val="tx2"/>
              </a:solidFill>
              <a:latin typeface="Times New Roman" panose="02020603050405020304" pitchFamily="18" charset="0"/>
            </a:endParaRPr>
          </a:p>
        </p:txBody>
      </p:sp>
      <p:sp>
        <p:nvSpPr>
          <p:cNvPr id="62" name="矩形 61"/>
          <p:cNvSpPr>
            <a:spLocks noChangeArrowheads="1"/>
          </p:cNvSpPr>
          <p:nvPr/>
        </p:nvSpPr>
        <p:spPr bwMode="auto">
          <a:xfrm>
            <a:off x="2411760" y="2513474"/>
            <a:ext cx="4363213" cy="1568739"/>
          </a:xfrm>
          <a:prstGeom prst="rect">
            <a:avLst/>
          </a:prstGeom>
          <a:noFill/>
          <a:ln w="25400" algn="ctr">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 name="组合 2"/>
          <p:cNvGrpSpPr/>
          <p:nvPr/>
        </p:nvGrpSpPr>
        <p:grpSpPr>
          <a:xfrm>
            <a:off x="2555776" y="2555702"/>
            <a:ext cx="4248472" cy="3537594"/>
            <a:chOff x="2555776" y="2555702"/>
            <a:chExt cx="4248472" cy="3537594"/>
          </a:xfrm>
        </p:grpSpPr>
        <p:grpSp>
          <p:nvGrpSpPr>
            <p:cNvPr id="2" name="组合 1"/>
            <p:cNvGrpSpPr/>
            <p:nvPr/>
          </p:nvGrpSpPr>
          <p:grpSpPr>
            <a:xfrm>
              <a:off x="2555776" y="2555702"/>
              <a:ext cx="4248472" cy="3537594"/>
              <a:chOff x="2555776" y="2555702"/>
              <a:chExt cx="4248472" cy="3537594"/>
            </a:xfrm>
          </p:grpSpPr>
          <p:grpSp>
            <p:nvGrpSpPr>
              <p:cNvPr id="23" name="组合 22"/>
              <p:cNvGrpSpPr/>
              <p:nvPr/>
            </p:nvGrpSpPr>
            <p:grpSpPr>
              <a:xfrm>
                <a:off x="2555776" y="3452813"/>
                <a:ext cx="4248472" cy="2640483"/>
                <a:chOff x="2183735" y="2660155"/>
                <a:chExt cx="4248472" cy="2640483"/>
              </a:xfrm>
            </p:grpSpPr>
            <p:pic>
              <p:nvPicPr>
                <p:cNvPr id="24" name="Picture 4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83735" y="4460850"/>
                  <a:ext cx="4248472"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图片 24"/>
                <p:cNvPicPr>
                  <a:picLocks noChangeAspect="1"/>
                </p:cNvPicPr>
                <p:nvPr/>
              </p:nvPicPr>
              <p:blipFill>
                <a:blip r:embed="rId2"/>
                <a:stretch>
                  <a:fillRect/>
                </a:stretch>
              </p:blipFill>
              <p:spPr>
                <a:xfrm>
                  <a:off x="2195736" y="3343480"/>
                  <a:ext cx="3888432" cy="592735"/>
                </a:xfrm>
                <a:prstGeom prst="rect">
                  <a:avLst/>
                </a:prstGeom>
              </p:spPr>
            </p:pic>
            <p:grpSp>
              <p:nvGrpSpPr>
                <p:cNvPr id="26" name="组合 25"/>
                <p:cNvGrpSpPr/>
                <p:nvPr/>
              </p:nvGrpSpPr>
              <p:grpSpPr>
                <a:xfrm>
                  <a:off x="2483768" y="3140968"/>
                  <a:ext cx="360040" cy="91438"/>
                  <a:chOff x="2483768" y="2951233"/>
                  <a:chExt cx="360040" cy="91438"/>
                </a:xfrm>
              </p:grpSpPr>
              <p:sp>
                <p:nvSpPr>
                  <p:cNvPr id="57" name="左中括号 56"/>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58" name="右箭头 57"/>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27" name="组合 26"/>
                <p:cNvGrpSpPr/>
                <p:nvPr/>
              </p:nvGrpSpPr>
              <p:grpSpPr>
                <a:xfrm>
                  <a:off x="2939819" y="3140968"/>
                  <a:ext cx="360040" cy="91438"/>
                  <a:chOff x="2483768" y="2951233"/>
                  <a:chExt cx="360040" cy="91438"/>
                </a:xfrm>
              </p:grpSpPr>
              <p:sp>
                <p:nvSpPr>
                  <p:cNvPr id="55" name="左中括号 54"/>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56" name="右箭头 55"/>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28" name="组合 27"/>
                <p:cNvGrpSpPr/>
                <p:nvPr/>
              </p:nvGrpSpPr>
              <p:grpSpPr>
                <a:xfrm>
                  <a:off x="3395870" y="3140968"/>
                  <a:ext cx="360040" cy="91438"/>
                  <a:chOff x="2483768" y="2951233"/>
                  <a:chExt cx="360040" cy="91438"/>
                </a:xfrm>
              </p:grpSpPr>
              <p:sp>
                <p:nvSpPr>
                  <p:cNvPr id="53" name="左中括号 52"/>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54" name="右箭头 53"/>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29" name="组合 28"/>
                <p:cNvGrpSpPr/>
                <p:nvPr/>
              </p:nvGrpSpPr>
              <p:grpSpPr>
                <a:xfrm>
                  <a:off x="3851921" y="3140968"/>
                  <a:ext cx="360040" cy="91438"/>
                  <a:chOff x="2483768" y="2951233"/>
                  <a:chExt cx="360040" cy="91438"/>
                </a:xfrm>
              </p:grpSpPr>
              <p:sp>
                <p:nvSpPr>
                  <p:cNvPr id="51" name="左中括号 50"/>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52" name="右箭头 51"/>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30" name="组合 29"/>
                <p:cNvGrpSpPr/>
                <p:nvPr/>
              </p:nvGrpSpPr>
              <p:grpSpPr>
                <a:xfrm>
                  <a:off x="4307972" y="3140968"/>
                  <a:ext cx="360040" cy="91438"/>
                  <a:chOff x="2483768" y="2951233"/>
                  <a:chExt cx="360040" cy="91438"/>
                </a:xfrm>
              </p:grpSpPr>
              <p:sp>
                <p:nvSpPr>
                  <p:cNvPr id="49" name="左中括号 48"/>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50" name="右箭头 49"/>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31" name="组合 30"/>
                <p:cNvGrpSpPr/>
                <p:nvPr/>
              </p:nvGrpSpPr>
              <p:grpSpPr>
                <a:xfrm>
                  <a:off x="4764023" y="3140968"/>
                  <a:ext cx="360040" cy="91438"/>
                  <a:chOff x="2483768" y="2951233"/>
                  <a:chExt cx="360040" cy="91438"/>
                </a:xfrm>
              </p:grpSpPr>
              <p:sp>
                <p:nvSpPr>
                  <p:cNvPr id="47" name="左中括号 46"/>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48" name="右箭头 47"/>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32" name="组合 31"/>
                <p:cNvGrpSpPr/>
                <p:nvPr/>
              </p:nvGrpSpPr>
              <p:grpSpPr>
                <a:xfrm>
                  <a:off x="5220072" y="3140968"/>
                  <a:ext cx="360040" cy="91438"/>
                  <a:chOff x="2483768" y="2951233"/>
                  <a:chExt cx="360040" cy="91438"/>
                </a:xfrm>
              </p:grpSpPr>
              <p:sp>
                <p:nvSpPr>
                  <p:cNvPr id="45" name="左中括号 44"/>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46" name="右箭头 45"/>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33" name="组合 32"/>
                <p:cNvGrpSpPr/>
                <p:nvPr/>
              </p:nvGrpSpPr>
              <p:grpSpPr>
                <a:xfrm>
                  <a:off x="5652120" y="3140968"/>
                  <a:ext cx="360040" cy="91438"/>
                  <a:chOff x="2483768" y="2951233"/>
                  <a:chExt cx="360040" cy="91438"/>
                </a:xfrm>
              </p:grpSpPr>
              <p:sp>
                <p:nvSpPr>
                  <p:cNvPr id="43" name="左中括号 42"/>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44" name="右箭头 43"/>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
              <p:nvSpPr>
                <p:cNvPr id="34" name="右箭头 33"/>
                <p:cNvSpPr/>
                <p:nvPr/>
              </p:nvSpPr>
              <p:spPr bwMode="auto">
                <a:xfrm rot="16200000">
                  <a:off x="4067945" y="4067521"/>
                  <a:ext cx="426618" cy="216024"/>
                </a:xfrm>
                <a:prstGeom prst="rightArrow">
                  <a:avLst/>
                </a:prstGeom>
                <a:noFill/>
                <a:ln w="28575" cap="flat" cmpd="thickThin"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aphicFrame>
              <p:nvGraphicFramePr>
                <p:cNvPr id="35" name="对象 34"/>
                <p:cNvGraphicFramePr>
                  <a:graphicFrameLocks noChangeAspect="1"/>
                </p:cNvGraphicFramePr>
                <p:nvPr/>
              </p:nvGraphicFramePr>
              <p:xfrm>
                <a:off x="2547512" y="2660907"/>
                <a:ext cx="304560" cy="457200"/>
              </p:xfrm>
              <a:graphic>
                <a:graphicData uri="http://schemas.openxmlformats.org/presentationml/2006/ole">
                  <mc:AlternateContent xmlns:mc="http://schemas.openxmlformats.org/markup-compatibility/2006">
                    <mc:Choice xmlns:v="urn:schemas-microsoft-com:vml" Requires="v">
                      <p:oleObj spid="_x0000_s484380" name="Equation" r:id="rId3" imgW="152400" imgH="228600" progId="">
                        <p:embed/>
                      </p:oleObj>
                    </mc:Choice>
                    <mc:Fallback>
                      <p:oleObj name="Equation" r:id="rId3" imgW="152400" imgH="228600" progId="">
                        <p:embed/>
                        <p:pic>
                          <p:nvPicPr>
                            <p:cNvPr id="0" name="图片 4843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7512" y="2660907"/>
                              <a:ext cx="30456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p:cNvGraphicFramePr>
                  <a:graphicFrameLocks noChangeAspect="1"/>
                </p:cNvGraphicFramePr>
                <p:nvPr/>
              </p:nvGraphicFramePr>
              <p:xfrm>
                <a:off x="2974975" y="2660650"/>
                <a:ext cx="355600" cy="457200"/>
              </p:xfrm>
              <a:graphic>
                <a:graphicData uri="http://schemas.openxmlformats.org/presentationml/2006/ole">
                  <mc:AlternateContent xmlns:mc="http://schemas.openxmlformats.org/markup-compatibility/2006">
                    <mc:Choice xmlns:v="urn:schemas-microsoft-com:vml" Requires="v">
                      <p:oleObj spid="_x0000_s484381" name="Equation" r:id="rId5" imgW="177800" imgH="228600" progId="">
                        <p:embed/>
                      </p:oleObj>
                    </mc:Choice>
                    <mc:Fallback>
                      <p:oleObj name="Equation" r:id="rId5" imgW="177800" imgH="228600" progId="">
                        <p:embed/>
                        <p:pic>
                          <p:nvPicPr>
                            <p:cNvPr id="0" name="图片 4843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4975" y="2660650"/>
                              <a:ext cx="355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对象 36"/>
                <p:cNvGraphicFramePr>
                  <a:graphicFrameLocks noChangeAspect="1"/>
                </p:cNvGraphicFramePr>
                <p:nvPr/>
              </p:nvGraphicFramePr>
              <p:xfrm>
                <a:off x="3440113" y="2660650"/>
                <a:ext cx="330200" cy="457200"/>
              </p:xfrm>
              <a:graphic>
                <a:graphicData uri="http://schemas.openxmlformats.org/presentationml/2006/ole">
                  <mc:AlternateContent xmlns:mc="http://schemas.openxmlformats.org/markup-compatibility/2006">
                    <mc:Choice xmlns:v="urn:schemas-microsoft-com:vml" Requires="v">
                      <p:oleObj spid="_x0000_s484382" name="Equation" r:id="rId7" imgW="165100" imgH="228600" progId="">
                        <p:embed/>
                      </p:oleObj>
                    </mc:Choice>
                    <mc:Fallback>
                      <p:oleObj name="Equation" r:id="rId7" imgW="165100" imgH="228600" progId="">
                        <p:embed/>
                        <p:pic>
                          <p:nvPicPr>
                            <p:cNvPr id="0" name="图片 48437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40113" y="2660650"/>
                              <a:ext cx="330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对象 37"/>
                <p:cNvGraphicFramePr>
                  <a:graphicFrameLocks noChangeAspect="1"/>
                </p:cNvGraphicFramePr>
                <p:nvPr/>
              </p:nvGraphicFramePr>
              <p:xfrm>
                <a:off x="3942784" y="2814390"/>
                <a:ext cx="228600" cy="254000"/>
              </p:xfrm>
              <a:graphic>
                <a:graphicData uri="http://schemas.openxmlformats.org/presentationml/2006/ole">
                  <mc:AlternateContent xmlns:mc="http://schemas.openxmlformats.org/markup-compatibility/2006">
                    <mc:Choice xmlns:v="urn:schemas-microsoft-com:vml" Requires="v">
                      <p:oleObj spid="_x0000_s484383" name="Equation" r:id="rId9" imgW="2743200" imgH="3048000" progId="Equation.DSMT4">
                        <p:embed/>
                      </p:oleObj>
                    </mc:Choice>
                    <mc:Fallback>
                      <p:oleObj name="Equation" r:id="rId9" imgW="2743200" imgH="3048000" progId="Equation.DSMT4">
                        <p:embed/>
                        <p:pic>
                          <p:nvPicPr>
                            <p:cNvPr id="0" name="图片 484372"/>
                            <p:cNvPicPr>
                              <a:picLocks noChangeAspect="1" noChangeArrowheads="1"/>
                            </p:cNvPicPr>
                            <p:nvPr/>
                          </p:nvPicPr>
                          <p:blipFill>
                            <a:blip r:embed="rId10"/>
                            <a:srcRect/>
                            <a:stretch>
                              <a:fillRect/>
                            </a:stretch>
                          </p:blipFill>
                          <p:spPr bwMode="auto">
                            <a:xfrm>
                              <a:off x="3942784" y="2814390"/>
                              <a:ext cx="2286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对象 40"/>
                <p:cNvGraphicFramePr>
                  <a:graphicFrameLocks noChangeAspect="1"/>
                </p:cNvGraphicFramePr>
                <p:nvPr/>
              </p:nvGraphicFramePr>
              <p:xfrm>
                <a:off x="5149284" y="2660155"/>
                <a:ext cx="533400" cy="457200"/>
              </p:xfrm>
              <a:graphic>
                <a:graphicData uri="http://schemas.openxmlformats.org/presentationml/2006/ole">
                  <mc:AlternateContent xmlns:mc="http://schemas.openxmlformats.org/markup-compatibility/2006">
                    <mc:Choice xmlns:v="urn:schemas-microsoft-com:vml" Requires="v">
                      <p:oleObj spid="_x0000_s484384" name="Equation" r:id="rId11" imgW="6400800" imgH="5486400" progId="Equation.DSMT4">
                        <p:embed/>
                      </p:oleObj>
                    </mc:Choice>
                    <mc:Fallback>
                      <p:oleObj name="Equation" r:id="rId11" imgW="6400800" imgH="5486400" progId="Equation.DSMT4">
                        <p:embed/>
                        <p:pic>
                          <p:nvPicPr>
                            <p:cNvPr id="0" name="图片 484373"/>
                            <p:cNvPicPr>
                              <a:picLocks noChangeAspect="1" noChangeArrowheads="1"/>
                            </p:cNvPicPr>
                            <p:nvPr/>
                          </p:nvPicPr>
                          <p:blipFill>
                            <a:blip r:embed="rId12"/>
                            <a:srcRect/>
                            <a:stretch>
                              <a:fillRect/>
                            </a:stretch>
                          </p:blipFill>
                          <p:spPr bwMode="auto">
                            <a:xfrm>
                              <a:off x="5149284" y="2660155"/>
                              <a:ext cx="5334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对象 41"/>
                <p:cNvGraphicFramePr>
                  <a:graphicFrameLocks noChangeAspect="1"/>
                </p:cNvGraphicFramePr>
                <p:nvPr/>
              </p:nvGraphicFramePr>
              <p:xfrm>
                <a:off x="5690622" y="2660155"/>
                <a:ext cx="355600" cy="457200"/>
              </p:xfrm>
              <a:graphic>
                <a:graphicData uri="http://schemas.openxmlformats.org/presentationml/2006/ole">
                  <mc:AlternateContent xmlns:mc="http://schemas.openxmlformats.org/markup-compatibility/2006">
                    <mc:Choice xmlns:v="urn:schemas-microsoft-com:vml" Requires="v">
                      <p:oleObj spid="_x0000_s484385" name="Equation" r:id="rId13" imgW="4267200" imgH="5486400" progId="Equation.DSMT4">
                        <p:embed/>
                      </p:oleObj>
                    </mc:Choice>
                    <mc:Fallback>
                      <p:oleObj name="Equation" r:id="rId13" imgW="4267200" imgH="5486400" progId="Equation.DSMT4">
                        <p:embed/>
                        <p:pic>
                          <p:nvPicPr>
                            <p:cNvPr id="0" name="图片 484374"/>
                            <p:cNvPicPr>
                              <a:picLocks noChangeAspect="1" noChangeArrowheads="1"/>
                            </p:cNvPicPr>
                            <p:nvPr/>
                          </p:nvPicPr>
                          <p:blipFill>
                            <a:blip r:embed="rId14"/>
                            <a:srcRect/>
                            <a:stretch>
                              <a:fillRect/>
                            </a:stretch>
                          </p:blipFill>
                          <p:spPr bwMode="auto">
                            <a:xfrm>
                              <a:off x="5690622" y="2660155"/>
                              <a:ext cx="355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9" name="右箭头 58"/>
              <p:cNvSpPr/>
              <p:nvPr/>
            </p:nvSpPr>
            <p:spPr bwMode="auto">
              <a:xfrm rot="16200000">
                <a:off x="4466703" y="3198566"/>
                <a:ext cx="426618" cy="216024"/>
              </a:xfrm>
              <a:prstGeom prst="rightArrow">
                <a:avLst/>
              </a:prstGeom>
              <a:noFill/>
              <a:ln w="28575" cap="flat" cmpd="thickThin"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0" name="Text Box 9"/>
              <p:cNvSpPr txBox="1">
                <a:spLocks noChangeArrowheads="1"/>
              </p:cNvSpPr>
              <p:nvPr/>
            </p:nvSpPr>
            <p:spPr bwMode="auto">
              <a:xfrm>
                <a:off x="3437544" y="2555702"/>
                <a:ext cx="25026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dirty="0" smtClean="0">
                    <a:solidFill>
                      <a:schemeClr val="accent6"/>
                    </a:solidFill>
                    <a:latin typeface="Times New Roman" panose="02020603050405020304" pitchFamily="18" charset="0"/>
                  </a:rPr>
                  <a:t>今天   天气   真好</a:t>
                </a:r>
                <a:endParaRPr kumimoji="1" lang="zh-CN" altLang="en-US" sz="2400" b="1" dirty="0">
                  <a:solidFill>
                    <a:schemeClr val="accent6"/>
                  </a:solidFill>
                  <a:latin typeface="Times New Roman" panose="02020603050405020304" pitchFamily="18" charset="0"/>
                </a:endParaRPr>
              </a:p>
            </p:txBody>
          </p:sp>
        </p:grpSp>
        <p:graphicFrame>
          <p:nvGraphicFramePr>
            <p:cNvPr id="64" name="对象 63"/>
            <p:cNvGraphicFramePr>
              <a:graphicFrameLocks noChangeAspect="1"/>
            </p:cNvGraphicFramePr>
            <p:nvPr/>
          </p:nvGraphicFramePr>
          <p:xfrm>
            <a:off x="4775448" y="3607048"/>
            <a:ext cx="228600" cy="254000"/>
          </p:xfrm>
          <a:graphic>
            <a:graphicData uri="http://schemas.openxmlformats.org/presentationml/2006/ole">
              <mc:AlternateContent xmlns:mc="http://schemas.openxmlformats.org/markup-compatibility/2006">
                <mc:Choice xmlns:v="urn:schemas-microsoft-com:vml" Requires="v">
                  <p:oleObj spid="_x0000_s484386" name="Equation" r:id="rId15" imgW="2743200" imgH="3048000" progId="Equation.DSMT4">
                    <p:embed/>
                  </p:oleObj>
                </mc:Choice>
                <mc:Fallback>
                  <p:oleObj name="Equation" r:id="rId15" imgW="2743200" imgH="3048000" progId="Equation.DSMT4">
                    <p:embed/>
                    <p:pic>
                      <p:nvPicPr>
                        <p:cNvPr id="0" name="图片 484375"/>
                        <p:cNvPicPr>
                          <a:picLocks noChangeAspect="1" noChangeArrowheads="1"/>
                        </p:cNvPicPr>
                        <p:nvPr/>
                      </p:nvPicPr>
                      <p:blipFill>
                        <a:blip r:embed="rId10"/>
                        <a:srcRect/>
                        <a:stretch>
                          <a:fillRect/>
                        </a:stretch>
                      </p:blipFill>
                      <p:spPr bwMode="auto">
                        <a:xfrm>
                          <a:off x="4775448" y="3607048"/>
                          <a:ext cx="2286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 name="对象 64"/>
            <p:cNvGraphicFramePr>
              <a:graphicFrameLocks noChangeAspect="1"/>
            </p:cNvGraphicFramePr>
            <p:nvPr/>
          </p:nvGraphicFramePr>
          <p:xfrm>
            <a:off x="5207496" y="3607048"/>
            <a:ext cx="228600" cy="254000"/>
          </p:xfrm>
          <a:graphic>
            <a:graphicData uri="http://schemas.openxmlformats.org/presentationml/2006/ole">
              <mc:AlternateContent xmlns:mc="http://schemas.openxmlformats.org/markup-compatibility/2006">
                <mc:Choice xmlns:v="urn:schemas-microsoft-com:vml" Requires="v">
                  <p:oleObj spid="_x0000_s484387" name="Equation" r:id="rId16" imgW="2743200" imgH="3048000" progId="Equation.DSMT4">
                    <p:embed/>
                  </p:oleObj>
                </mc:Choice>
                <mc:Fallback>
                  <p:oleObj name="Equation" r:id="rId16" imgW="2743200" imgH="3048000" progId="Equation.DSMT4">
                    <p:embed/>
                    <p:pic>
                      <p:nvPicPr>
                        <p:cNvPr id="0" name="图片 484376"/>
                        <p:cNvPicPr>
                          <a:picLocks noChangeAspect="1" noChangeArrowheads="1"/>
                        </p:cNvPicPr>
                        <p:nvPr/>
                      </p:nvPicPr>
                      <p:blipFill>
                        <a:blip r:embed="rId10"/>
                        <a:srcRect/>
                        <a:stretch>
                          <a:fillRect/>
                        </a:stretch>
                      </p:blipFill>
                      <p:spPr bwMode="auto">
                        <a:xfrm>
                          <a:off x="5207496" y="3607048"/>
                          <a:ext cx="2286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1" name="AutoShape 21"/>
          <p:cNvSpPr>
            <a:spLocks noChangeArrowheads="1"/>
          </p:cNvSpPr>
          <p:nvPr/>
        </p:nvSpPr>
        <p:spPr bwMode="auto">
          <a:xfrm>
            <a:off x="611560" y="4829722"/>
            <a:ext cx="1591672" cy="471486"/>
          </a:xfrm>
          <a:prstGeom prst="wedgeRectCallout">
            <a:avLst>
              <a:gd name="adj1" fmla="val 99248"/>
              <a:gd name="adj2" fmla="val -266663"/>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dirty="0" smtClean="0">
                <a:solidFill>
                  <a:srgbClr val="1F2039"/>
                </a:solidFill>
                <a:latin typeface="Times New Roman" panose="02020603050405020304" pitchFamily="18" charset="0"/>
              </a:rPr>
              <a:t>特征向量</a:t>
            </a:r>
            <a:endParaRPr kumimoji="1" lang="zh-CN" altLang="en-US" sz="2000" b="1" dirty="0">
              <a:solidFill>
                <a:srgbClr val="0070C0"/>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50211">
                                            <p:txEl>
                                              <p:pRg st="0" end="0"/>
                                            </p:txEl>
                                          </p:spTgt>
                                        </p:tgtEl>
                                        <p:attrNameLst>
                                          <p:attrName>style.visibility</p:attrName>
                                        </p:attrNameLst>
                                      </p:cBhvr>
                                      <p:to>
                                        <p:strVal val="visible"/>
                                      </p:to>
                                    </p:set>
                                    <p:animEffect transition="in" filter="wipe(up)">
                                      <p:cBhvr>
                                        <p:cTn id="7" dur="500"/>
                                        <p:tgtEl>
                                          <p:spTgt spid="350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up)">
                                      <p:cBhvr>
                                        <p:cTn id="17" dur="500"/>
                                        <p:tgtEl>
                                          <p:spTgt spid="6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wipe(left)">
                                      <p:cBhvr>
                                        <p:cTn id="2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1" grpId="0" bldLvl="2" build="p"/>
      <p:bldP spid="62" grpId="0" animBg="1"/>
      <p:bldP spid="61"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dirty="0" smtClean="0">
                <a:latin typeface="华文中宋" panose="02010600040101010101" pitchFamily="2" charset="-122"/>
                <a:ea typeface="仿宋_GB2312" pitchFamily="49" charset="-122"/>
              </a:rPr>
              <a:t>语音识别算法</a:t>
            </a:r>
            <a:endParaRPr lang="zh-CN" altLang="en-US" dirty="0" smtClean="0">
              <a:solidFill>
                <a:schemeClr val="accent2"/>
              </a:solidFill>
            </a:endParaRPr>
          </a:p>
        </p:txBody>
      </p:sp>
      <p:sp>
        <p:nvSpPr>
          <p:cNvPr id="385027" name="Rectangle 3"/>
          <p:cNvSpPr>
            <a:spLocks noGrp="1" noChangeArrowheads="1"/>
          </p:cNvSpPr>
          <p:nvPr>
            <p:ph type="body" idx="1"/>
          </p:nvPr>
        </p:nvSpPr>
        <p:spPr>
          <a:xfrm>
            <a:off x="323528" y="1600200"/>
            <a:ext cx="8291264" cy="4525963"/>
          </a:xfrm>
        </p:spPr>
        <p:txBody>
          <a:bodyPr/>
          <a:lstStyle/>
          <a:p>
            <a:pPr eaLnBrk="1" hangingPunct="1">
              <a:lnSpc>
                <a:spcPct val="130000"/>
              </a:lnSpc>
            </a:pPr>
            <a:r>
              <a:rPr lang="zh-CN" altLang="en-US" sz="2800" b="1" dirty="0" smtClean="0">
                <a:solidFill>
                  <a:srgbClr val="1F2039"/>
                </a:solidFill>
                <a:latin typeface="Times New Roman" panose="02020603050405020304" pitchFamily="18" charset="0"/>
                <a:cs typeface="Times New Roman" panose="02020603050405020304" pitchFamily="18" charset="0"/>
              </a:rPr>
              <a:t>实际问题比</a:t>
            </a:r>
            <a:r>
              <a:rPr lang="en-US" altLang="zh-CN" sz="2800" b="1" dirty="0" smtClean="0">
                <a:solidFill>
                  <a:srgbClr val="1F2039"/>
                </a:solidFill>
                <a:latin typeface="Times New Roman" panose="02020603050405020304" pitchFamily="18" charset="0"/>
                <a:cs typeface="Times New Roman" panose="02020603050405020304" pitchFamily="18" charset="0"/>
              </a:rPr>
              <a:t>Markov</a:t>
            </a:r>
            <a:r>
              <a:rPr lang="zh-CN" altLang="en-US" sz="2800" b="1" dirty="0" smtClean="0">
                <a:solidFill>
                  <a:srgbClr val="1F2039"/>
                </a:solidFill>
                <a:latin typeface="Times New Roman" panose="02020603050405020304" pitchFamily="18" charset="0"/>
                <a:cs typeface="Times New Roman" panose="02020603050405020304" pitchFamily="18" charset="0"/>
              </a:rPr>
              <a:t>链模型所描述的更为复杂。观察到的事件</a:t>
            </a:r>
            <a:r>
              <a:rPr lang="zh-CN" altLang="en-US" sz="2800" b="1" dirty="0" smtClean="0">
                <a:solidFill>
                  <a:srgbClr val="FF0000"/>
                </a:solidFill>
                <a:latin typeface="Times New Roman" panose="02020603050405020304" pitchFamily="18" charset="0"/>
                <a:cs typeface="Times New Roman" panose="02020603050405020304" pitchFamily="18" charset="0"/>
              </a:rPr>
              <a:t>并不是与状态一一对应</a:t>
            </a:r>
            <a:r>
              <a:rPr lang="zh-CN" altLang="en-US" sz="2800" b="1" dirty="0" smtClean="0">
                <a:solidFill>
                  <a:srgbClr val="1F2039"/>
                </a:solidFill>
                <a:latin typeface="Times New Roman" panose="02020603050405020304" pitchFamily="18" charset="0"/>
                <a:cs typeface="Times New Roman" panose="02020603050405020304" pitchFamily="18" charset="0"/>
              </a:rPr>
              <a:t>，而是通过一组概率分布相联系 。</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pPr>
            <a:r>
              <a:rPr lang="zh-CN" altLang="en-US" sz="2800" b="1" dirty="0" smtClean="0">
                <a:solidFill>
                  <a:srgbClr val="1F2039"/>
                </a:solidFill>
                <a:latin typeface="Times New Roman" panose="02020603050405020304" pitchFamily="18" charset="0"/>
                <a:cs typeface="Times New Roman" panose="02020603050405020304" pitchFamily="18" charset="0"/>
              </a:rPr>
              <a:t>使用</a:t>
            </a:r>
            <a:r>
              <a:rPr lang="zh-CN" altLang="en-US" sz="2800" b="1" dirty="0" smtClean="0">
                <a:solidFill>
                  <a:srgbClr val="FF0000"/>
                </a:solidFill>
                <a:latin typeface="Times New Roman" panose="02020603050405020304" pitchFamily="18" charset="0"/>
                <a:cs typeface="Times New Roman" panose="02020603050405020304" pitchFamily="18" charset="0"/>
              </a:rPr>
              <a:t>双重随机过程</a:t>
            </a:r>
            <a:r>
              <a:rPr lang="zh-CN" altLang="en-US" sz="2800" b="1" dirty="0" smtClean="0">
                <a:solidFill>
                  <a:srgbClr val="1F2039"/>
                </a:solidFill>
                <a:latin typeface="Times New Roman" panose="02020603050405020304" pitchFamily="18" charset="0"/>
                <a:cs typeface="Times New Roman" panose="02020603050405020304" pitchFamily="18" charset="0"/>
              </a:rPr>
              <a:t>来描述模型，一个是</a:t>
            </a:r>
            <a:r>
              <a:rPr lang="en-US" altLang="zh-CN" sz="2800" b="1" dirty="0" smtClean="0">
                <a:solidFill>
                  <a:srgbClr val="1F2039"/>
                </a:solidFill>
                <a:latin typeface="Times New Roman" panose="02020603050405020304" pitchFamily="18" charset="0"/>
                <a:cs typeface="Times New Roman" panose="02020603050405020304" pitchFamily="18" charset="0"/>
              </a:rPr>
              <a:t>Markov</a:t>
            </a:r>
            <a:r>
              <a:rPr lang="zh-CN" altLang="en-US" sz="2800" b="1" dirty="0" smtClean="0">
                <a:solidFill>
                  <a:srgbClr val="1F2039"/>
                </a:solidFill>
                <a:latin typeface="Times New Roman" panose="02020603050405020304" pitchFamily="18" charset="0"/>
                <a:cs typeface="Times New Roman" panose="02020603050405020304" pitchFamily="18" charset="0"/>
              </a:rPr>
              <a:t>链，描述状态的转移；另一个随机过程描述状态和观察值之间的统计对应关系。</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pPr>
            <a:r>
              <a:rPr lang="zh-CN" altLang="en-US" sz="2800" b="1" dirty="0" smtClean="0">
                <a:solidFill>
                  <a:srgbClr val="1F2039"/>
                </a:solidFill>
                <a:latin typeface="Times New Roman" panose="02020603050405020304" pitchFamily="18" charset="0"/>
                <a:cs typeface="Times New Roman" panose="02020603050405020304" pitchFamily="18" charset="0"/>
              </a:rPr>
              <a:t>由于状态是不可见的，因此称之为</a:t>
            </a:r>
            <a:r>
              <a:rPr lang="zh-CN" altLang="en-US" sz="2800" b="1" dirty="0" smtClean="0">
                <a:solidFill>
                  <a:srgbClr val="FF0000"/>
                </a:solidFill>
                <a:latin typeface="Times New Roman" panose="02020603050405020304" pitchFamily="18" charset="0"/>
                <a:cs typeface="Times New Roman" panose="02020603050405020304" pitchFamily="18" charset="0"/>
              </a:rPr>
              <a:t>“隐”</a:t>
            </a:r>
            <a:r>
              <a:rPr lang="zh-CN" altLang="en-US" sz="2800" b="1" dirty="0" smtClean="0">
                <a:solidFill>
                  <a:srgbClr val="1F2039"/>
                </a:solidFill>
                <a:latin typeface="Times New Roman" panose="02020603050405020304" pitchFamily="18" charset="0"/>
                <a:cs typeface="Times New Roman" panose="02020603050405020304" pitchFamily="18" charset="0"/>
              </a:rPr>
              <a:t> </a:t>
            </a:r>
            <a:r>
              <a:rPr lang="en-US" altLang="zh-CN" sz="2800" b="1" dirty="0" smtClean="0">
                <a:solidFill>
                  <a:srgbClr val="1F2039"/>
                </a:solidFill>
                <a:latin typeface="Times New Roman" panose="02020603050405020304" pitchFamily="18" charset="0"/>
                <a:cs typeface="Times New Roman" panose="02020603050405020304" pitchFamily="18" charset="0"/>
              </a:rPr>
              <a:t>Markov</a:t>
            </a:r>
            <a:r>
              <a:rPr lang="zh-CN" altLang="en-US" sz="2800" b="1" dirty="0" smtClean="0">
                <a:solidFill>
                  <a:srgbClr val="1F2039"/>
                </a:solidFill>
                <a:latin typeface="Times New Roman" panose="02020603050405020304" pitchFamily="18" charset="0"/>
                <a:cs typeface="Times New Roman" panose="02020603050405020304" pitchFamily="18" charset="0"/>
              </a:rPr>
              <a:t>模型。     </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85027">
                                            <p:txEl>
                                              <p:pRg st="0" end="0"/>
                                            </p:txEl>
                                          </p:spTgt>
                                        </p:tgtEl>
                                        <p:attrNameLst>
                                          <p:attrName>style.visibility</p:attrName>
                                        </p:attrNameLst>
                                      </p:cBhvr>
                                      <p:to>
                                        <p:strVal val="visible"/>
                                      </p:to>
                                    </p:set>
                                    <p:animEffect transition="in" filter="wipe(up)">
                                      <p:cBhvr>
                                        <p:cTn id="7" dur="500"/>
                                        <p:tgtEl>
                                          <p:spTgt spid="385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85027">
                                            <p:txEl>
                                              <p:pRg st="1" end="1"/>
                                            </p:txEl>
                                          </p:spTgt>
                                        </p:tgtEl>
                                        <p:attrNameLst>
                                          <p:attrName>style.visibility</p:attrName>
                                        </p:attrNameLst>
                                      </p:cBhvr>
                                      <p:to>
                                        <p:strVal val="visible"/>
                                      </p:to>
                                    </p:set>
                                    <p:animEffect transition="in" filter="wipe(up)">
                                      <p:cBhvr>
                                        <p:cTn id="12" dur="500"/>
                                        <p:tgtEl>
                                          <p:spTgt spid="385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85027">
                                            <p:txEl>
                                              <p:pRg st="2" end="2"/>
                                            </p:txEl>
                                          </p:spTgt>
                                        </p:tgtEl>
                                        <p:attrNameLst>
                                          <p:attrName>style.visibility</p:attrName>
                                        </p:attrNameLst>
                                      </p:cBhvr>
                                      <p:to>
                                        <p:strVal val="visible"/>
                                      </p:to>
                                    </p:set>
                                    <p:animEffect transition="in" filter="wipe(up)">
                                      <p:cBhvr>
                                        <p:cTn id="17" dur="500"/>
                                        <p:tgtEl>
                                          <p:spTgt spid="3850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7" grpId="0" autoUpdateAnimBg="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dirty="0">
                <a:latin typeface="华文中宋" panose="02010600040101010101" pitchFamily="2" charset="-122"/>
                <a:ea typeface="仿宋_GB2312" pitchFamily="49" charset="-122"/>
              </a:rPr>
              <a:t>语音识别算法</a:t>
            </a:r>
            <a:endParaRPr lang="zh-CN" altLang="en-US" dirty="0" smtClean="0">
              <a:latin typeface="华文中宋" panose="02010600040101010101" pitchFamily="2" charset="-122"/>
              <a:ea typeface="仿宋_GB2312" pitchFamily="49" charset="-122"/>
            </a:endParaRPr>
          </a:p>
        </p:txBody>
      </p:sp>
      <p:sp>
        <p:nvSpPr>
          <p:cNvPr id="350211" name="Rectangle 3"/>
          <p:cNvSpPr>
            <a:spLocks noGrp="1" noChangeArrowheads="1"/>
          </p:cNvSpPr>
          <p:nvPr>
            <p:ph type="body" idx="1"/>
          </p:nvPr>
        </p:nvSpPr>
        <p:spPr>
          <a:xfrm>
            <a:off x="323528" y="1340619"/>
            <a:ext cx="8569325" cy="1584325"/>
          </a:xfrm>
        </p:spPr>
        <p:txBody>
          <a:bodyPr/>
          <a:lstStyle/>
          <a:p>
            <a:pPr eaLnBrk="1" hangingPunct="1">
              <a:lnSpc>
                <a:spcPct val="80000"/>
              </a:lnSpc>
              <a:spcAft>
                <a:spcPct val="35000"/>
              </a:spcAft>
              <a:buClr>
                <a:srgbClr val="9900FF"/>
              </a:buClr>
              <a:buFont typeface="Wingdings" panose="05000000000000000000" pitchFamily="2" charset="2"/>
              <a:buChar char="Ø"/>
            </a:pPr>
            <a:r>
              <a:rPr lang="zh-CN" altLang="en-US" sz="2400" b="1" dirty="0" smtClean="0">
                <a:solidFill>
                  <a:schemeClr val="tx2"/>
                </a:solidFill>
                <a:latin typeface="宋体" panose="02010600030101010101" pitchFamily="2" charset="-122"/>
              </a:rPr>
              <a:t>从</a:t>
            </a:r>
            <a:r>
              <a:rPr lang="zh-CN" altLang="en-US" sz="2400" b="1" dirty="0" smtClean="0">
                <a:solidFill>
                  <a:srgbClr val="0070C0"/>
                </a:solidFill>
                <a:latin typeface="宋体" panose="02010600030101010101" pitchFamily="2" charset="-122"/>
              </a:rPr>
              <a:t>声学表示（特征）序列</a:t>
            </a:r>
            <a:r>
              <a:rPr lang="zh-CN" altLang="en-US" sz="2400" b="1" dirty="0" smtClean="0">
                <a:solidFill>
                  <a:schemeClr val="tx2"/>
                </a:solidFill>
                <a:latin typeface="宋体" panose="02010600030101010101" pitchFamily="2" charset="-122"/>
              </a:rPr>
              <a:t>映射到</a:t>
            </a:r>
            <a:r>
              <a:rPr lang="zh-CN" altLang="en-US" sz="2400" b="1" dirty="0" smtClean="0">
                <a:solidFill>
                  <a:srgbClr val="0070C0"/>
                </a:solidFill>
                <a:latin typeface="宋体" panose="02010600030101010101" pitchFamily="2" charset="-122"/>
              </a:rPr>
              <a:t>词序列</a:t>
            </a:r>
            <a:endParaRPr lang="en-US" altLang="zh-CN" sz="2400" b="1" dirty="0" smtClean="0">
              <a:solidFill>
                <a:srgbClr val="0070C0"/>
              </a:solidFill>
              <a:latin typeface="宋体" panose="02010600030101010101" pitchFamily="2" charset="-122"/>
            </a:endParaRPr>
          </a:p>
          <a:p>
            <a:pPr eaLnBrk="1" hangingPunct="1">
              <a:lnSpc>
                <a:spcPct val="80000"/>
              </a:lnSpc>
              <a:spcAft>
                <a:spcPct val="35000"/>
              </a:spcAft>
              <a:buClr>
                <a:srgbClr val="9900FF"/>
              </a:buClr>
              <a:buFont typeface="Wingdings" panose="05000000000000000000" pitchFamily="2" charset="2"/>
              <a:buChar char="Ø"/>
            </a:pPr>
            <a:r>
              <a:rPr lang="zh-CN" altLang="en-US" sz="2400" b="1" dirty="0" smtClean="0">
                <a:solidFill>
                  <a:srgbClr val="0070C0"/>
                </a:solidFill>
                <a:latin typeface="Times New Roman" panose="02020603050405020304" pitchFamily="18" charset="0"/>
                <a:cs typeface="Times New Roman" panose="02020603050405020304" pitchFamily="18" charset="0"/>
              </a:rPr>
              <a:t>跨模态</a:t>
            </a:r>
            <a:r>
              <a:rPr lang="zh-CN" altLang="en-US" sz="2400" b="1" dirty="0" smtClean="0">
                <a:solidFill>
                  <a:schemeClr val="tx2"/>
                </a:solidFill>
                <a:latin typeface="Times New Roman" panose="02020603050405020304" pitchFamily="18" charset="0"/>
                <a:cs typeface="Times New Roman" panose="02020603050405020304" pitchFamily="18" charset="0"/>
              </a:rPr>
              <a:t>的</a:t>
            </a:r>
            <a:r>
              <a:rPr lang="en-US" altLang="zh-CN" sz="2400" b="1" dirty="0" smtClean="0">
                <a:solidFill>
                  <a:schemeClr val="tx2"/>
                </a:solidFill>
                <a:latin typeface="Times New Roman" panose="02020603050405020304" pitchFamily="18" charset="0"/>
                <a:cs typeface="Times New Roman" panose="02020603050405020304" pitchFamily="18" charset="0"/>
              </a:rPr>
              <a:t>Seq2seq</a:t>
            </a: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r>
              <a:rPr lang="zh-CN" altLang="en-US" sz="2400" b="1" dirty="0" smtClean="0">
                <a:solidFill>
                  <a:schemeClr val="tx2"/>
                </a:solidFill>
                <a:latin typeface="Times New Roman" panose="02020603050405020304" pitchFamily="18" charset="0"/>
                <a:cs typeface="Times New Roman" panose="02020603050405020304" pitchFamily="18" charset="0"/>
              </a:rPr>
              <a:t>因而，一般应分</a:t>
            </a:r>
            <a:r>
              <a:rPr lang="zh-CN" altLang="en-US" sz="2400" b="1" dirty="0" smtClean="0">
                <a:solidFill>
                  <a:srgbClr val="0070C0"/>
                </a:solidFill>
                <a:latin typeface="Times New Roman" panose="02020603050405020304" pitchFamily="18" charset="0"/>
                <a:cs typeface="Times New Roman" panose="02020603050405020304" pitchFamily="18" charset="0"/>
              </a:rPr>
              <a:t>两步</a:t>
            </a:r>
            <a:r>
              <a:rPr lang="zh-CN" altLang="en-US" sz="2400" b="1" dirty="0" smtClean="0">
                <a:solidFill>
                  <a:schemeClr val="tx2"/>
                </a:solidFill>
                <a:latin typeface="Times New Roman" panose="02020603050405020304" pitchFamily="18" charset="0"/>
                <a:cs typeface="Times New Roman" panose="02020603050405020304" pitchFamily="18" charset="0"/>
              </a:rPr>
              <a:t>完成：语音帧映射到音素符号；音素符号序列映射到词序列。</a:t>
            </a: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zh-CN" altLang="en-US" sz="2800" b="1" dirty="0" smtClean="0">
              <a:solidFill>
                <a:schemeClr val="tx2"/>
              </a:solidFill>
              <a:latin typeface="Times New Roman" panose="02020603050405020304" pitchFamily="18" charset="0"/>
            </a:endParaRPr>
          </a:p>
        </p:txBody>
      </p:sp>
      <p:sp>
        <p:nvSpPr>
          <p:cNvPr id="181" name="矩形 180"/>
          <p:cNvSpPr>
            <a:spLocks noChangeArrowheads="1"/>
          </p:cNvSpPr>
          <p:nvPr/>
        </p:nvSpPr>
        <p:spPr bwMode="auto">
          <a:xfrm>
            <a:off x="1979712" y="3255367"/>
            <a:ext cx="4363213" cy="1397769"/>
          </a:xfrm>
          <a:prstGeom prst="rect">
            <a:avLst/>
          </a:prstGeom>
          <a:noFill/>
          <a:ln w="25400" algn="ctr">
            <a:solidFill>
              <a:srgbClr val="0070C0"/>
            </a:solidFill>
            <a:prstDash val="dash"/>
            <a:miter lim="800000"/>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82" name="AutoShape 44"/>
          <p:cNvSpPr>
            <a:spLocks noChangeArrowheads="1"/>
          </p:cNvSpPr>
          <p:nvPr/>
        </p:nvSpPr>
        <p:spPr bwMode="auto">
          <a:xfrm>
            <a:off x="6358772" y="4725144"/>
            <a:ext cx="1093547" cy="503932"/>
          </a:xfrm>
          <a:prstGeom prst="leftArrow">
            <a:avLst>
              <a:gd name="adj1" fmla="val 50000"/>
              <a:gd name="adj2" fmla="val 75000"/>
            </a:avLst>
          </a:prstGeom>
          <a:solidFill>
            <a:schemeClr val="bg1">
              <a:alpha val="20000"/>
            </a:schemeClr>
          </a:solidFill>
          <a:ln w="19050">
            <a:solidFill>
              <a:srgbClr val="FF0000"/>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smtClean="0"/>
              <a:t>   </a:t>
            </a:r>
            <a:r>
              <a:rPr lang="zh-CN" altLang="en-US" sz="1400" dirty="0" smtClean="0">
                <a:latin typeface="黑体" panose="02010609060101010101" pitchFamily="49" charset="-122"/>
                <a:ea typeface="黑体" panose="02010609060101010101" pitchFamily="49" charset="-122"/>
              </a:rPr>
              <a:t>分类</a:t>
            </a:r>
            <a:endParaRPr lang="zh-CN" altLang="en-US" sz="1400" dirty="0">
              <a:latin typeface="黑体" panose="02010609060101010101" pitchFamily="49" charset="-122"/>
              <a:ea typeface="黑体" panose="02010609060101010101" pitchFamily="49" charset="-122"/>
            </a:endParaRPr>
          </a:p>
        </p:txBody>
      </p:sp>
      <p:sp>
        <p:nvSpPr>
          <p:cNvPr id="183" name="AutoShape 44"/>
          <p:cNvSpPr>
            <a:spLocks noChangeArrowheads="1"/>
          </p:cNvSpPr>
          <p:nvPr/>
        </p:nvSpPr>
        <p:spPr bwMode="auto">
          <a:xfrm>
            <a:off x="6372200" y="3717156"/>
            <a:ext cx="1093547" cy="503932"/>
          </a:xfrm>
          <a:prstGeom prst="leftArrow">
            <a:avLst>
              <a:gd name="adj1" fmla="val 50000"/>
              <a:gd name="adj2" fmla="val 75000"/>
            </a:avLst>
          </a:prstGeom>
          <a:solidFill>
            <a:schemeClr val="bg1">
              <a:alpha val="20000"/>
            </a:schemeClr>
          </a:solidFill>
          <a:ln w="19050">
            <a:solidFill>
              <a:srgbClr val="0070C0"/>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dirty="0" smtClean="0">
                <a:latin typeface="黑体" panose="02010609060101010101" pitchFamily="49" charset="-122"/>
                <a:ea typeface="黑体" panose="02010609060101010101" pitchFamily="49" charset="-122"/>
              </a:rPr>
              <a:t>序列映射</a:t>
            </a:r>
            <a:endParaRPr lang="zh-CN" altLang="en-US" sz="1400" dirty="0">
              <a:latin typeface="黑体" panose="02010609060101010101" pitchFamily="49" charset="-122"/>
              <a:ea typeface="黑体" panose="02010609060101010101" pitchFamily="49" charset="-122"/>
            </a:endParaRPr>
          </a:p>
        </p:txBody>
      </p:sp>
      <p:sp>
        <p:nvSpPr>
          <p:cNvPr id="180" name="矩形 179"/>
          <p:cNvSpPr>
            <a:spLocks noChangeArrowheads="1"/>
          </p:cNvSpPr>
          <p:nvPr/>
        </p:nvSpPr>
        <p:spPr bwMode="auto">
          <a:xfrm>
            <a:off x="1979712" y="4310063"/>
            <a:ext cx="4363213" cy="1327941"/>
          </a:xfrm>
          <a:prstGeom prst="rect">
            <a:avLst/>
          </a:prstGeom>
          <a:noFill/>
          <a:ln w="25400" algn="ctr">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6" name="组合 5"/>
          <p:cNvGrpSpPr/>
          <p:nvPr/>
        </p:nvGrpSpPr>
        <p:grpSpPr>
          <a:xfrm>
            <a:off x="2094453" y="3255367"/>
            <a:ext cx="3888432" cy="3177885"/>
            <a:chOff x="2094453" y="3255367"/>
            <a:chExt cx="3888432" cy="3177885"/>
          </a:xfrm>
        </p:grpSpPr>
        <p:grpSp>
          <p:nvGrpSpPr>
            <p:cNvPr id="4" name="组合 3"/>
            <p:cNvGrpSpPr/>
            <p:nvPr/>
          </p:nvGrpSpPr>
          <p:grpSpPr>
            <a:xfrm>
              <a:off x="2094453" y="3255367"/>
              <a:ext cx="3888432" cy="3177885"/>
              <a:chOff x="2094453" y="3255367"/>
              <a:chExt cx="3888432" cy="3177885"/>
            </a:xfrm>
          </p:grpSpPr>
          <p:graphicFrame>
            <p:nvGraphicFramePr>
              <p:cNvPr id="146" name="对象 145"/>
              <p:cNvGraphicFramePr>
                <a:graphicFrameLocks noChangeAspect="1"/>
              </p:cNvGraphicFramePr>
              <p:nvPr/>
            </p:nvGraphicFramePr>
            <p:xfrm>
              <a:off x="4314125" y="5335240"/>
              <a:ext cx="228600" cy="254000"/>
            </p:xfrm>
            <a:graphic>
              <a:graphicData uri="http://schemas.openxmlformats.org/presentationml/2006/ole">
                <mc:AlternateContent xmlns:mc="http://schemas.openxmlformats.org/markup-compatibility/2006">
                  <mc:Choice xmlns:v="urn:schemas-microsoft-com:vml" Requires="v">
                    <p:oleObj spid="_x0000_s485428" name="Equation" r:id="rId1" imgW="2743200" imgH="3048000" progId="Equation.DSMT4">
                      <p:embed/>
                    </p:oleObj>
                  </mc:Choice>
                  <mc:Fallback>
                    <p:oleObj name="Equation" r:id="rId1" imgW="2743200" imgH="3048000" progId="Equation.DSMT4">
                      <p:embed/>
                      <p:pic>
                        <p:nvPicPr>
                          <p:cNvPr id="0" name="图片 485409"/>
                          <p:cNvPicPr>
                            <a:picLocks noChangeAspect="1" noChangeArrowheads="1"/>
                          </p:cNvPicPr>
                          <p:nvPr/>
                        </p:nvPicPr>
                        <p:blipFill>
                          <a:blip r:embed="rId2"/>
                          <a:srcRect/>
                          <a:stretch>
                            <a:fillRect/>
                          </a:stretch>
                        </p:blipFill>
                        <p:spPr bwMode="auto">
                          <a:xfrm>
                            <a:off x="4314125" y="5335240"/>
                            <a:ext cx="2286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 name="对象 146"/>
              <p:cNvGraphicFramePr>
                <a:graphicFrameLocks noChangeAspect="1"/>
              </p:cNvGraphicFramePr>
              <p:nvPr/>
            </p:nvGraphicFramePr>
            <p:xfrm>
              <a:off x="4746173" y="5335240"/>
              <a:ext cx="228600" cy="254000"/>
            </p:xfrm>
            <a:graphic>
              <a:graphicData uri="http://schemas.openxmlformats.org/presentationml/2006/ole">
                <mc:AlternateContent xmlns:mc="http://schemas.openxmlformats.org/markup-compatibility/2006">
                  <mc:Choice xmlns:v="urn:schemas-microsoft-com:vml" Requires="v">
                    <p:oleObj spid="_x0000_s485429" name="Equation" r:id="rId3" imgW="2743200" imgH="3048000" progId="Equation.DSMT4">
                      <p:embed/>
                    </p:oleObj>
                  </mc:Choice>
                  <mc:Fallback>
                    <p:oleObj name="Equation" r:id="rId3" imgW="2743200" imgH="3048000" progId="Equation.DSMT4">
                      <p:embed/>
                      <p:pic>
                        <p:nvPicPr>
                          <p:cNvPr id="0" name="图片 485410"/>
                          <p:cNvPicPr>
                            <a:picLocks noChangeAspect="1" noChangeArrowheads="1"/>
                          </p:cNvPicPr>
                          <p:nvPr/>
                        </p:nvPicPr>
                        <p:blipFill>
                          <a:blip r:embed="rId2"/>
                          <a:srcRect/>
                          <a:stretch>
                            <a:fillRect/>
                          </a:stretch>
                        </p:blipFill>
                        <p:spPr bwMode="auto">
                          <a:xfrm>
                            <a:off x="4746173" y="5335240"/>
                            <a:ext cx="2286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组合 2"/>
              <p:cNvGrpSpPr/>
              <p:nvPr/>
            </p:nvGrpSpPr>
            <p:grpSpPr>
              <a:xfrm>
                <a:off x="2094453" y="3255367"/>
                <a:ext cx="3888432" cy="3177885"/>
                <a:chOff x="2094453" y="3255367"/>
                <a:chExt cx="3888432" cy="3177885"/>
              </a:xfrm>
            </p:grpSpPr>
            <p:grpSp>
              <p:nvGrpSpPr>
                <p:cNvPr id="112" name="组合 111"/>
                <p:cNvGrpSpPr/>
                <p:nvPr/>
              </p:nvGrpSpPr>
              <p:grpSpPr>
                <a:xfrm>
                  <a:off x="2094453" y="5157192"/>
                  <a:ext cx="3888432" cy="1276060"/>
                  <a:chOff x="2195736" y="2660155"/>
                  <a:chExt cx="3888432" cy="1276060"/>
                </a:xfrm>
              </p:grpSpPr>
              <p:pic>
                <p:nvPicPr>
                  <p:cNvPr id="114" name="图片 113"/>
                  <p:cNvPicPr>
                    <a:picLocks noChangeAspect="1"/>
                  </p:cNvPicPr>
                  <p:nvPr/>
                </p:nvPicPr>
                <p:blipFill>
                  <a:blip r:embed="rId4"/>
                  <a:stretch>
                    <a:fillRect/>
                  </a:stretch>
                </p:blipFill>
                <p:spPr>
                  <a:xfrm>
                    <a:off x="2195736" y="3343480"/>
                    <a:ext cx="3888432" cy="592735"/>
                  </a:xfrm>
                  <a:prstGeom prst="rect">
                    <a:avLst/>
                  </a:prstGeom>
                </p:spPr>
              </p:pic>
              <p:grpSp>
                <p:nvGrpSpPr>
                  <p:cNvPr id="115" name="组合 114"/>
                  <p:cNvGrpSpPr/>
                  <p:nvPr/>
                </p:nvGrpSpPr>
                <p:grpSpPr>
                  <a:xfrm>
                    <a:off x="2483768" y="3140968"/>
                    <a:ext cx="360040" cy="91438"/>
                    <a:chOff x="2483768" y="2951233"/>
                    <a:chExt cx="360040" cy="91438"/>
                  </a:xfrm>
                </p:grpSpPr>
                <p:sp>
                  <p:nvSpPr>
                    <p:cNvPr id="144" name="左中括号 143"/>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145" name="右箭头 144"/>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116" name="组合 115"/>
                  <p:cNvGrpSpPr/>
                  <p:nvPr/>
                </p:nvGrpSpPr>
                <p:grpSpPr>
                  <a:xfrm>
                    <a:off x="2939819" y="3140968"/>
                    <a:ext cx="360040" cy="91438"/>
                    <a:chOff x="2483768" y="2951233"/>
                    <a:chExt cx="360040" cy="91438"/>
                  </a:xfrm>
                </p:grpSpPr>
                <p:sp>
                  <p:nvSpPr>
                    <p:cNvPr id="142" name="左中括号 141"/>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143" name="右箭头 142"/>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117" name="组合 116"/>
                  <p:cNvGrpSpPr/>
                  <p:nvPr/>
                </p:nvGrpSpPr>
                <p:grpSpPr>
                  <a:xfrm>
                    <a:off x="3395870" y="3140968"/>
                    <a:ext cx="360040" cy="91438"/>
                    <a:chOff x="2483768" y="2951233"/>
                    <a:chExt cx="360040" cy="91438"/>
                  </a:xfrm>
                </p:grpSpPr>
                <p:sp>
                  <p:nvSpPr>
                    <p:cNvPr id="140" name="左中括号 139"/>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141" name="右箭头 140"/>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118" name="组合 117"/>
                  <p:cNvGrpSpPr/>
                  <p:nvPr/>
                </p:nvGrpSpPr>
                <p:grpSpPr>
                  <a:xfrm>
                    <a:off x="3851921" y="3140968"/>
                    <a:ext cx="360040" cy="91438"/>
                    <a:chOff x="2483768" y="2951233"/>
                    <a:chExt cx="360040" cy="91438"/>
                  </a:xfrm>
                </p:grpSpPr>
                <p:sp>
                  <p:nvSpPr>
                    <p:cNvPr id="138" name="左中括号 137"/>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139" name="右箭头 138"/>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119" name="组合 118"/>
                  <p:cNvGrpSpPr/>
                  <p:nvPr/>
                </p:nvGrpSpPr>
                <p:grpSpPr>
                  <a:xfrm>
                    <a:off x="4307972" y="3140968"/>
                    <a:ext cx="360040" cy="91438"/>
                    <a:chOff x="2483768" y="2951233"/>
                    <a:chExt cx="360040" cy="91438"/>
                  </a:xfrm>
                </p:grpSpPr>
                <p:sp>
                  <p:nvSpPr>
                    <p:cNvPr id="136" name="左中括号 135"/>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137" name="右箭头 136"/>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120" name="组合 119"/>
                  <p:cNvGrpSpPr/>
                  <p:nvPr/>
                </p:nvGrpSpPr>
                <p:grpSpPr>
                  <a:xfrm>
                    <a:off x="4764023" y="3140968"/>
                    <a:ext cx="360040" cy="91438"/>
                    <a:chOff x="2483768" y="2951233"/>
                    <a:chExt cx="360040" cy="91438"/>
                  </a:xfrm>
                </p:grpSpPr>
                <p:sp>
                  <p:nvSpPr>
                    <p:cNvPr id="134" name="左中括号 133"/>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135" name="右箭头 134"/>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121" name="组合 120"/>
                  <p:cNvGrpSpPr/>
                  <p:nvPr/>
                </p:nvGrpSpPr>
                <p:grpSpPr>
                  <a:xfrm>
                    <a:off x="5220072" y="3140968"/>
                    <a:ext cx="360040" cy="91438"/>
                    <a:chOff x="2483768" y="2951233"/>
                    <a:chExt cx="360040" cy="91438"/>
                  </a:xfrm>
                </p:grpSpPr>
                <p:sp>
                  <p:nvSpPr>
                    <p:cNvPr id="132" name="左中括号 131"/>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133" name="右箭头 132"/>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pSp>
                <p:nvGrpSpPr>
                  <p:cNvPr id="122" name="组合 121"/>
                  <p:cNvGrpSpPr/>
                  <p:nvPr/>
                </p:nvGrpSpPr>
                <p:grpSpPr>
                  <a:xfrm>
                    <a:off x="5652120" y="3140968"/>
                    <a:ext cx="360040" cy="91438"/>
                    <a:chOff x="2483768" y="2951233"/>
                    <a:chExt cx="360040" cy="91438"/>
                  </a:xfrm>
                </p:grpSpPr>
                <p:sp>
                  <p:nvSpPr>
                    <p:cNvPr id="130" name="左中括号 129"/>
                    <p:cNvSpPr/>
                    <p:nvPr/>
                  </p:nvSpPr>
                  <p:spPr bwMode="auto">
                    <a:xfrm rot="5400000">
                      <a:off x="2640928" y="2839792"/>
                      <a:ext cx="45719" cy="360040"/>
                    </a:xfrm>
                    <a:prstGeom prst="leftBracket">
                      <a:avLst/>
                    </a:prstGeom>
                    <a:noFill/>
                    <a:ln w="222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normalizeH="0" baseline="0" smtClean="0">
                        <a:ln w="22225">
                          <a:solidFill>
                            <a:schemeClr val="accent2"/>
                          </a:solidFill>
                          <a:prstDash val="solid"/>
                        </a:ln>
                        <a:solidFill>
                          <a:schemeClr val="accent2">
                            <a:lumMod val="40000"/>
                            <a:lumOff val="60000"/>
                          </a:schemeClr>
                        </a:solidFill>
                        <a:latin typeface="Arial" panose="020B0604020202020204" pitchFamily="34" charset="0"/>
                        <a:ea typeface="宋体" panose="02010600030101010101" pitchFamily="2" charset="-122"/>
                      </a:endParaRPr>
                    </a:p>
                  </p:txBody>
                </p:sp>
                <p:sp>
                  <p:nvSpPr>
                    <p:cNvPr id="131" name="右箭头 130"/>
                    <p:cNvSpPr/>
                    <p:nvPr/>
                  </p:nvSpPr>
                  <p:spPr bwMode="auto">
                    <a:xfrm rot="16200000">
                      <a:off x="2647500" y="2944660"/>
                      <a:ext cx="45719" cy="58865"/>
                    </a:xfrm>
                    <a:prstGeom prst="rightArrow">
                      <a:avLst/>
                    </a:prstGeom>
                    <a:solidFill>
                      <a:schemeClr val="accent2">
                        <a:lumMod val="60000"/>
                        <a:lumOff val="40000"/>
                      </a:schemeClr>
                    </a:solidFill>
                    <a:ln w="9525" cap="flat" cmpd="sng" algn="ctr">
                      <a:solidFill>
                        <a:schemeClr val="accent2">
                          <a:lumMod val="60000"/>
                          <a:lumOff val="4000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graphicFrame>
                <p:nvGraphicFramePr>
                  <p:cNvPr id="124" name="对象 123"/>
                  <p:cNvGraphicFramePr>
                    <a:graphicFrameLocks noChangeAspect="1"/>
                  </p:cNvGraphicFramePr>
                  <p:nvPr/>
                </p:nvGraphicFramePr>
                <p:xfrm>
                  <a:off x="2547512" y="2660907"/>
                  <a:ext cx="304560" cy="457200"/>
                </p:xfrm>
                <a:graphic>
                  <a:graphicData uri="http://schemas.openxmlformats.org/presentationml/2006/ole">
                    <mc:AlternateContent xmlns:mc="http://schemas.openxmlformats.org/markup-compatibility/2006">
                      <mc:Choice xmlns:v="urn:schemas-microsoft-com:vml" Requires="v">
                        <p:oleObj spid="_x0000_s485430" name="Equation" r:id="rId5" imgW="152400" imgH="228600" progId="">
                          <p:embed/>
                        </p:oleObj>
                      </mc:Choice>
                      <mc:Fallback>
                        <p:oleObj name="Equation" r:id="rId5" imgW="152400" imgH="228600" progId="">
                          <p:embed/>
                          <p:pic>
                            <p:nvPicPr>
                              <p:cNvPr id="0" name="图片 4854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7512" y="2660907"/>
                                <a:ext cx="30456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5" name="对象 124"/>
                  <p:cNvGraphicFramePr>
                    <a:graphicFrameLocks noChangeAspect="1"/>
                  </p:cNvGraphicFramePr>
                  <p:nvPr/>
                </p:nvGraphicFramePr>
                <p:xfrm>
                  <a:off x="2974975" y="2660650"/>
                  <a:ext cx="355600" cy="457200"/>
                </p:xfrm>
                <a:graphic>
                  <a:graphicData uri="http://schemas.openxmlformats.org/presentationml/2006/ole">
                    <mc:AlternateContent xmlns:mc="http://schemas.openxmlformats.org/markup-compatibility/2006">
                      <mc:Choice xmlns:v="urn:schemas-microsoft-com:vml" Requires="v">
                        <p:oleObj spid="_x0000_s485431" name="Equation" r:id="rId7" imgW="177800" imgH="228600" progId="">
                          <p:embed/>
                        </p:oleObj>
                      </mc:Choice>
                      <mc:Fallback>
                        <p:oleObj name="Equation" r:id="rId7" imgW="177800" imgH="228600" progId="">
                          <p:embed/>
                          <p:pic>
                            <p:nvPicPr>
                              <p:cNvPr id="0" name="图片 4854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4975" y="2660650"/>
                                <a:ext cx="355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 name="对象 125"/>
                  <p:cNvGraphicFramePr>
                    <a:graphicFrameLocks noChangeAspect="1"/>
                  </p:cNvGraphicFramePr>
                  <p:nvPr/>
                </p:nvGraphicFramePr>
                <p:xfrm>
                  <a:off x="3440113" y="2660650"/>
                  <a:ext cx="330200" cy="457200"/>
                </p:xfrm>
                <a:graphic>
                  <a:graphicData uri="http://schemas.openxmlformats.org/presentationml/2006/ole">
                    <mc:AlternateContent xmlns:mc="http://schemas.openxmlformats.org/markup-compatibility/2006">
                      <mc:Choice xmlns:v="urn:schemas-microsoft-com:vml" Requires="v">
                        <p:oleObj spid="_x0000_s485432" name="Equation" r:id="rId9" imgW="165100" imgH="228600" progId="">
                          <p:embed/>
                        </p:oleObj>
                      </mc:Choice>
                      <mc:Fallback>
                        <p:oleObj name="Equation" r:id="rId9" imgW="165100" imgH="228600" progId="">
                          <p:embed/>
                          <p:pic>
                            <p:nvPicPr>
                              <p:cNvPr id="0" name="图片 4854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40113" y="2660650"/>
                                <a:ext cx="330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 name="对象 126"/>
                  <p:cNvGraphicFramePr>
                    <a:graphicFrameLocks noChangeAspect="1"/>
                  </p:cNvGraphicFramePr>
                  <p:nvPr/>
                </p:nvGraphicFramePr>
                <p:xfrm>
                  <a:off x="3942784" y="2838203"/>
                  <a:ext cx="228600" cy="254000"/>
                </p:xfrm>
                <a:graphic>
                  <a:graphicData uri="http://schemas.openxmlformats.org/presentationml/2006/ole">
                    <mc:AlternateContent xmlns:mc="http://schemas.openxmlformats.org/markup-compatibility/2006">
                      <mc:Choice xmlns:v="urn:schemas-microsoft-com:vml" Requires="v">
                        <p:oleObj spid="_x0000_s485433" name="Equation" r:id="rId11" imgW="2743200" imgH="3048000" progId="Equation.DSMT4">
                          <p:embed/>
                        </p:oleObj>
                      </mc:Choice>
                      <mc:Fallback>
                        <p:oleObj name="Equation" r:id="rId11" imgW="2743200" imgH="3048000" progId="Equation.DSMT4">
                          <p:embed/>
                          <p:pic>
                            <p:nvPicPr>
                              <p:cNvPr id="0" name="图片 485414"/>
                              <p:cNvPicPr>
                                <a:picLocks noChangeAspect="1" noChangeArrowheads="1"/>
                              </p:cNvPicPr>
                              <p:nvPr/>
                            </p:nvPicPr>
                            <p:blipFill>
                              <a:blip r:embed="rId2"/>
                              <a:srcRect/>
                              <a:stretch>
                                <a:fillRect/>
                              </a:stretch>
                            </p:blipFill>
                            <p:spPr bwMode="auto">
                              <a:xfrm>
                                <a:off x="3942784" y="2838203"/>
                                <a:ext cx="2286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 name="对象 127"/>
                  <p:cNvGraphicFramePr>
                    <a:graphicFrameLocks noChangeAspect="1"/>
                  </p:cNvGraphicFramePr>
                  <p:nvPr/>
                </p:nvGraphicFramePr>
                <p:xfrm>
                  <a:off x="5149284" y="2660155"/>
                  <a:ext cx="533400" cy="457200"/>
                </p:xfrm>
                <a:graphic>
                  <a:graphicData uri="http://schemas.openxmlformats.org/presentationml/2006/ole">
                    <mc:AlternateContent xmlns:mc="http://schemas.openxmlformats.org/markup-compatibility/2006">
                      <mc:Choice xmlns:v="urn:schemas-microsoft-com:vml" Requires="v">
                        <p:oleObj spid="_x0000_s485434" name="Equation" r:id="rId12" imgW="6400800" imgH="5486400" progId="Equation.DSMT4">
                          <p:embed/>
                        </p:oleObj>
                      </mc:Choice>
                      <mc:Fallback>
                        <p:oleObj name="Equation" r:id="rId12" imgW="6400800" imgH="5486400" progId="Equation.DSMT4">
                          <p:embed/>
                          <p:pic>
                            <p:nvPicPr>
                              <p:cNvPr id="0" name="图片 485415"/>
                              <p:cNvPicPr>
                                <a:picLocks noChangeAspect="1" noChangeArrowheads="1"/>
                              </p:cNvPicPr>
                              <p:nvPr/>
                            </p:nvPicPr>
                            <p:blipFill>
                              <a:blip r:embed="rId13"/>
                              <a:srcRect/>
                              <a:stretch>
                                <a:fillRect/>
                              </a:stretch>
                            </p:blipFill>
                            <p:spPr bwMode="auto">
                              <a:xfrm>
                                <a:off x="5149284" y="2660155"/>
                                <a:ext cx="5334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 name="对象 128"/>
                  <p:cNvGraphicFramePr>
                    <a:graphicFrameLocks noChangeAspect="1"/>
                  </p:cNvGraphicFramePr>
                  <p:nvPr/>
                </p:nvGraphicFramePr>
                <p:xfrm>
                  <a:off x="5690622" y="2660155"/>
                  <a:ext cx="355600" cy="457200"/>
                </p:xfrm>
                <a:graphic>
                  <a:graphicData uri="http://schemas.openxmlformats.org/presentationml/2006/ole">
                    <mc:AlternateContent xmlns:mc="http://schemas.openxmlformats.org/markup-compatibility/2006">
                      <mc:Choice xmlns:v="urn:schemas-microsoft-com:vml" Requires="v">
                        <p:oleObj spid="_x0000_s485435" name="Equation" r:id="rId14" imgW="4267200" imgH="5486400" progId="Equation.DSMT4">
                          <p:embed/>
                        </p:oleObj>
                      </mc:Choice>
                      <mc:Fallback>
                        <p:oleObj name="Equation" r:id="rId14" imgW="4267200" imgH="5486400" progId="Equation.DSMT4">
                          <p:embed/>
                          <p:pic>
                            <p:nvPicPr>
                              <p:cNvPr id="0" name="图片 485416"/>
                              <p:cNvPicPr>
                                <a:picLocks noChangeAspect="1" noChangeArrowheads="1"/>
                              </p:cNvPicPr>
                              <p:nvPr/>
                            </p:nvPicPr>
                            <p:blipFill>
                              <a:blip r:embed="rId15"/>
                              <a:srcRect/>
                              <a:stretch>
                                <a:fillRect/>
                              </a:stretch>
                            </p:blipFill>
                            <p:spPr bwMode="auto">
                              <a:xfrm>
                                <a:off x="5690622" y="2660155"/>
                                <a:ext cx="355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 name="组合 1"/>
                <p:cNvGrpSpPr/>
                <p:nvPr/>
              </p:nvGrpSpPr>
              <p:grpSpPr>
                <a:xfrm>
                  <a:off x="2446977" y="3255367"/>
                  <a:ext cx="3409950" cy="1900879"/>
                  <a:chOff x="2446977" y="3255367"/>
                  <a:chExt cx="3409950" cy="1900879"/>
                </a:xfrm>
              </p:grpSpPr>
              <p:sp>
                <p:nvSpPr>
                  <p:cNvPr id="65" name="右箭头 64"/>
                  <p:cNvSpPr/>
                  <p:nvPr/>
                </p:nvSpPr>
                <p:spPr bwMode="auto">
                  <a:xfrm rot="16200000">
                    <a:off x="2403994" y="4991164"/>
                    <a:ext cx="282602" cy="47562"/>
                  </a:xfrm>
                  <a:prstGeom prst="rightArrow">
                    <a:avLst/>
                  </a:prstGeom>
                  <a:noFill/>
                  <a:ln w="28575" cap="flat" cmpd="thickThin"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6" name="Text Box 9"/>
                  <p:cNvSpPr txBox="1">
                    <a:spLocks noChangeArrowheads="1"/>
                  </p:cNvSpPr>
                  <p:nvPr/>
                </p:nvSpPr>
                <p:spPr bwMode="auto">
                  <a:xfrm>
                    <a:off x="2904213" y="3255367"/>
                    <a:ext cx="25026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dirty="0" smtClean="0">
                        <a:solidFill>
                          <a:schemeClr val="accent6"/>
                        </a:solidFill>
                        <a:latin typeface="Times New Roman" panose="02020603050405020304" pitchFamily="18" charset="0"/>
                      </a:rPr>
                      <a:t>今天   天气   真好</a:t>
                    </a:r>
                    <a:endParaRPr kumimoji="1" lang="zh-CN" altLang="en-US" sz="2400" b="1" dirty="0">
                      <a:solidFill>
                        <a:schemeClr val="accent6"/>
                      </a:solidFill>
                      <a:latin typeface="Times New Roman" panose="02020603050405020304" pitchFamily="18" charset="0"/>
                    </a:endParaRPr>
                  </a:p>
                </p:txBody>
              </p:sp>
              <p:sp>
                <p:nvSpPr>
                  <p:cNvPr id="103" name="右箭头 102"/>
                  <p:cNvSpPr/>
                  <p:nvPr/>
                </p:nvSpPr>
                <p:spPr bwMode="auto">
                  <a:xfrm rot="16200000">
                    <a:off x="3987093" y="3899767"/>
                    <a:ext cx="426618" cy="216024"/>
                  </a:xfrm>
                  <a:prstGeom prst="rightArrow">
                    <a:avLst/>
                  </a:prstGeom>
                  <a:noFill/>
                  <a:ln w="28575" cap="flat" cmpd="thickThin"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aphicFrame>
                <p:nvGraphicFramePr>
                  <p:cNvPr id="158" name="对象 157"/>
                  <p:cNvGraphicFramePr>
                    <a:graphicFrameLocks noChangeAspect="1"/>
                  </p:cNvGraphicFramePr>
                  <p:nvPr/>
                </p:nvGraphicFramePr>
                <p:xfrm>
                  <a:off x="2446977" y="4271963"/>
                  <a:ext cx="227013" cy="355600"/>
                </p:xfrm>
                <a:graphic>
                  <a:graphicData uri="http://schemas.openxmlformats.org/presentationml/2006/ole">
                    <mc:AlternateContent xmlns:mc="http://schemas.openxmlformats.org/markup-compatibility/2006">
                      <mc:Choice xmlns:v="urn:schemas-microsoft-com:vml" Requires="v">
                        <p:oleObj spid="_x0000_s485436" name="Equation" r:id="rId16" imgW="2743200" imgH="4267200" progId="Equation.DSMT4">
                          <p:embed/>
                        </p:oleObj>
                      </mc:Choice>
                      <mc:Fallback>
                        <p:oleObj name="Equation" r:id="rId16" imgW="2743200" imgH="4267200" progId="Equation.DSMT4">
                          <p:embed/>
                          <p:pic>
                            <p:nvPicPr>
                              <p:cNvPr id="0" name="图片 485417"/>
                              <p:cNvPicPr>
                                <a:picLocks noChangeAspect="1" noChangeArrowheads="1"/>
                              </p:cNvPicPr>
                              <p:nvPr/>
                            </p:nvPicPr>
                            <p:blipFill>
                              <a:blip r:embed="rId17"/>
                              <a:srcRect/>
                              <a:stretch>
                                <a:fillRect/>
                              </a:stretch>
                            </p:blipFill>
                            <p:spPr bwMode="auto">
                              <a:xfrm>
                                <a:off x="2446977" y="4271963"/>
                                <a:ext cx="227013"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9" name="对象 158"/>
                  <p:cNvGraphicFramePr>
                    <a:graphicFrameLocks noChangeAspect="1"/>
                  </p:cNvGraphicFramePr>
                  <p:nvPr/>
                </p:nvGraphicFramePr>
                <p:xfrm>
                  <a:off x="2924815" y="4284663"/>
                  <a:ext cx="177800" cy="330200"/>
                </p:xfrm>
                <a:graphic>
                  <a:graphicData uri="http://schemas.openxmlformats.org/presentationml/2006/ole">
                    <mc:AlternateContent xmlns:mc="http://schemas.openxmlformats.org/markup-compatibility/2006">
                      <mc:Choice xmlns:v="urn:schemas-microsoft-com:vml" Requires="v">
                        <p:oleObj spid="_x0000_s485437" name="Equation" r:id="rId18" imgW="2133600" imgH="3962400" progId="Equation.DSMT4">
                          <p:embed/>
                        </p:oleObj>
                      </mc:Choice>
                      <mc:Fallback>
                        <p:oleObj name="Equation" r:id="rId18" imgW="2133600" imgH="3962400" progId="Equation.DSMT4">
                          <p:embed/>
                          <p:pic>
                            <p:nvPicPr>
                              <p:cNvPr id="0" name="图片 485418"/>
                              <p:cNvPicPr>
                                <a:picLocks noChangeAspect="1" noChangeArrowheads="1"/>
                              </p:cNvPicPr>
                              <p:nvPr/>
                            </p:nvPicPr>
                            <p:blipFill>
                              <a:blip r:embed="rId19"/>
                              <a:srcRect/>
                              <a:stretch>
                                <a:fillRect/>
                              </a:stretch>
                            </p:blipFill>
                            <p:spPr bwMode="auto">
                              <a:xfrm>
                                <a:off x="2924815" y="4284663"/>
                                <a:ext cx="1778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0" name="对象 159"/>
                  <p:cNvGraphicFramePr>
                    <a:graphicFrameLocks noChangeAspect="1"/>
                  </p:cNvGraphicFramePr>
                  <p:nvPr/>
                </p:nvGraphicFramePr>
                <p:xfrm>
                  <a:off x="3377252" y="4284663"/>
                  <a:ext cx="177800" cy="330200"/>
                </p:xfrm>
                <a:graphic>
                  <a:graphicData uri="http://schemas.openxmlformats.org/presentationml/2006/ole">
                    <mc:AlternateContent xmlns:mc="http://schemas.openxmlformats.org/markup-compatibility/2006">
                      <mc:Choice xmlns:v="urn:schemas-microsoft-com:vml" Requires="v">
                        <p:oleObj spid="_x0000_s485438" name="Equation" r:id="rId20" imgW="2133600" imgH="3962400" progId="Equation.DSMT4">
                          <p:embed/>
                        </p:oleObj>
                      </mc:Choice>
                      <mc:Fallback>
                        <p:oleObj name="Equation" r:id="rId20" imgW="2133600" imgH="3962400" progId="Equation.DSMT4">
                          <p:embed/>
                          <p:pic>
                            <p:nvPicPr>
                              <p:cNvPr id="0" name="图片 485419"/>
                              <p:cNvPicPr>
                                <a:picLocks noChangeAspect="1" noChangeArrowheads="1"/>
                              </p:cNvPicPr>
                              <p:nvPr/>
                            </p:nvPicPr>
                            <p:blipFill>
                              <a:blip r:embed="rId21"/>
                              <a:srcRect/>
                              <a:stretch>
                                <a:fillRect/>
                              </a:stretch>
                            </p:blipFill>
                            <p:spPr bwMode="auto">
                              <a:xfrm>
                                <a:off x="3377252" y="4284663"/>
                                <a:ext cx="1778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1" name="对象 160"/>
                  <p:cNvGraphicFramePr>
                    <a:graphicFrameLocks noChangeAspect="1"/>
                  </p:cNvGraphicFramePr>
                  <p:nvPr/>
                </p:nvGraphicFramePr>
                <p:xfrm>
                  <a:off x="3803555" y="4399136"/>
                  <a:ext cx="228600" cy="254000"/>
                </p:xfrm>
                <a:graphic>
                  <a:graphicData uri="http://schemas.openxmlformats.org/presentationml/2006/ole">
                    <mc:AlternateContent xmlns:mc="http://schemas.openxmlformats.org/markup-compatibility/2006">
                      <mc:Choice xmlns:v="urn:schemas-microsoft-com:vml" Requires="v">
                        <p:oleObj spid="_x0000_s485439" name="Equation" r:id="rId22" imgW="2743200" imgH="3048000" progId="Equation.DSMT4">
                          <p:embed/>
                        </p:oleObj>
                      </mc:Choice>
                      <mc:Fallback>
                        <p:oleObj name="Equation" r:id="rId22" imgW="2743200" imgH="3048000" progId="Equation.DSMT4">
                          <p:embed/>
                          <p:pic>
                            <p:nvPicPr>
                              <p:cNvPr id="0" name="图片 485420"/>
                              <p:cNvPicPr>
                                <a:picLocks noChangeAspect="1" noChangeArrowheads="1"/>
                              </p:cNvPicPr>
                              <p:nvPr/>
                            </p:nvPicPr>
                            <p:blipFill>
                              <a:blip r:embed="rId2"/>
                              <a:srcRect/>
                              <a:stretch>
                                <a:fillRect/>
                              </a:stretch>
                            </p:blipFill>
                            <p:spPr bwMode="auto">
                              <a:xfrm>
                                <a:off x="3803555" y="4399136"/>
                                <a:ext cx="2286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2" name="对象 161"/>
                  <p:cNvGraphicFramePr>
                    <a:graphicFrameLocks noChangeAspect="1"/>
                  </p:cNvGraphicFramePr>
                  <p:nvPr/>
                </p:nvGraphicFramePr>
                <p:xfrm>
                  <a:off x="5150490" y="4310063"/>
                  <a:ext cx="254000" cy="279400"/>
                </p:xfrm>
                <a:graphic>
                  <a:graphicData uri="http://schemas.openxmlformats.org/presentationml/2006/ole">
                    <mc:AlternateContent xmlns:mc="http://schemas.openxmlformats.org/markup-compatibility/2006">
                      <mc:Choice xmlns:v="urn:schemas-microsoft-com:vml" Requires="v">
                        <p:oleObj spid="_x0000_s485440" name="Equation" r:id="rId23" imgW="3048000" imgH="3352800" progId="Equation.DSMT4">
                          <p:embed/>
                        </p:oleObj>
                      </mc:Choice>
                      <mc:Fallback>
                        <p:oleObj name="Equation" r:id="rId23" imgW="3048000" imgH="3352800" progId="Equation.DSMT4">
                          <p:embed/>
                          <p:pic>
                            <p:nvPicPr>
                              <p:cNvPr id="0" name="图片 485421"/>
                              <p:cNvPicPr>
                                <a:picLocks noChangeAspect="1" noChangeArrowheads="1"/>
                              </p:cNvPicPr>
                              <p:nvPr/>
                            </p:nvPicPr>
                            <p:blipFill>
                              <a:blip r:embed="rId24"/>
                              <a:srcRect/>
                              <a:stretch>
                                <a:fillRect/>
                              </a:stretch>
                            </p:blipFill>
                            <p:spPr bwMode="auto">
                              <a:xfrm>
                                <a:off x="5150490" y="4310063"/>
                                <a:ext cx="2540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 name="对象 162"/>
                  <p:cNvGraphicFramePr>
                    <a:graphicFrameLocks noChangeAspect="1"/>
                  </p:cNvGraphicFramePr>
                  <p:nvPr/>
                </p:nvGraphicFramePr>
                <p:xfrm>
                  <a:off x="5602927" y="4310063"/>
                  <a:ext cx="254000" cy="279400"/>
                </p:xfrm>
                <a:graphic>
                  <a:graphicData uri="http://schemas.openxmlformats.org/presentationml/2006/ole">
                    <mc:AlternateContent xmlns:mc="http://schemas.openxmlformats.org/markup-compatibility/2006">
                      <mc:Choice xmlns:v="urn:schemas-microsoft-com:vml" Requires="v">
                        <p:oleObj spid="_x0000_s485441" name="Equation" r:id="rId25" imgW="3048000" imgH="3352800" progId="Equation.DSMT4">
                          <p:embed/>
                        </p:oleObj>
                      </mc:Choice>
                      <mc:Fallback>
                        <p:oleObj name="Equation" r:id="rId25" imgW="3048000" imgH="3352800" progId="Equation.DSMT4">
                          <p:embed/>
                          <p:pic>
                            <p:nvPicPr>
                              <p:cNvPr id="0" name="图片 485422"/>
                              <p:cNvPicPr>
                                <a:picLocks noChangeAspect="1" noChangeArrowheads="1"/>
                              </p:cNvPicPr>
                              <p:nvPr/>
                            </p:nvPicPr>
                            <p:blipFill>
                              <a:blip r:embed="rId26"/>
                              <a:srcRect/>
                              <a:stretch>
                                <a:fillRect/>
                              </a:stretch>
                            </p:blipFill>
                            <p:spPr bwMode="auto">
                              <a:xfrm>
                                <a:off x="5602927" y="4310063"/>
                                <a:ext cx="2540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sp>
          <p:nvSpPr>
            <p:cNvPr id="54" name="右箭头 53"/>
            <p:cNvSpPr/>
            <p:nvPr/>
          </p:nvSpPr>
          <p:spPr bwMode="auto">
            <a:xfrm rot="16200000">
              <a:off x="2870304" y="4992109"/>
              <a:ext cx="282602" cy="47562"/>
            </a:xfrm>
            <a:prstGeom prst="rightArrow">
              <a:avLst/>
            </a:prstGeom>
            <a:noFill/>
            <a:ln w="28575" cap="flat" cmpd="thickThin"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5" name="右箭头 54"/>
            <p:cNvSpPr/>
            <p:nvPr/>
          </p:nvSpPr>
          <p:spPr bwMode="auto">
            <a:xfrm rot="16200000">
              <a:off x="3302352" y="4992110"/>
              <a:ext cx="282602" cy="47562"/>
            </a:xfrm>
            <a:prstGeom prst="rightArrow">
              <a:avLst/>
            </a:prstGeom>
            <a:noFill/>
            <a:ln w="28575" cap="flat" cmpd="thickThin"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6" name="右箭头 55"/>
            <p:cNvSpPr/>
            <p:nvPr/>
          </p:nvSpPr>
          <p:spPr bwMode="auto">
            <a:xfrm rot="16200000">
              <a:off x="5110866" y="4992110"/>
              <a:ext cx="282602" cy="47562"/>
            </a:xfrm>
            <a:prstGeom prst="rightArrow">
              <a:avLst/>
            </a:prstGeom>
            <a:noFill/>
            <a:ln w="28575" cap="flat" cmpd="thickThin"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7" name="右箭头 56"/>
            <p:cNvSpPr/>
            <p:nvPr/>
          </p:nvSpPr>
          <p:spPr bwMode="auto">
            <a:xfrm rot="16200000">
              <a:off x="5542914" y="4992110"/>
              <a:ext cx="282602" cy="47562"/>
            </a:xfrm>
            <a:prstGeom prst="rightArrow">
              <a:avLst/>
            </a:prstGeom>
            <a:noFill/>
            <a:ln w="28575" cap="flat" cmpd="thickThin"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aphicFrame>
          <p:nvGraphicFramePr>
            <p:cNvPr id="58" name="对象 57"/>
            <p:cNvGraphicFramePr>
              <a:graphicFrameLocks noChangeAspect="1"/>
            </p:cNvGraphicFramePr>
            <p:nvPr/>
          </p:nvGraphicFramePr>
          <p:xfrm>
            <a:off x="4283968" y="4388713"/>
            <a:ext cx="228600" cy="254000"/>
          </p:xfrm>
          <a:graphic>
            <a:graphicData uri="http://schemas.openxmlformats.org/presentationml/2006/ole">
              <mc:AlternateContent xmlns:mc="http://schemas.openxmlformats.org/markup-compatibility/2006">
                <mc:Choice xmlns:v="urn:schemas-microsoft-com:vml" Requires="v">
                  <p:oleObj spid="_x0000_s485442" name="Equation" r:id="rId27" imgW="2743200" imgH="3048000" progId="Equation.DSMT4">
                    <p:embed/>
                  </p:oleObj>
                </mc:Choice>
                <mc:Fallback>
                  <p:oleObj name="Equation" r:id="rId27" imgW="2743200" imgH="3048000" progId="Equation.DSMT4">
                    <p:embed/>
                    <p:pic>
                      <p:nvPicPr>
                        <p:cNvPr id="0" name="图片 485423"/>
                        <p:cNvPicPr>
                          <a:picLocks noChangeAspect="1" noChangeArrowheads="1"/>
                        </p:cNvPicPr>
                        <p:nvPr/>
                      </p:nvPicPr>
                      <p:blipFill>
                        <a:blip r:embed="rId2"/>
                        <a:srcRect/>
                        <a:stretch>
                          <a:fillRect/>
                        </a:stretch>
                      </p:blipFill>
                      <p:spPr bwMode="auto">
                        <a:xfrm>
                          <a:off x="4283968" y="4388713"/>
                          <a:ext cx="2286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对象 58"/>
            <p:cNvGraphicFramePr>
              <a:graphicFrameLocks noChangeAspect="1"/>
            </p:cNvGraphicFramePr>
            <p:nvPr/>
          </p:nvGraphicFramePr>
          <p:xfrm>
            <a:off x="4739859" y="4380576"/>
            <a:ext cx="228600" cy="254000"/>
          </p:xfrm>
          <a:graphic>
            <a:graphicData uri="http://schemas.openxmlformats.org/presentationml/2006/ole">
              <mc:AlternateContent xmlns:mc="http://schemas.openxmlformats.org/markup-compatibility/2006">
                <mc:Choice xmlns:v="urn:schemas-microsoft-com:vml" Requires="v">
                  <p:oleObj spid="_x0000_s485443" name="Equation" r:id="rId28" imgW="2743200" imgH="3048000" progId="Equation.DSMT4">
                    <p:embed/>
                  </p:oleObj>
                </mc:Choice>
                <mc:Fallback>
                  <p:oleObj name="Equation" r:id="rId28" imgW="2743200" imgH="3048000" progId="Equation.DSMT4">
                    <p:embed/>
                    <p:pic>
                      <p:nvPicPr>
                        <p:cNvPr id="0" name="图片 485424"/>
                        <p:cNvPicPr>
                          <a:picLocks noChangeAspect="1" noChangeArrowheads="1"/>
                        </p:cNvPicPr>
                        <p:nvPr/>
                      </p:nvPicPr>
                      <p:blipFill>
                        <a:blip r:embed="rId2"/>
                        <a:srcRect/>
                        <a:stretch>
                          <a:fillRect/>
                        </a:stretch>
                      </p:blipFill>
                      <p:spPr bwMode="auto">
                        <a:xfrm>
                          <a:off x="4739859" y="4380576"/>
                          <a:ext cx="2286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右箭头 59"/>
            <p:cNvSpPr/>
            <p:nvPr/>
          </p:nvSpPr>
          <p:spPr bwMode="auto">
            <a:xfrm rot="16200000">
              <a:off x="4263478" y="4992110"/>
              <a:ext cx="282602" cy="47562"/>
            </a:xfrm>
            <a:prstGeom prst="rightArrow">
              <a:avLst/>
            </a:prstGeom>
            <a:noFill/>
            <a:ln w="28575" cap="flat" cmpd="thickThin"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50211">
                                            <p:txEl>
                                              <p:pRg st="0" end="0"/>
                                            </p:txEl>
                                          </p:spTgt>
                                        </p:tgtEl>
                                        <p:attrNameLst>
                                          <p:attrName>style.visibility</p:attrName>
                                        </p:attrNameLst>
                                      </p:cBhvr>
                                      <p:to>
                                        <p:strVal val="visible"/>
                                      </p:to>
                                    </p:set>
                                    <p:animEffect transition="in" filter="wipe(up)">
                                      <p:cBhvr>
                                        <p:cTn id="7" dur="500"/>
                                        <p:tgtEl>
                                          <p:spTgt spid="350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0211">
                                            <p:txEl>
                                              <p:pRg st="1" end="1"/>
                                            </p:txEl>
                                          </p:spTgt>
                                        </p:tgtEl>
                                        <p:attrNameLst>
                                          <p:attrName>style.visibility</p:attrName>
                                        </p:attrNameLst>
                                      </p:cBhvr>
                                      <p:to>
                                        <p:strVal val="visible"/>
                                      </p:to>
                                    </p:set>
                                    <p:animEffect transition="in" filter="wipe(up)">
                                      <p:cBhvr>
                                        <p:cTn id="12" dur="500"/>
                                        <p:tgtEl>
                                          <p:spTgt spid="3502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50211">
                                            <p:txEl>
                                              <p:pRg st="2" end="2"/>
                                            </p:txEl>
                                          </p:spTgt>
                                        </p:tgtEl>
                                        <p:attrNameLst>
                                          <p:attrName>style.visibility</p:attrName>
                                        </p:attrNameLst>
                                      </p:cBhvr>
                                      <p:to>
                                        <p:strVal val="visible"/>
                                      </p:to>
                                    </p:set>
                                    <p:animEffect transition="in" filter="wipe(up)">
                                      <p:cBhvr>
                                        <p:cTn id="17" dur="500"/>
                                        <p:tgtEl>
                                          <p:spTgt spid="3502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80"/>
                                        </p:tgtEl>
                                        <p:attrNameLst>
                                          <p:attrName>style.visibility</p:attrName>
                                        </p:attrNameLst>
                                      </p:cBhvr>
                                      <p:to>
                                        <p:strVal val="visible"/>
                                      </p:to>
                                    </p:set>
                                    <p:animEffect transition="in" filter="wipe(up)">
                                      <p:cBhvr>
                                        <p:cTn id="27" dur="500"/>
                                        <p:tgtEl>
                                          <p:spTgt spid="180"/>
                                        </p:tgtEl>
                                      </p:cBhvr>
                                    </p:animEffect>
                                  </p:childTnLst>
                                </p:cTn>
                              </p:par>
                            </p:childTnLst>
                          </p:cTn>
                        </p:par>
                        <p:par>
                          <p:cTn id="28" fill="hold">
                            <p:stCondLst>
                              <p:cond delay="500"/>
                            </p:stCondLst>
                            <p:childTnLst>
                              <p:par>
                                <p:cTn id="29" presetID="22" presetClass="entr" presetSubtype="2" fill="hold" grpId="0" nodeType="afterEffect">
                                  <p:stCondLst>
                                    <p:cond delay="0"/>
                                  </p:stCondLst>
                                  <p:childTnLst>
                                    <p:set>
                                      <p:cBhvr>
                                        <p:cTn id="30" dur="1" fill="hold">
                                          <p:stCondLst>
                                            <p:cond delay="0"/>
                                          </p:stCondLst>
                                        </p:cTn>
                                        <p:tgtEl>
                                          <p:spTgt spid="182"/>
                                        </p:tgtEl>
                                        <p:attrNameLst>
                                          <p:attrName>style.visibility</p:attrName>
                                        </p:attrNameLst>
                                      </p:cBhvr>
                                      <p:to>
                                        <p:strVal val="visible"/>
                                      </p:to>
                                    </p:set>
                                    <p:animEffect transition="in" filter="wipe(right)">
                                      <p:cBhvr>
                                        <p:cTn id="31" dur="500"/>
                                        <p:tgtEl>
                                          <p:spTgt spid="18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81"/>
                                        </p:tgtEl>
                                        <p:attrNameLst>
                                          <p:attrName>style.visibility</p:attrName>
                                        </p:attrNameLst>
                                      </p:cBhvr>
                                      <p:to>
                                        <p:strVal val="visible"/>
                                      </p:to>
                                    </p:set>
                                    <p:animEffect transition="in" filter="wipe(left)">
                                      <p:cBhvr>
                                        <p:cTn id="36" dur="500"/>
                                        <p:tgtEl>
                                          <p:spTgt spid="181"/>
                                        </p:tgtEl>
                                      </p:cBhvr>
                                    </p:animEffect>
                                  </p:childTnLst>
                                </p:cTn>
                              </p:par>
                            </p:childTnLst>
                          </p:cTn>
                        </p:par>
                        <p:par>
                          <p:cTn id="37" fill="hold">
                            <p:stCondLst>
                              <p:cond delay="500"/>
                            </p:stCondLst>
                            <p:childTnLst>
                              <p:par>
                                <p:cTn id="38" presetID="22" presetClass="entr" presetSubtype="2" fill="hold" grpId="0" nodeType="afterEffect">
                                  <p:stCondLst>
                                    <p:cond delay="0"/>
                                  </p:stCondLst>
                                  <p:childTnLst>
                                    <p:set>
                                      <p:cBhvr>
                                        <p:cTn id="39" dur="1" fill="hold">
                                          <p:stCondLst>
                                            <p:cond delay="0"/>
                                          </p:stCondLst>
                                        </p:cTn>
                                        <p:tgtEl>
                                          <p:spTgt spid="183"/>
                                        </p:tgtEl>
                                        <p:attrNameLst>
                                          <p:attrName>style.visibility</p:attrName>
                                        </p:attrNameLst>
                                      </p:cBhvr>
                                      <p:to>
                                        <p:strVal val="visible"/>
                                      </p:to>
                                    </p:set>
                                    <p:animEffect transition="in" filter="wipe(right)">
                                      <p:cBhvr>
                                        <p:cTn id="40"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1" grpId="0" autoUpdateAnimBg="0" build="p"/>
      <p:bldP spid="181" grpId="0" animBg="1"/>
      <p:bldP spid="182" grpId="0" animBg="1"/>
      <p:bldP spid="183" grpId="0" animBg="1"/>
      <p:bldP spid="180"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dirty="0">
                <a:latin typeface="华文中宋" panose="02010600040101010101" pitchFamily="2" charset="-122"/>
                <a:ea typeface="仿宋_GB2312" pitchFamily="49" charset="-122"/>
              </a:rPr>
              <a:t>语音识别算法</a:t>
            </a:r>
            <a:endParaRPr lang="zh-CN" altLang="en-US" dirty="0" smtClean="0">
              <a:latin typeface="华文中宋" panose="02010600040101010101" pitchFamily="2" charset="-122"/>
              <a:ea typeface="仿宋_GB2312" pitchFamily="49" charset="-122"/>
            </a:endParaRPr>
          </a:p>
        </p:txBody>
      </p:sp>
      <p:sp>
        <p:nvSpPr>
          <p:cNvPr id="350211" name="Rectangle 3"/>
          <p:cNvSpPr>
            <a:spLocks noGrp="1" noChangeArrowheads="1"/>
          </p:cNvSpPr>
          <p:nvPr>
            <p:ph type="body" idx="1"/>
          </p:nvPr>
        </p:nvSpPr>
        <p:spPr>
          <a:xfrm>
            <a:off x="323528" y="1340619"/>
            <a:ext cx="8569325" cy="4896693"/>
          </a:xfrm>
        </p:spPr>
        <p:txBody>
          <a:bodyPr/>
          <a:lstStyle/>
          <a:p>
            <a:pPr eaLnBrk="1" hangingPunct="1">
              <a:lnSpc>
                <a:spcPct val="150000"/>
              </a:lnSpc>
              <a:spcAft>
                <a:spcPct val="35000"/>
              </a:spcAft>
              <a:buClr>
                <a:srgbClr val="9900FF"/>
              </a:buClr>
              <a:buFont typeface="Wingdings" panose="05000000000000000000" pitchFamily="2" charset="2"/>
              <a:buChar char="Ø"/>
            </a:pPr>
            <a:r>
              <a:rPr lang="zh-CN" altLang="en-US" sz="2400" b="1" dirty="0" smtClean="0">
                <a:solidFill>
                  <a:schemeClr val="tx2"/>
                </a:solidFill>
                <a:latin typeface="宋体" panose="02010600030101010101" pitchFamily="2" charset="-122"/>
              </a:rPr>
              <a:t>需要两个独立的模型：</a:t>
            </a:r>
            <a:r>
              <a:rPr lang="zh-CN" altLang="en-US" sz="2400" b="1" dirty="0" smtClean="0">
                <a:solidFill>
                  <a:srgbClr val="0070C0"/>
                </a:solidFill>
                <a:latin typeface="宋体" panose="02010600030101010101" pitchFamily="2" charset="-122"/>
              </a:rPr>
              <a:t>分类模型</a:t>
            </a:r>
            <a:r>
              <a:rPr lang="zh-CN" altLang="en-US" sz="2400" b="1" dirty="0" smtClean="0">
                <a:solidFill>
                  <a:schemeClr val="tx2"/>
                </a:solidFill>
                <a:latin typeface="宋体" panose="02010600030101010101" pitchFamily="2" charset="-122"/>
              </a:rPr>
              <a:t>和</a:t>
            </a:r>
            <a:r>
              <a:rPr lang="zh-CN" altLang="en-US" sz="2400" b="1" dirty="0" smtClean="0">
                <a:solidFill>
                  <a:srgbClr val="0070C0"/>
                </a:solidFill>
                <a:latin typeface="宋体" panose="02010600030101010101" pitchFamily="2" charset="-122"/>
              </a:rPr>
              <a:t>序列映射模型</a:t>
            </a:r>
            <a:endParaRPr lang="en-US" altLang="zh-CN" sz="2400" b="1" dirty="0" smtClean="0">
              <a:solidFill>
                <a:srgbClr val="0070C0"/>
              </a:solidFill>
              <a:latin typeface="宋体" panose="02010600030101010101" pitchFamily="2" charset="-122"/>
            </a:endParaRPr>
          </a:p>
          <a:p>
            <a:pPr eaLnBrk="1" hangingPunct="1">
              <a:lnSpc>
                <a:spcPct val="150000"/>
              </a:lnSpc>
              <a:spcAft>
                <a:spcPct val="35000"/>
              </a:spcAft>
              <a:buClr>
                <a:srgbClr val="9900FF"/>
              </a:buClr>
              <a:buFont typeface="Wingdings" panose="05000000000000000000" pitchFamily="2" charset="2"/>
              <a:buChar char="Ø"/>
            </a:pPr>
            <a:r>
              <a:rPr lang="zh-CN" altLang="en-US" sz="2400" b="1" dirty="0" smtClean="0">
                <a:solidFill>
                  <a:srgbClr val="0070C0"/>
                </a:solidFill>
                <a:latin typeface="宋体" panose="02010600030101010101" pitchFamily="2" charset="-122"/>
              </a:rPr>
              <a:t>若两部分独立的进行有监督学习（极大似然估计），甚至可以有解析解</a:t>
            </a:r>
            <a:endParaRPr lang="en-US" altLang="zh-CN" sz="2400" b="1" dirty="0" smtClean="0">
              <a:solidFill>
                <a:srgbClr val="0070C0"/>
              </a:solidFill>
              <a:latin typeface="宋体" panose="02010600030101010101" pitchFamily="2" charset="-122"/>
            </a:endParaRPr>
          </a:p>
          <a:p>
            <a:pPr eaLnBrk="1" hangingPunct="1">
              <a:lnSpc>
                <a:spcPct val="150000"/>
              </a:lnSpc>
              <a:spcAft>
                <a:spcPct val="35000"/>
              </a:spcAft>
              <a:buClr>
                <a:srgbClr val="9900FF"/>
              </a:buClr>
              <a:buFont typeface="Wingdings" panose="05000000000000000000" pitchFamily="2" charset="2"/>
              <a:buChar char="Ø"/>
            </a:pPr>
            <a:r>
              <a:rPr lang="zh-CN" altLang="en-US" sz="2400" b="1" dirty="0" smtClean="0">
                <a:solidFill>
                  <a:schemeClr val="tx2"/>
                </a:solidFill>
                <a:latin typeface="Times New Roman" panose="02020603050405020304" pitchFamily="18" charset="0"/>
                <a:cs typeface="Times New Roman" panose="02020603050405020304" pitchFamily="18" charset="0"/>
              </a:rPr>
              <a:t>然而，无法有效地给语音帧标注上音素（状态）标签（无法听辨）</a:t>
            </a: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150000"/>
              </a:lnSpc>
              <a:spcAft>
                <a:spcPct val="35000"/>
              </a:spcAft>
              <a:buClr>
                <a:srgbClr val="9900FF"/>
              </a:buClr>
              <a:buFont typeface="Wingdings" panose="05000000000000000000" pitchFamily="2" charset="2"/>
              <a:buChar char="Ø"/>
            </a:pPr>
            <a:r>
              <a:rPr lang="zh-CN" altLang="en-US" sz="2400" b="1" dirty="0" smtClean="0">
                <a:solidFill>
                  <a:schemeClr val="tx2"/>
                </a:solidFill>
                <a:latin typeface="Times New Roman" panose="02020603050405020304" pitchFamily="18" charset="0"/>
                <a:cs typeface="Times New Roman" panose="02020603050405020304" pitchFamily="18" charset="0"/>
              </a:rPr>
              <a:t>所以，尽管这是两个独立的模型，但从语音识别任务的角度，它们只能</a:t>
            </a:r>
            <a:r>
              <a:rPr lang="zh-CN" altLang="en-US" sz="2400" b="1" dirty="0" smtClean="0">
                <a:solidFill>
                  <a:srgbClr val="0070C0"/>
                </a:solidFill>
                <a:latin typeface="Times New Roman" panose="02020603050405020304" pitchFamily="18" charset="0"/>
                <a:cs typeface="Times New Roman" panose="02020603050405020304" pitchFamily="18" charset="0"/>
              </a:rPr>
              <a:t>耦合</a:t>
            </a:r>
            <a:r>
              <a:rPr lang="zh-CN" altLang="en-US" sz="2400" b="1" dirty="0" smtClean="0">
                <a:solidFill>
                  <a:schemeClr val="tx2"/>
                </a:solidFill>
                <a:latin typeface="Times New Roman" panose="02020603050405020304" pitchFamily="18" charset="0"/>
                <a:cs typeface="Times New Roman" panose="02020603050405020304" pitchFamily="18" charset="0"/>
              </a:rPr>
              <a:t>在一起学习</a:t>
            </a: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150000"/>
              </a:lnSpc>
              <a:spcAft>
                <a:spcPct val="35000"/>
              </a:spcAft>
              <a:buClr>
                <a:srgbClr val="9900FF"/>
              </a:buClr>
              <a:buFont typeface="Wingdings" panose="05000000000000000000" pitchFamily="2" charset="2"/>
              <a:buChar char="Ø"/>
            </a:pPr>
            <a:r>
              <a:rPr lang="zh-CN" altLang="en-US" sz="2400" b="1" dirty="0" smtClean="0">
                <a:solidFill>
                  <a:schemeClr val="tx2"/>
                </a:solidFill>
                <a:latin typeface="Times New Roman" panose="02020603050405020304" pitchFamily="18" charset="0"/>
                <a:cs typeface="Times New Roman" panose="02020603050405020304" pitchFamily="18" charset="0"/>
              </a:rPr>
              <a:t>基于</a:t>
            </a:r>
            <a:r>
              <a:rPr lang="en-US" altLang="zh-CN" sz="2400" b="1" dirty="0" smtClean="0">
                <a:solidFill>
                  <a:schemeClr val="tx2"/>
                </a:solidFill>
                <a:latin typeface="Times New Roman" panose="02020603050405020304" pitchFamily="18" charset="0"/>
                <a:cs typeface="Times New Roman" panose="02020603050405020304" pitchFamily="18" charset="0"/>
              </a:rPr>
              <a:t>HMM-GMM</a:t>
            </a:r>
            <a:r>
              <a:rPr lang="zh-CN" altLang="en-US" sz="2400" b="1" dirty="0" smtClean="0">
                <a:solidFill>
                  <a:schemeClr val="tx2"/>
                </a:solidFill>
                <a:latin typeface="Times New Roman" panose="02020603050405020304" pitchFamily="18" charset="0"/>
                <a:cs typeface="Times New Roman" panose="02020603050405020304" pitchFamily="18" charset="0"/>
              </a:rPr>
              <a:t>的语音识别技术</a:t>
            </a:r>
            <a:endParaRPr lang="en-US" altLang="zh-CN" sz="2400" b="1" dirty="0">
              <a:solidFill>
                <a:srgbClr val="0070C0"/>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en-US" altLang="zh-CN" sz="2400" b="1" dirty="0" smtClean="0">
              <a:solidFill>
                <a:schemeClr val="tx2"/>
              </a:solidFill>
              <a:latin typeface="Times New Roman" panose="02020603050405020304" pitchFamily="18" charset="0"/>
              <a:cs typeface="Times New Roman" panose="02020603050405020304" pitchFamily="18" charset="0"/>
            </a:endParaRPr>
          </a:p>
          <a:p>
            <a:pPr eaLnBrk="1" hangingPunct="1">
              <a:lnSpc>
                <a:spcPct val="80000"/>
              </a:lnSpc>
              <a:spcAft>
                <a:spcPct val="35000"/>
              </a:spcAft>
              <a:buClr>
                <a:srgbClr val="9900FF"/>
              </a:buClr>
              <a:buFont typeface="Wingdings" panose="05000000000000000000" pitchFamily="2" charset="2"/>
              <a:buChar char="Ø"/>
            </a:pPr>
            <a:endParaRPr lang="zh-CN" altLang="en-US" sz="2800" b="1" dirty="0" smtClean="0">
              <a:solidFill>
                <a:schemeClr val="tx2"/>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50211">
                                            <p:txEl>
                                              <p:pRg st="0" end="0"/>
                                            </p:txEl>
                                          </p:spTgt>
                                        </p:tgtEl>
                                        <p:attrNameLst>
                                          <p:attrName>style.visibility</p:attrName>
                                        </p:attrNameLst>
                                      </p:cBhvr>
                                      <p:to>
                                        <p:strVal val="visible"/>
                                      </p:to>
                                    </p:set>
                                    <p:animEffect transition="in" filter="wipe(up)">
                                      <p:cBhvr>
                                        <p:cTn id="7" dur="500"/>
                                        <p:tgtEl>
                                          <p:spTgt spid="350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0211">
                                            <p:txEl>
                                              <p:pRg st="1" end="1"/>
                                            </p:txEl>
                                          </p:spTgt>
                                        </p:tgtEl>
                                        <p:attrNameLst>
                                          <p:attrName>style.visibility</p:attrName>
                                        </p:attrNameLst>
                                      </p:cBhvr>
                                      <p:to>
                                        <p:strVal val="visible"/>
                                      </p:to>
                                    </p:set>
                                    <p:animEffect transition="in" filter="wipe(up)">
                                      <p:cBhvr>
                                        <p:cTn id="12" dur="500"/>
                                        <p:tgtEl>
                                          <p:spTgt spid="3502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50211">
                                            <p:txEl>
                                              <p:pRg st="2" end="2"/>
                                            </p:txEl>
                                          </p:spTgt>
                                        </p:tgtEl>
                                        <p:attrNameLst>
                                          <p:attrName>style.visibility</p:attrName>
                                        </p:attrNameLst>
                                      </p:cBhvr>
                                      <p:to>
                                        <p:strVal val="visible"/>
                                      </p:to>
                                    </p:set>
                                    <p:animEffect transition="in" filter="wipe(up)">
                                      <p:cBhvr>
                                        <p:cTn id="17" dur="500"/>
                                        <p:tgtEl>
                                          <p:spTgt spid="3502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50211">
                                            <p:txEl>
                                              <p:pRg st="3" end="3"/>
                                            </p:txEl>
                                          </p:spTgt>
                                        </p:tgtEl>
                                        <p:attrNameLst>
                                          <p:attrName>style.visibility</p:attrName>
                                        </p:attrNameLst>
                                      </p:cBhvr>
                                      <p:to>
                                        <p:strVal val="visible"/>
                                      </p:to>
                                    </p:set>
                                    <p:animEffect transition="in" filter="wipe(up)">
                                      <p:cBhvr>
                                        <p:cTn id="22" dur="500"/>
                                        <p:tgtEl>
                                          <p:spTgt spid="3502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50211">
                                            <p:txEl>
                                              <p:pRg st="4" end="4"/>
                                            </p:txEl>
                                          </p:spTgt>
                                        </p:tgtEl>
                                        <p:attrNameLst>
                                          <p:attrName>style.visibility</p:attrName>
                                        </p:attrNameLst>
                                      </p:cBhvr>
                                      <p:to>
                                        <p:strVal val="visible"/>
                                      </p:to>
                                    </p:set>
                                    <p:animEffect transition="in" filter="wipe(up)">
                                      <p:cBhvr>
                                        <p:cTn id="27" dur="500"/>
                                        <p:tgtEl>
                                          <p:spTgt spid="3502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1" grpId="0" autoUpdateAnimBg="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28638" y="404664"/>
            <a:ext cx="8229600" cy="1143000"/>
          </a:xfrm>
        </p:spPr>
        <p:txBody>
          <a:bodyPr/>
          <a:lstStyle/>
          <a:p>
            <a:pPr eaLnBrk="1" hangingPunct="1"/>
            <a:r>
              <a:rPr lang="zh-CN" altLang="en-US" dirty="0">
                <a:latin typeface="华文中宋" panose="02010600040101010101" pitchFamily="2" charset="-122"/>
                <a:ea typeface="仿宋_GB2312" pitchFamily="49" charset="-122"/>
              </a:rPr>
              <a:t>语音识别算法</a:t>
            </a:r>
            <a:endParaRPr lang="zh-CN" altLang="en-US" dirty="0" smtClean="0">
              <a:latin typeface="华文中宋" panose="02010600040101010101" pitchFamily="2" charset="-122"/>
              <a:ea typeface="仿宋_GB2312" pitchFamily="49" charset="-122"/>
            </a:endParaRPr>
          </a:p>
        </p:txBody>
      </p:sp>
      <p:pic>
        <p:nvPicPr>
          <p:cNvPr id="4" name="图片 3"/>
          <p:cNvPicPr/>
          <p:nvPr/>
        </p:nvPicPr>
        <p:blipFill>
          <a:blip r:embed="rId1">
            <a:extLst>
              <a:ext uri="{28A0092B-C50C-407E-A947-70E740481C1C}">
                <a14:useLocalDpi xmlns:a14="http://schemas.microsoft.com/office/drawing/2010/main" val="0"/>
              </a:ext>
            </a:extLst>
          </a:blip>
          <a:stretch>
            <a:fillRect/>
          </a:stretch>
        </p:blipFill>
        <p:spPr>
          <a:xfrm>
            <a:off x="683568" y="2060848"/>
            <a:ext cx="4824536" cy="4032448"/>
          </a:xfrm>
          <a:prstGeom prst="rect">
            <a:avLst/>
          </a:prstGeom>
        </p:spPr>
      </p:pic>
      <p:sp>
        <p:nvSpPr>
          <p:cNvPr id="5" name="右箭头 4"/>
          <p:cNvSpPr>
            <a:spLocks noChangeArrowheads="1"/>
          </p:cNvSpPr>
          <p:nvPr/>
        </p:nvSpPr>
        <p:spPr bwMode="auto">
          <a:xfrm rot="10800000">
            <a:off x="5724128" y="2852936"/>
            <a:ext cx="288032" cy="215900"/>
          </a:xfrm>
          <a:prstGeom prst="rightArrow">
            <a:avLst>
              <a:gd name="adj1" fmla="val 50000"/>
              <a:gd name="adj2" fmla="val 50000"/>
            </a:avLst>
          </a:prstGeom>
          <a:solidFill>
            <a:srgbClr val="FF0000"/>
          </a:solidFill>
          <a:ln w="9525" algn="ctr">
            <a:solidFill>
              <a:schemeClr val="tx1"/>
            </a:solidFill>
            <a:miter lim="800000"/>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 name="文本框 5"/>
          <p:cNvSpPr txBox="1"/>
          <p:nvPr/>
        </p:nvSpPr>
        <p:spPr>
          <a:xfrm>
            <a:off x="6165950" y="2668498"/>
            <a:ext cx="2592288" cy="583565"/>
          </a:xfrm>
          <a:prstGeom prst="rect">
            <a:avLst/>
          </a:prstGeom>
          <a:noFill/>
          <a:ln w="22225" cmpd="thickThin">
            <a:solidFill>
              <a:srgbClr val="C00000"/>
            </a:solidFill>
          </a:ln>
        </p:spPr>
        <p:txBody>
          <a:bodyPr wrap="square" rtlCol="0">
            <a:spAutoFit/>
          </a:bodyPr>
          <a:lstStyle/>
          <a:p>
            <a:r>
              <a:rPr lang="zh-CN" altLang="en-US" sz="1600" dirty="0" smtClean="0"/>
              <a:t>基于马尔可夫链计算词序列概率</a:t>
            </a:r>
            <a:endParaRPr lang="zh-CN" altLang="en-US" sz="1600" dirty="0"/>
          </a:p>
        </p:txBody>
      </p:sp>
      <p:sp>
        <p:nvSpPr>
          <p:cNvPr id="7" name="右箭头 6"/>
          <p:cNvSpPr>
            <a:spLocks noChangeArrowheads="1"/>
          </p:cNvSpPr>
          <p:nvPr/>
        </p:nvSpPr>
        <p:spPr bwMode="auto">
          <a:xfrm rot="10800000">
            <a:off x="5786362" y="4479052"/>
            <a:ext cx="288032" cy="215900"/>
          </a:xfrm>
          <a:prstGeom prst="rightArrow">
            <a:avLst>
              <a:gd name="adj1" fmla="val 50000"/>
              <a:gd name="adj2" fmla="val 50000"/>
            </a:avLst>
          </a:prstGeom>
          <a:solidFill>
            <a:srgbClr val="FF0000"/>
          </a:solidFill>
          <a:ln w="9525" algn="ctr">
            <a:solidFill>
              <a:schemeClr val="tx1"/>
            </a:solidFill>
            <a:miter lim="800000"/>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 name="文本框 7"/>
          <p:cNvSpPr txBox="1"/>
          <p:nvPr/>
        </p:nvSpPr>
        <p:spPr>
          <a:xfrm>
            <a:off x="6228184" y="4294614"/>
            <a:ext cx="2592288" cy="584775"/>
          </a:xfrm>
          <a:prstGeom prst="rect">
            <a:avLst/>
          </a:prstGeom>
          <a:noFill/>
          <a:ln w="22225" cmpd="thickThin">
            <a:solidFill>
              <a:srgbClr val="C00000"/>
            </a:solidFill>
          </a:ln>
        </p:spPr>
        <p:txBody>
          <a:bodyPr wrap="square" rtlCol="0">
            <a:spAutoFit/>
          </a:bodyPr>
          <a:lstStyle/>
          <a:p>
            <a:r>
              <a:rPr lang="zh-CN" altLang="en-US" sz="1600" dirty="0" smtClean="0"/>
              <a:t>基于</a:t>
            </a:r>
            <a:r>
              <a:rPr lang="en-US" altLang="zh-CN" sz="1600" dirty="0" smtClean="0"/>
              <a:t>GMM</a:t>
            </a:r>
            <a:r>
              <a:rPr lang="zh-CN" altLang="en-US" sz="1600" dirty="0" smtClean="0"/>
              <a:t>分布计算</a:t>
            </a:r>
            <a:r>
              <a:rPr lang="zh-CN" altLang="en-US" sz="1600" dirty="0" smtClean="0">
                <a:solidFill>
                  <a:srgbClr val="0070C0"/>
                </a:solidFill>
              </a:rPr>
              <a:t>状态</a:t>
            </a:r>
            <a:r>
              <a:rPr lang="zh-CN" altLang="en-US" sz="1600" dirty="0" smtClean="0"/>
              <a:t>的发生概率</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70659" name="Rectangle 3"/>
          <p:cNvSpPr>
            <a:spLocks noGrp="1" noChangeArrowheads="1"/>
          </p:cNvSpPr>
          <p:nvPr>
            <p:ph type="body" idx="1"/>
          </p:nvPr>
        </p:nvSpPr>
        <p:spPr>
          <a:xfrm>
            <a:off x="609600" y="1676400"/>
            <a:ext cx="7772400" cy="838200"/>
          </a:xfrm>
          <a:noFill/>
        </p:spPr>
        <p:txBody>
          <a:bodyPr/>
          <a:lstStyle/>
          <a:p>
            <a:pPr eaLnBrk="1" hangingPunct="1"/>
            <a:r>
              <a:rPr lang="zh-CN" altLang="en-US" sz="2800" b="1" smtClean="0">
                <a:solidFill>
                  <a:srgbClr val="1F2039"/>
                </a:solidFill>
              </a:rPr>
              <a:t>一个</a:t>
            </a:r>
            <a:r>
              <a:rPr lang="en-US" altLang="zh-CN" sz="2800" b="1" smtClean="0">
                <a:solidFill>
                  <a:srgbClr val="1F2039"/>
                </a:solidFill>
              </a:rPr>
              <a:t>HMM</a:t>
            </a:r>
            <a:r>
              <a:rPr lang="zh-CN" altLang="en-US" sz="2800" b="1" smtClean="0">
                <a:solidFill>
                  <a:srgbClr val="1F2039"/>
                </a:solidFill>
              </a:rPr>
              <a:t>的例子： </a:t>
            </a:r>
            <a:r>
              <a:rPr lang="en-US" altLang="zh-CN" sz="2800" b="1" smtClean="0">
                <a:solidFill>
                  <a:srgbClr val="1F2039"/>
                </a:solidFill>
              </a:rPr>
              <a:t>Ball and Urn </a:t>
            </a:r>
            <a:endParaRPr lang="zh-CN" altLang="en-US" sz="2800" b="1" smtClean="0">
              <a:solidFill>
                <a:srgbClr val="1F2039"/>
              </a:solidFill>
            </a:endParaRPr>
          </a:p>
        </p:txBody>
      </p:sp>
      <p:sp>
        <p:nvSpPr>
          <p:cNvPr id="70660" name="Rectangle 4"/>
          <p:cNvSpPr>
            <a:spLocks noChangeArrowheads="1"/>
          </p:cNvSpPr>
          <p:nvPr/>
        </p:nvSpPr>
        <p:spPr bwMode="auto">
          <a:xfrm>
            <a:off x="1933575" y="3043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70661" name="Object 5"/>
          <p:cNvGraphicFramePr>
            <a:graphicFrameLocks noChangeAspect="1"/>
          </p:cNvGraphicFramePr>
          <p:nvPr/>
        </p:nvGraphicFramePr>
        <p:xfrm>
          <a:off x="1524000" y="2590800"/>
          <a:ext cx="6089650" cy="6465888"/>
        </p:xfrm>
        <a:graphic>
          <a:graphicData uri="http://schemas.openxmlformats.org/presentationml/2006/ole">
            <mc:AlternateContent xmlns:mc="http://schemas.openxmlformats.org/markup-compatibility/2006">
              <mc:Choice xmlns:v="urn:schemas-microsoft-com:vml" Requires="v">
                <p:oleObj spid="_x0000_s129066" name="Document" r:id="rId1" imgW="6092825" imgH="6468110" progId="Word.Document.8">
                  <p:embed/>
                </p:oleObj>
              </mc:Choice>
              <mc:Fallback>
                <p:oleObj name="Document" r:id="rId1" imgW="6092825" imgH="6468110" progId="Word.Document.8">
                  <p:embed/>
                  <p:pic>
                    <p:nvPicPr>
                      <p:cNvPr id="0"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590800"/>
                        <a:ext cx="6089650" cy="6465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389123" name="Rectangle 3"/>
          <p:cNvSpPr>
            <a:spLocks noGrp="1" noChangeArrowheads="1"/>
          </p:cNvSpPr>
          <p:nvPr>
            <p:ph type="body" idx="1"/>
          </p:nvPr>
        </p:nvSpPr>
        <p:spPr>
          <a:xfrm>
            <a:off x="457200" y="1600200"/>
            <a:ext cx="5648325" cy="587375"/>
          </a:xfrm>
        </p:spPr>
        <p:txBody>
          <a:bodyPr/>
          <a:lstStyle/>
          <a:p>
            <a:pPr eaLnBrk="1" hangingPunct="1">
              <a:buFont typeface="Wingdings" panose="05000000000000000000" pitchFamily="2" charset="2"/>
              <a:buChar char="u"/>
            </a:pPr>
            <a:r>
              <a:rPr lang="zh-CN" altLang="en-US" sz="2800" b="1" dirty="0" smtClean="0">
                <a:solidFill>
                  <a:srgbClr val="1F2039"/>
                </a:solidFill>
                <a:latin typeface="宋体" panose="02010600030101010101" pitchFamily="2" charset="-122"/>
              </a:rPr>
              <a:t>一个</a:t>
            </a:r>
            <a:r>
              <a:rPr lang="en-US" altLang="zh-CN" sz="2800" b="1" dirty="0" smtClean="0">
                <a:solidFill>
                  <a:srgbClr val="1F2039"/>
                </a:solidFill>
              </a:rPr>
              <a:t>HMM</a:t>
            </a:r>
            <a:r>
              <a:rPr lang="zh-CN" altLang="en-US" sz="2800" b="1" dirty="0" smtClean="0">
                <a:solidFill>
                  <a:srgbClr val="1F2039"/>
                </a:solidFill>
                <a:latin typeface="宋体" panose="02010600030101010101" pitchFamily="2" charset="-122"/>
              </a:rPr>
              <a:t>可以由下列参数描述</a:t>
            </a:r>
            <a:r>
              <a:rPr lang="zh-CN" altLang="en-US" sz="2800" b="1" dirty="0" smtClean="0">
                <a:solidFill>
                  <a:srgbClr val="1F2039"/>
                </a:solidFill>
              </a:rPr>
              <a:t> </a:t>
            </a:r>
            <a:endParaRPr lang="zh-CN" altLang="en-US" sz="2800" b="1" dirty="0" smtClean="0">
              <a:solidFill>
                <a:srgbClr val="1F2039"/>
              </a:solidFill>
            </a:endParaRPr>
          </a:p>
        </p:txBody>
      </p:sp>
      <p:grpSp>
        <p:nvGrpSpPr>
          <p:cNvPr id="2" name="Group 4"/>
          <p:cNvGrpSpPr/>
          <p:nvPr/>
        </p:nvGrpSpPr>
        <p:grpSpPr bwMode="auto">
          <a:xfrm>
            <a:off x="984250" y="3429000"/>
            <a:ext cx="7004050" cy="1012825"/>
            <a:chOff x="620" y="2304"/>
            <a:chExt cx="4412" cy="638"/>
          </a:xfrm>
        </p:grpSpPr>
        <p:sp>
          <p:nvSpPr>
            <p:cNvPr id="72723" name="Text Box 5"/>
            <p:cNvSpPr txBox="1">
              <a:spLocks noChangeArrowheads="1"/>
            </p:cNvSpPr>
            <p:nvPr/>
          </p:nvSpPr>
          <p:spPr bwMode="auto">
            <a:xfrm>
              <a:off x="620" y="2304"/>
              <a:ext cx="22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rPr>
                <a:t>状态转移概率矩阵</a:t>
              </a:r>
              <a:r>
                <a:rPr kumimoji="1" lang="en-US" altLang="zh-CN" sz="2800" b="1" dirty="0">
                  <a:solidFill>
                    <a:srgbClr val="1F2039"/>
                  </a:solidFill>
                  <a:latin typeface="Times New Roman" panose="02020603050405020304" pitchFamily="18" charset="0"/>
                </a:rPr>
                <a:t>A= </a:t>
              </a:r>
              <a:endParaRPr kumimoji="1" lang="en-US" altLang="zh-CN" sz="2800" b="1" dirty="0">
                <a:solidFill>
                  <a:srgbClr val="1F2039"/>
                </a:solidFill>
                <a:latin typeface="Times New Roman" panose="02020603050405020304" pitchFamily="18" charset="0"/>
              </a:endParaRPr>
            </a:p>
          </p:txBody>
        </p:sp>
        <p:graphicFrame>
          <p:nvGraphicFramePr>
            <p:cNvPr id="72724" name="Object 6"/>
            <p:cNvGraphicFramePr>
              <a:graphicFrameLocks noChangeAspect="1"/>
            </p:cNvGraphicFramePr>
            <p:nvPr/>
          </p:nvGraphicFramePr>
          <p:xfrm>
            <a:off x="2832" y="2338"/>
            <a:ext cx="580" cy="302"/>
          </p:xfrm>
          <a:graphic>
            <a:graphicData uri="http://schemas.openxmlformats.org/presentationml/2006/ole">
              <mc:AlternateContent xmlns:mc="http://schemas.openxmlformats.org/markup-compatibility/2006">
                <mc:Choice xmlns:v="urn:schemas-microsoft-com:vml" Requires="v">
                  <p:oleObj spid="_x0000_s130394" name="" r:id="rId1" imgW="457200" imgH="241300" progId="Equation.3">
                    <p:embed/>
                  </p:oleObj>
                </mc:Choice>
                <mc:Fallback>
                  <p:oleObj name="" r:id="rId1" imgW="457200" imgH="241300" progId="Equation.3">
                    <p:embed/>
                    <p:pic>
                      <p:nvPicPr>
                        <p:cNvPr id="0" name="Picture 2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2" y="2338"/>
                          <a:ext cx="580" cy="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25" name="Object 7"/>
            <p:cNvGraphicFramePr>
              <a:graphicFrameLocks noChangeAspect="1"/>
            </p:cNvGraphicFramePr>
            <p:nvPr/>
          </p:nvGraphicFramePr>
          <p:xfrm>
            <a:off x="1728" y="2640"/>
            <a:ext cx="1970" cy="302"/>
          </p:xfrm>
          <a:graphic>
            <a:graphicData uri="http://schemas.openxmlformats.org/presentationml/2006/ole">
              <mc:AlternateContent xmlns:mc="http://schemas.openxmlformats.org/markup-compatibility/2006">
                <mc:Choice xmlns:v="urn:schemas-microsoft-com:vml" Requires="v">
                  <p:oleObj spid="_x0000_s130395" name="" r:id="rId3" imgW="1548765" imgH="241300" progId="Equation.3">
                    <p:embed/>
                  </p:oleObj>
                </mc:Choice>
                <mc:Fallback>
                  <p:oleObj name="" r:id="rId3" imgW="1548765" imgH="241300" progId="Equation.3">
                    <p:embed/>
                    <p:pic>
                      <p:nvPicPr>
                        <p:cNvPr id="0" name="Picture 2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8" y="2640"/>
                          <a:ext cx="1970" cy="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26" name="Object 8"/>
            <p:cNvGraphicFramePr>
              <a:graphicFrameLocks noChangeAspect="1"/>
            </p:cNvGraphicFramePr>
            <p:nvPr/>
          </p:nvGraphicFramePr>
          <p:xfrm>
            <a:off x="4368" y="2736"/>
            <a:ext cx="664" cy="191"/>
          </p:xfrm>
          <a:graphic>
            <a:graphicData uri="http://schemas.openxmlformats.org/presentationml/2006/ole">
              <mc:AlternateContent xmlns:mc="http://schemas.openxmlformats.org/markup-compatibility/2006">
                <mc:Choice xmlns:v="urn:schemas-microsoft-com:vml" Requires="v">
                  <p:oleObj spid="_x0000_s130396" name="" r:id="rId5" imgW="698500" imgH="203200" progId="Equation.3">
                    <p:embed/>
                  </p:oleObj>
                </mc:Choice>
                <mc:Fallback>
                  <p:oleObj name="" r:id="rId5" imgW="698500" imgH="203200" progId="Equation.3">
                    <p:embed/>
                    <p:pic>
                      <p:nvPicPr>
                        <p:cNvPr id="0" name="Picture 2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8" y="2736"/>
                          <a:ext cx="664" cy="1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9"/>
          <p:cNvGrpSpPr/>
          <p:nvPr/>
        </p:nvGrpSpPr>
        <p:grpSpPr bwMode="auto">
          <a:xfrm>
            <a:off x="990600" y="2348880"/>
            <a:ext cx="6800850" cy="990600"/>
            <a:chOff x="624" y="1728"/>
            <a:chExt cx="4284" cy="624"/>
          </a:xfrm>
        </p:grpSpPr>
        <p:sp>
          <p:nvSpPr>
            <p:cNvPr id="72719" name="Text Box 10"/>
            <p:cNvSpPr txBox="1">
              <a:spLocks noChangeArrowheads="1"/>
            </p:cNvSpPr>
            <p:nvPr/>
          </p:nvSpPr>
          <p:spPr bwMode="auto">
            <a:xfrm>
              <a:off x="624" y="1728"/>
              <a:ext cx="15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宋体" panose="02010600030101010101" pitchFamily="2" charset="-122"/>
                </a:rPr>
                <a:t>初始状态概率</a:t>
              </a:r>
              <a:r>
                <a:rPr kumimoji="1" lang="zh-CN" altLang="en-US" sz="2800" b="1" dirty="0">
                  <a:solidFill>
                    <a:srgbClr val="1F2039"/>
                  </a:solidFill>
                  <a:latin typeface="Times New Roman" panose="02020603050405020304" pitchFamily="18" charset="0"/>
                </a:rPr>
                <a:t> </a:t>
              </a:r>
              <a:endParaRPr kumimoji="1" lang="zh-CN" altLang="en-US" sz="2800" b="1" dirty="0">
                <a:solidFill>
                  <a:srgbClr val="1F2039"/>
                </a:solidFill>
                <a:latin typeface="Times New Roman" panose="02020603050405020304" pitchFamily="18" charset="0"/>
              </a:endParaRPr>
            </a:p>
          </p:txBody>
        </p:sp>
        <p:graphicFrame>
          <p:nvGraphicFramePr>
            <p:cNvPr id="72720" name="Object 11"/>
            <p:cNvGraphicFramePr>
              <a:graphicFrameLocks noChangeAspect="1"/>
            </p:cNvGraphicFramePr>
            <p:nvPr/>
          </p:nvGraphicFramePr>
          <p:xfrm>
            <a:off x="2160" y="1728"/>
            <a:ext cx="1260" cy="288"/>
          </p:xfrm>
          <a:graphic>
            <a:graphicData uri="http://schemas.openxmlformats.org/presentationml/2006/ole">
              <mc:AlternateContent xmlns:mc="http://schemas.openxmlformats.org/markup-compatibility/2006">
                <mc:Choice xmlns:v="urn:schemas-microsoft-com:vml" Requires="v">
                  <p:oleObj spid="_x0000_s130397" name="" r:id="rId7" imgW="1002665" imgH="228600" progId="Equation.3">
                    <p:embed/>
                  </p:oleObj>
                </mc:Choice>
                <mc:Fallback>
                  <p:oleObj name="" r:id="rId7" imgW="1002665" imgH="228600" progId="Equation.3">
                    <p:embed/>
                    <p:pic>
                      <p:nvPicPr>
                        <p:cNvPr id="0" name="Picture 2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0" y="1728"/>
                          <a:ext cx="126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21" name="Object 12"/>
            <p:cNvGraphicFramePr>
              <a:graphicFrameLocks noChangeAspect="1"/>
            </p:cNvGraphicFramePr>
            <p:nvPr/>
          </p:nvGraphicFramePr>
          <p:xfrm>
            <a:off x="1680" y="2064"/>
            <a:ext cx="1238" cy="288"/>
          </p:xfrm>
          <a:graphic>
            <a:graphicData uri="http://schemas.openxmlformats.org/presentationml/2006/ole">
              <mc:AlternateContent xmlns:mc="http://schemas.openxmlformats.org/markup-compatibility/2006">
                <mc:Choice xmlns:v="urn:schemas-microsoft-com:vml" Requires="v">
                  <p:oleObj spid="_x0000_s130398" name="" r:id="rId9" imgW="977900" imgH="228600" progId="Equation.3">
                    <p:embed/>
                  </p:oleObj>
                </mc:Choice>
                <mc:Fallback>
                  <p:oleObj name="" r:id="rId9" imgW="977900" imgH="228600" progId="Equation.3">
                    <p:embed/>
                    <p:pic>
                      <p:nvPicPr>
                        <p:cNvPr id="0" name="Picture 2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80" y="2064"/>
                          <a:ext cx="1238"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22" name="Object 13"/>
            <p:cNvGraphicFramePr>
              <a:graphicFrameLocks noChangeAspect="1"/>
            </p:cNvGraphicFramePr>
            <p:nvPr/>
          </p:nvGraphicFramePr>
          <p:xfrm>
            <a:off x="4368" y="2160"/>
            <a:ext cx="540" cy="168"/>
          </p:xfrm>
          <a:graphic>
            <a:graphicData uri="http://schemas.openxmlformats.org/presentationml/2006/ole">
              <mc:AlternateContent xmlns:mc="http://schemas.openxmlformats.org/markup-compatibility/2006">
                <mc:Choice xmlns:v="urn:schemas-microsoft-com:vml" Requires="v">
                  <p:oleObj spid="_x0000_s130399" name="" r:id="rId11" imgW="583565" imgH="177800" progId="Equation.3">
                    <p:embed/>
                  </p:oleObj>
                </mc:Choice>
                <mc:Fallback>
                  <p:oleObj name="" r:id="rId11" imgW="583565" imgH="177800" progId="Equation.3">
                    <p:embed/>
                    <p:pic>
                      <p:nvPicPr>
                        <p:cNvPr id="0" name="Picture 2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68" y="2160"/>
                          <a:ext cx="540" cy="1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Group 14"/>
          <p:cNvGrpSpPr/>
          <p:nvPr/>
        </p:nvGrpSpPr>
        <p:grpSpPr bwMode="auto">
          <a:xfrm>
            <a:off x="974725" y="4581128"/>
            <a:ext cx="5426075" cy="542925"/>
            <a:chOff x="614" y="2922"/>
            <a:chExt cx="3418" cy="342"/>
          </a:xfrm>
        </p:grpSpPr>
        <p:sp>
          <p:nvSpPr>
            <p:cNvPr id="72717" name="Text Box 15"/>
            <p:cNvSpPr txBox="1">
              <a:spLocks noChangeArrowheads="1"/>
            </p:cNvSpPr>
            <p:nvPr/>
          </p:nvSpPr>
          <p:spPr bwMode="auto">
            <a:xfrm>
              <a:off x="614" y="2922"/>
              <a:ext cx="174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观察概率序列</a:t>
              </a:r>
              <a:r>
                <a:rPr kumimoji="1" lang="en-US" altLang="zh-CN" sz="2800" b="1">
                  <a:solidFill>
                    <a:srgbClr val="1F2039"/>
                  </a:solidFill>
                  <a:latin typeface="Times New Roman" panose="02020603050405020304" pitchFamily="18" charset="0"/>
                </a:rPr>
                <a:t>B=</a:t>
              </a:r>
              <a:endParaRPr kumimoji="1" lang="en-US" altLang="zh-CN" sz="2800" b="1">
                <a:solidFill>
                  <a:srgbClr val="1F2039"/>
                </a:solidFill>
                <a:latin typeface="Times New Roman" panose="02020603050405020304" pitchFamily="18" charset="0"/>
              </a:endParaRPr>
            </a:p>
          </p:txBody>
        </p:sp>
        <p:graphicFrame>
          <p:nvGraphicFramePr>
            <p:cNvPr id="72718" name="Object 16"/>
            <p:cNvGraphicFramePr>
              <a:graphicFrameLocks noChangeAspect="1"/>
            </p:cNvGraphicFramePr>
            <p:nvPr/>
          </p:nvGraphicFramePr>
          <p:xfrm>
            <a:off x="2318" y="2976"/>
            <a:ext cx="1714" cy="288"/>
          </p:xfrm>
          <a:graphic>
            <a:graphicData uri="http://schemas.openxmlformats.org/presentationml/2006/ole">
              <mc:AlternateContent xmlns:mc="http://schemas.openxmlformats.org/markup-compatibility/2006">
                <mc:Choice xmlns:v="urn:schemas-microsoft-com:vml" Requires="v">
                  <p:oleObj spid="_x0000_s130400" name="Equation" r:id="rId13" imgW="1358900" imgH="228600" progId="Equation.3">
                    <p:embed/>
                  </p:oleObj>
                </mc:Choice>
                <mc:Fallback>
                  <p:oleObj name="Equation" r:id="rId13" imgW="1358900" imgH="228600" progId="Equation.3">
                    <p:embed/>
                    <p:pic>
                      <p:nvPicPr>
                        <p:cNvPr id="0" name="Picture 2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18" y="2976"/>
                          <a:ext cx="1714"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17"/>
          <p:cNvGrpSpPr/>
          <p:nvPr/>
        </p:nvGrpSpPr>
        <p:grpSpPr bwMode="auto">
          <a:xfrm>
            <a:off x="467544" y="5440511"/>
            <a:ext cx="5334000" cy="1012825"/>
            <a:chOff x="432" y="3312"/>
            <a:chExt cx="3360" cy="638"/>
          </a:xfrm>
        </p:grpSpPr>
        <p:sp>
          <p:nvSpPr>
            <p:cNvPr id="72715" name="Rectangle 18"/>
            <p:cNvSpPr>
              <a:spLocks noChangeArrowheads="1"/>
            </p:cNvSpPr>
            <p:nvPr/>
          </p:nvSpPr>
          <p:spPr bwMode="auto">
            <a:xfrm>
              <a:off x="432" y="3312"/>
              <a:ext cx="336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Char char="u"/>
              </a:pPr>
              <a:r>
                <a:rPr kumimoji="1" lang="zh-CN" altLang="en-US" sz="2800" b="1" dirty="0">
                  <a:solidFill>
                    <a:srgbClr val="1F2039"/>
                  </a:solidFill>
                  <a:latin typeface="宋体" panose="02010600030101010101" pitchFamily="2" charset="-122"/>
                </a:rPr>
                <a:t>一个</a:t>
              </a:r>
              <a:r>
                <a:rPr kumimoji="1" lang="en-US" altLang="zh-CN" sz="2800" b="1" dirty="0">
                  <a:solidFill>
                    <a:srgbClr val="1F2039"/>
                  </a:solidFill>
                  <a:latin typeface="Times New Roman" panose="02020603050405020304" pitchFamily="18" charset="0"/>
                </a:rPr>
                <a:t>HMM</a:t>
              </a:r>
              <a:r>
                <a:rPr kumimoji="1" lang="zh-CN" altLang="en-US" sz="2800" b="1" dirty="0">
                  <a:solidFill>
                    <a:srgbClr val="1F2039"/>
                  </a:solidFill>
                  <a:latin typeface="Times New Roman" panose="02020603050405020304" pitchFamily="18" charset="0"/>
                </a:rPr>
                <a:t>的参数组</a:t>
              </a:r>
              <a:r>
                <a:rPr kumimoji="1" lang="zh-CN" altLang="en-US" sz="2800" b="1" dirty="0">
                  <a:solidFill>
                    <a:srgbClr val="1F2039"/>
                  </a:solidFill>
                  <a:latin typeface="宋体" panose="02010600030101010101" pitchFamily="2" charset="-122"/>
                </a:rPr>
                <a:t>为：</a:t>
              </a:r>
              <a:endParaRPr kumimoji="1" lang="zh-CN" altLang="en-US" sz="2800" b="1" dirty="0">
                <a:solidFill>
                  <a:srgbClr val="1F2039"/>
                </a:solidFill>
                <a:latin typeface="宋体" panose="02010600030101010101" pitchFamily="2" charset="-122"/>
              </a:endParaRPr>
            </a:p>
          </p:txBody>
        </p:sp>
        <p:graphicFrame>
          <p:nvGraphicFramePr>
            <p:cNvPr id="72716" name="Object 19"/>
            <p:cNvGraphicFramePr>
              <a:graphicFrameLocks noChangeAspect="1"/>
            </p:cNvGraphicFramePr>
            <p:nvPr/>
          </p:nvGraphicFramePr>
          <p:xfrm>
            <a:off x="1728" y="3696"/>
            <a:ext cx="1029" cy="254"/>
          </p:xfrm>
          <a:graphic>
            <a:graphicData uri="http://schemas.openxmlformats.org/presentationml/2006/ole">
              <mc:AlternateContent xmlns:mc="http://schemas.openxmlformats.org/markup-compatibility/2006">
                <mc:Choice xmlns:v="urn:schemas-microsoft-com:vml" Requires="v">
                  <p:oleObj spid="_x0000_s130401" name="" r:id="rId15" imgW="812165" imgH="203200" progId="Equation.3">
                    <p:embed/>
                  </p:oleObj>
                </mc:Choice>
                <mc:Fallback>
                  <p:oleObj name="" r:id="rId15" imgW="812165" imgH="203200" progId="Equation.3">
                    <p:embed/>
                    <p:pic>
                      <p:nvPicPr>
                        <p:cNvPr id="0" name="Picture 2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28" y="3696"/>
                          <a:ext cx="1029"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89140" name="AutoShape 20"/>
          <p:cNvSpPr>
            <a:spLocks noChangeArrowheads="1"/>
          </p:cNvSpPr>
          <p:nvPr/>
        </p:nvSpPr>
        <p:spPr bwMode="auto">
          <a:xfrm>
            <a:off x="6172200" y="5029200"/>
            <a:ext cx="1752600" cy="990600"/>
          </a:xfrm>
          <a:prstGeom prst="wedgeRoundRectCallout">
            <a:avLst>
              <a:gd name="adj1" fmla="val -43750"/>
              <a:gd name="adj2" fmla="val 70000"/>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en-US" sz="2800" b="1">
              <a:solidFill>
                <a:srgbClr val="1F2039"/>
              </a:solidFill>
              <a:latin typeface="Times New Roman" panose="02020603050405020304" pitchFamily="18" charset="0"/>
            </a:endParaRPr>
          </a:p>
        </p:txBody>
      </p:sp>
      <p:sp>
        <p:nvSpPr>
          <p:cNvPr id="389141" name="AutoShape 21"/>
          <p:cNvSpPr>
            <a:spLocks noChangeArrowheads="1"/>
          </p:cNvSpPr>
          <p:nvPr/>
        </p:nvSpPr>
        <p:spPr bwMode="auto">
          <a:xfrm>
            <a:off x="5486400" y="3657600"/>
            <a:ext cx="3352800" cy="762000"/>
          </a:xfrm>
          <a:prstGeom prst="wedgeRectCallout">
            <a:avLst>
              <a:gd name="adj1" fmla="val -42046"/>
              <a:gd name="adj2" fmla="val 126458"/>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solidFill>
                  <a:srgbClr val="1F2039"/>
                </a:solidFill>
                <a:latin typeface="Times New Roman" panose="02020603050405020304" pitchFamily="18" charset="0"/>
              </a:rPr>
              <a:t>单高斯概率密度函数</a:t>
            </a:r>
            <a:endParaRPr kumimoji="1" lang="zh-CN" altLang="en-US" sz="2000" b="1">
              <a:solidFill>
                <a:srgbClr val="1F2039"/>
              </a:solidFill>
              <a:latin typeface="Times New Roman" panose="02020603050405020304" pitchFamily="18" charset="0"/>
            </a:endParaRPr>
          </a:p>
          <a:p>
            <a:pPr algn="ctr" eaLnBrk="1" hangingPunct="1">
              <a:spcBef>
                <a:spcPct val="0"/>
              </a:spcBef>
              <a:buFontTx/>
              <a:buNone/>
            </a:pPr>
            <a:r>
              <a:rPr kumimoji="1" lang="zh-CN" altLang="en-US" sz="2000" b="1">
                <a:solidFill>
                  <a:srgbClr val="1F2039"/>
                </a:solidFill>
                <a:latin typeface="Times New Roman" panose="02020603050405020304" pitchFamily="18" charset="0"/>
              </a:rPr>
              <a:t>或 混合高斯概率密度函数</a:t>
            </a:r>
            <a:endParaRPr kumimoji="1" lang="zh-CN" altLang="en-US" sz="2000" b="1">
              <a:solidFill>
                <a:srgbClr val="1F2039"/>
              </a:solidFill>
              <a:latin typeface="Times New Roman" panose="02020603050405020304" pitchFamily="18" charset="0"/>
            </a:endParaRPr>
          </a:p>
        </p:txBody>
      </p:sp>
      <p:graphicFrame>
        <p:nvGraphicFramePr>
          <p:cNvPr id="389142" name="Object 22"/>
          <p:cNvGraphicFramePr>
            <a:graphicFrameLocks noChangeAspect="1"/>
          </p:cNvGraphicFramePr>
          <p:nvPr/>
        </p:nvGraphicFramePr>
        <p:xfrm>
          <a:off x="6126163" y="5181600"/>
          <a:ext cx="2386012" cy="647700"/>
        </p:xfrm>
        <a:graphic>
          <a:graphicData uri="http://schemas.openxmlformats.org/presentationml/2006/ole">
            <mc:AlternateContent xmlns:mc="http://schemas.openxmlformats.org/markup-compatibility/2006">
              <mc:Choice xmlns:v="urn:schemas-microsoft-com:vml" Requires="v">
                <p:oleObj spid="_x0000_s130402" name="Equation" r:id="rId17" imgW="1574800" imgH="431800" progId="Equation.3">
                  <p:embed/>
                </p:oleObj>
              </mc:Choice>
              <mc:Fallback>
                <p:oleObj name="Equation" r:id="rId17" imgW="1574800" imgH="431800" progId="Equation.3">
                  <p:embed/>
                  <p:pic>
                    <p:nvPicPr>
                      <p:cNvPr id="0" name="Picture 23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26163" y="5181600"/>
                        <a:ext cx="2386012" cy="647700"/>
                      </a:xfrm>
                      <a:prstGeom prst="rect">
                        <a:avLst/>
                      </a:prstGeom>
                      <a:solidFill>
                        <a:schemeClr val="accent1"/>
                      </a:solidFill>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89123">
                                            <p:txEl>
                                              <p:pRg st="0" end="0"/>
                                            </p:txEl>
                                          </p:spTgt>
                                        </p:tgtEl>
                                        <p:attrNameLst>
                                          <p:attrName>style.visibility</p:attrName>
                                        </p:attrNameLst>
                                      </p:cBhvr>
                                      <p:to>
                                        <p:strVal val="visible"/>
                                      </p:to>
                                    </p:set>
                                    <p:animEffect transition="in" filter="wipe(up)">
                                      <p:cBhvr>
                                        <p:cTn id="7" dur="500"/>
                                        <p:tgtEl>
                                          <p:spTgt spid="389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nodePh="1">
                                  <p:stCondLst>
                                    <p:cond delay="0"/>
                                  </p:stCondLst>
                                  <p:endCondLst>
                                    <p:cond evt="begin" delay="0">
                                      <p:tn val="25"/>
                                    </p:cond>
                                  </p:endCondLst>
                                  <p:childTnLst>
                                    <p:set>
                                      <p:cBhvr>
                                        <p:cTn id="26" dur="1" fill="hold">
                                          <p:stCondLst>
                                            <p:cond delay="0"/>
                                          </p:stCondLst>
                                        </p:cTn>
                                        <p:tgtEl>
                                          <p:spTgt spid="389140"/>
                                        </p:tgtEl>
                                        <p:attrNameLst>
                                          <p:attrName>style.visibility</p:attrName>
                                        </p:attrNameLst>
                                      </p:cBhvr>
                                      <p:to>
                                        <p:strVal val="visible"/>
                                      </p:to>
                                    </p:set>
                                    <p:animEffect transition="in" filter="wipe(up)">
                                      <p:cBhvr>
                                        <p:cTn id="27" dur="500"/>
                                        <p:tgtEl>
                                          <p:spTgt spid="38914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89141"/>
                                        </p:tgtEl>
                                        <p:attrNameLst>
                                          <p:attrName>style.visibility</p:attrName>
                                        </p:attrNameLst>
                                      </p:cBhvr>
                                      <p:to>
                                        <p:strVal val="visible"/>
                                      </p:to>
                                    </p:set>
                                    <p:animEffect transition="in" filter="wipe(up)">
                                      <p:cBhvr>
                                        <p:cTn id="37" dur="500"/>
                                        <p:tgtEl>
                                          <p:spTgt spid="38914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89142"/>
                                        </p:tgtEl>
                                        <p:attrNameLst>
                                          <p:attrName>style.visibility</p:attrName>
                                        </p:attrNameLst>
                                      </p:cBhvr>
                                      <p:to>
                                        <p:strVal val="visible"/>
                                      </p:to>
                                    </p:set>
                                    <p:animEffect transition="in" filter="wipe(up)">
                                      <p:cBhvr>
                                        <p:cTn id="42" dur="500"/>
                                        <p:tgtEl>
                                          <p:spTgt spid="389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3" grpId="0" autoUpdateAnimBg="0" build="p"/>
      <p:bldP spid="389140" grpId="0" autoUpdateAnimBg="0"/>
      <p:bldP spid="389141"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74755" name="Rectangle 3"/>
          <p:cNvSpPr>
            <a:spLocks noGrp="1" noChangeArrowheads="1"/>
          </p:cNvSpPr>
          <p:nvPr>
            <p:ph type="body" idx="1"/>
          </p:nvPr>
        </p:nvSpPr>
        <p:spPr>
          <a:xfrm>
            <a:off x="385564" y="1412776"/>
            <a:ext cx="5334000" cy="533400"/>
          </a:xfrm>
          <a:noFill/>
        </p:spPr>
        <p:txBody>
          <a:bodyPr/>
          <a:lstStyle/>
          <a:p>
            <a:pPr eaLnBrk="1" hangingPunct="1">
              <a:lnSpc>
                <a:spcPct val="90000"/>
              </a:lnSpc>
              <a:buFont typeface="Wingdings" panose="05000000000000000000" pitchFamily="2" charset="2"/>
              <a:buChar char="u"/>
            </a:pPr>
            <a:r>
              <a:rPr lang="en-US" altLang="zh-CN" b="1" dirty="0" smtClean="0">
                <a:solidFill>
                  <a:srgbClr val="1F2039"/>
                </a:solidFill>
              </a:rPr>
              <a:t> HMM</a:t>
            </a:r>
            <a:r>
              <a:rPr lang="zh-CN" altLang="en-US" b="1" dirty="0" smtClean="0">
                <a:solidFill>
                  <a:srgbClr val="1F2039"/>
                </a:solidFill>
              </a:rPr>
              <a:t>的三个基本问题</a:t>
            </a:r>
            <a:endParaRPr lang="zh-CN" altLang="en-US" b="1" dirty="0" smtClean="0">
              <a:solidFill>
                <a:srgbClr val="1F2039"/>
              </a:solidFill>
            </a:endParaRPr>
          </a:p>
        </p:txBody>
      </p:sp>
      <p:grpSp>
        <p:nvGrpSpPr>
          <p:cNvPr id="2" name="Group 4"/>
          <p:cNvGrpSpPr/>
          <p:nvPr/>
        </p:nvGrpSpPr>
        <p:grpSpPr bwMode="auto">
          <a:xfrm>
            <a:off x="539552" y="2204865"/>
            <a:ext cx="7761286" cy="1385888"/>
            <a:chOff x="577" y="1440"/>
            <a:chExt cx="4889" cy="873"/>
          </a:xfrm>
        </p:grpSpPr>
        <p:sp>
          <p:nvSpPr>
            <p:cNvPr id="74768" name="Text Box 5"/>
            <p:cNvSpPr txBox="1">
              <a:spLocks noChangeArrowheads="1"/>
            </p:cNvSpPr>
            <p:nvPr/>
          </p:nvSpPr>
          <p:spPr bwMode="auto">
            <a:xfrm>
              <a:off x="577" y="1440"/>
              <a:ext cx="251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 1 已知一个</a:t>
              </a:r>
              <a:r>
                <a:rPr kumimoji="1" lang="en-US" altLang="zh-CN" sz="2800" b="1">
                  <a:solidFill>
                    <a:srgbClr val="1F2039"/>
                  </a:solidFill>
                  <a:latin typeface="Times New Roman" panose="02020603050405020304" pitchFamily="18" charset="0"/>
                </a:rPr>
                <a:t>HMM</a:t>
              </a:r>
              <a:r>
                <a:rPr kumimoji="1" lang="zh-CN" altLang="en-US" sz="2800" b="1">
                  <a:solidFill>
                    <a:srgbClr val="1F2039"/>
                  </a:solidFill>
                  <a:latin typeface="Times New Roman" panose="02020603050405020304" pitchFamily="18" charset="0"/>
                </a:rPr>
                <a:t>参数组</a:t>
              </a:r>
              <a:endParaRPr kumimoji="1" lang="zh-CN" altLang="en-US" sz="2800" b="1">
                <a:solidFill>
                  <a:srgbClr val="1F2039"/>
                </a:solidFill>
                <a:latin typeface="Times New Roman" panose="02020603050405020304" pitchFamily="18" charset="0"/>
              </a:endParaRPr>
            </a:p>
          </p:txBody>
        </p:sp>
        <p:graphicFrame>
          <p:nvGraphicFramePr>
            <p:cNvPr id="74769" name="Object 6"/>
            <p:cNvGraphicFramePr>
              <a:graphicFrameLocks noChangeAspect="1"/>
            </p:cNvGraphicFramePr>
            <p:nvPr/>
          </p:nvGraphicFramePr>
          <p:xfrm>
            <a:off x="3099" y="1494"/>
            <a:ext cx="1029" cy="254"/>
          </p:xfrm>
          <a:graphic>
            <a:graphicData uri="http://schemas.openxmlformats.org/presentationml/2006/ole">
              <mc:AlternateContent xmlns:mc="http://schemas.openxmlformats.org/markup-compatibility/2006">
                <mc:Choice xmlns:v="urn:schemas-microsoft-com:vml" Requires="v">
                  <p:oleObj spid="_x0000_s131380" name="" r:id="rId1" imgW="812165" imgH="203200" progId="Equation.3">
                    <p:embed/>
                  </p:oleObj>
                </mc:Choice>
                <mc:Fallback>
                  <p:oleObj name="" r:id="rId1" imgW="812165" imgH="203200" progId="Equation.3">
                    <p:embed/>
                    <p:pic>
                      <p:nvPicPr>
                        <p:cNvPr id="0" name="Picture 2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9" y="1494"/>
                          <a:ext cx="1029"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70" name="Text Box 7"/>
            <p:cNvSpPr txBox="1">
              <a:spLocks noChangeArrowheads="1"/>
            </p:cNvSpPr>
            <p:nvPr/>
          </p:nvSpPr>
          <p:spPr bwMode="auto">
            <a:xfrm>
              <a:off x="4091" y="1446"/>
              <a:ext cx="129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，和给定一</a:t>
              </a:r>
              <a:endParaRPr kumimoji="1" lang="zh-CN" altLang="en-US" sz="2800" b="1">
                <a:solidFill>
                  <a:srgbClr val="1F2039"/>
                </a:solidFill>
                <a:latin typeface="Times New Roman" panose="02020603050405020304" pitchFamily="18" charset="0"/>
              </a:endParaRPr>
            </a:p>
          </p:txBody>
        </p:sp>
        <p:sp>
          <p:nvSpPr>
            <p:cNvPr id="74771" name="Text Box 8"/>
            <p:cNvSpPr txBox="1">
              <a:spLocks noChangeArrowheads="1"/>
            </p:cNvSpPr>
            <p:nvPr/>
          </p:nvSpPr>
          <p:spPr bwMode="auto">
            <a:xfrm>
              <a:off x="769" y="1686"/>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个观察序列</a:t>
              </a:r>
              <a:endParaRPr kumimoji="1" lang="zh-CN" altLang="en-US" sz="2800" b="1">
                <a:solidFill>
                  <a:srgbClr val="1F2039"/>
                </a:solidFill>
                <a:latin typeface="Times New Roman" panose="02020603050405020304" pitchFamily="18" charset="0"/>
              </a:endParaRPr>
            </a:p>
          </p:txBody>
        </p:sp>
        <p:graphicFrame>
          <p:nvGraphicFramePr>
            <p:cNvPr id="74772" name="Object 9"/>
            <p:cNvGraphicFramePr>
              <a:graphicFrameLocks noChangeAspect="1"/>
            </p:cNvGraphicFramePr>
            <p:nvPr/>
          </p:nvGraphicFramePr>
          <p:xfrm>
            <a:off x="2027" y="1734"/>
            <a:ext cx="1038" cy="271"/>
          </p:xfrm>
          <a:graphic>
            <a:graphicData uri="http://schemas.openxmlformats.org/presentationml/2006/ole">
              <mc:AlternateContent xmlns:mc="http://schemas.openxmlformats.org/markup-compatibility/2006">
                <mc:Choice xmlns:v="urn:schemas-microsoft-com:vml" Requires="v">
                  <p:oleObj spid="_x0000_s131381" name="Equation" r:id="rId3" imgW="824865" imgH="215900" progId="Equation.3">
                    <p:embed/>
                  </p:oleObj>
                </mc:Choice>
                <mc:Fallback>
                  <p:oleObj name="Equation" r:id="rId3" imgW="824865" imgH="215900" progId="Equation.3">
                    <p:embed/>
                    <p:pic>
                      <p:nvPicPr>
                        <p:cNvPr id="0" name="Picture 2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7" y="1734"/>
                          <a:ext cx="1038" cy="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73" name="Text Box 10"/>
            <p:cNvSpPr txBox="1">
              <a:spLocks noChangeArrowheads="1"/>
            </p:cNvSpPr>
            <p:nvPr/>
          </p:nvSpPr>
          <p:spPr bwMode="auto">
            <a:xfrm>
              <a:off x="3073" y="1695"/>
              <a:ext cx="238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rPr>
                <a:t>的条件下，如何计算</a:t>
              </a:r>
              <a:r>
                <a:rPr kumimoji="1" lang="zh-CN" altLang="en-US" sz="2800" b="1" dirty="0" smtClean="0">
                  <a:solidFill>
                    <a:srgbClr val="1F2039"/>
                  </a:solidFill>
                  <a:latin typeface="Times New Roman" panose="02020603050405020304" pitchFamily="18" charset="0"/>
                </a:rPr>
                <a:t>在</a:t>
              </a:r>
              <a:endParaRPr kumimoji="1" lang="zh-CN" altLang="en-US" sz="2800" b="1" dirty="0">
                <a:solidFill>
                  <a:srgbClr val="1F2039"/>
                </a:solidFill>
                <a:latin typeface="Times New Roman" panose="02020603050405020304" pitchFamily="18" charset="0"/>
              </a:endParaRPr>
            </a:p>
          </p:txBody>
        </p:sp>
        <p:sp>
          <p:nvSpPr>
            <p:cNvPr id="74774" name="Text Box 11"/>
            <p:cNvSpPr txBox="1">
              <a:spLocks noChangeArrowheads="1"/>
            </p:cNvSpPr>
            <p:nvPr/>
          </p:nvSpPr>
          <p:spPr bwMode="auto">
            <a:xfrm>
              <a:off x="817" y="1983"/>
              <a:ext cx="464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rPr>
                <a:t>给定</a:t>
              </a:r>
              <a:r>
                <a:rPr kumimoji="1" lang="zh-CN" altLang="en-US" sz="2800" b="1" dirty="0" smtClean="0">
                  <a:solidFill>
                    <a:srgbClr val="1F2039"/>
                  </a:solidFill>
                  <a:latin typeface="Times New Roman" panose="02020603050405020304" pitchFamily="18" charset="0"/>
                </a:rPr>
                <a:t>模型    条件</a:t>
              </a:r>
              <a:r>
                <a:rPr kumimoji="1" lang="zh-CN" altLang="en-US" sz="2800" b="1" dirty="0">
                  <a:solidFill>
                    <a:srgbClr val="1F2039"/>
                  </a:solidFill>
                  <a:latin typeface="Times New Roman" panose="02020603050405020304" pitchFamily="18" charset="0"/>
                </a:rPr>
                <a:t>下观察序列</a:t>
              </a:r>
              <a:r>
                <a:rPr kumimoji="1" lang="en-US" altLang="zh-CN" sz="2800" b="1" i="1" dirty="0">
                  <a:solidFill>
                    <a:srgbClr val="1F2039"/>
                  </a:solidFill>
                  <a:latin typeface="Times New Roman" panose="02020603050405020304" pitchFamily="18" charset="0"/>
                </a:rPr>
                <a:t>O</a:t>
              </a:r>
              <a:r>
                <a:rPr kumimoji="1" lang="zh-CN" altLang="en-US" sz="2800" b="1" dirty="0">
                  <a:solidFill>
                    <a:srgbClr val="1F2039"/>
                  </a:solidFill>
                  <a:latin typeface="Times New Roman" panose="02020603050405020304" pitchFamily="18" charset="0"/>
                </a:rPr>
                <a:t>的概率            。</a:t>
              </a:r>
              <a:endParaRPr kumimoji="1" lang="zh-CN" altLang="en-US" sz="2800" b="1" dirty="0">
                <a:solidFill>
                  <a:srgbClr val="1F2039"/>
                </a:solidFill>
                <a:latin typeface="Times New Roman" panose="02020603050405020304" pitchFamily="18" charset="0"/>
              </a:endParaRPr>
            </a:p>
          </p:txBody>
        </p:sp>
        <p:graphicFrame>
          <p:nvGraphicFramePr>
            <p:cNvPr id="74775" name="Object 12"/>
            <p:cNvGraphicFramePr>
              <a:graphicFrameLocks noChangeAspect="1"/>
            </p:cNvGraphicFramePr>
            <p:nvPr/>
          </p:nvGraphicFramePr>
          <p:xfrm>
            <a:off x="1806" y="2036"/>
            <a:ext cx="177" cy="226"/>
          </p:xfrm>
          <a:graphic>
            <a:graphicData uri="http://schemas.openxmlformats.org/presentationml/2006/ole">
              <mc:AlternateContent xmlns:mc="http://schemas.openxmlformats.org/markup-compatibility/2006">
                <mc:Choice xmlns:v="urn:schemas-microsoft-com:vml" Requires="v">
                  <p:oleObj spid="_x0000_s131382" name="Equation" r:id="rId5" imgW="139700" imgH="177800" progId="Equation.3">
                    <p:embed/>
                  </p:oleObj>
                </mc:Choice>
                <mc:Fallback>
                  <p:oleObj name="Equation" r:id="rId5" imgW="139700" imgH="177800" progId="Equation.3">
                    <p:embed/>
                    <p:pic>
                      <p:nvPicPr>
                        <p:cNvPr id="0" name="Picture 2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6" y="2036"/>
                          <a:ext cx="177" cy="2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776" name="Object 13"/>
            <p:cNvGraphicFramePr>
              <a:graphicFrameLocks noChangeAspect="1"/>
            </p:cNvGraphicFramePr>
            <p:nvPr/>
          </p:nvGraphicFramePr>
          <p:xfrm>
            <a:off x="4394" y="2043"/>
            <a:ext cx="689" cy="256"/>
          </p:xfrm>
          <a:graphic>
            <a:graphicData uri="http://schemas.openxmlformats.org/presentationml/2006/ole">
              <mc:AlternateContent xmlns:mc="http://schemas.openxmlformats.org/markup-compatibility/2006">
                <mc:Choice xmlns:v="urn:schemas-microsoft-com:vml" Requires="v">
                  <p:oleObj spid="_x0000_s131383" name="Equation" r:id="rId7" imgW="545465" imgH="203200" progId="Equation.3">
                    <p:embed/>
                  </p:oleObj>
                </mc:Choice>
                <mc:Fallback>
                  <p:oleObj name="Equation" r:id="rId7" imgW="545465" imgH="203200" progId="Equation.3">
                    <p:embed/>
                    <p:pic>
                      <p:nvPicPr>
                        <p:cNvPr id="0" name="Picture 2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94" y="2043"/>
                          <a:ext cx="689"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14"/>
          <p:cNvGrpSpPr/>
          <p:nvPr/>
        </p:nvGrpSpPr>
        <p:grpSpPr bwMode="auto">
          <a:xfrm>
            <a:off x="674489" y="3719339"/>
            <a:ext cx="7621588" cy="1000125"/>
            <a:chOff x="662" y="2394"/>
            <a:chExt cx="4801" cy="630"/>
          </a:xfrm>
        </p:grpSpPr>
        <p:sp>
          <p:nvSpPr>
            <p:cNvPr id="74764" name="Text Box 15"/>
            <p:cNvSpPr txBox="1">
              <a:spLocks noChangeArrowheads="1"/>
            </p:cNvSpPr>
            <p:nvPr/>
          </p:nvSpPr>
          <p:spPr bwMode="auto">
            <a:xfrm>
              <a:off x="662" y="2394"/>
              <a:ext cx="253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2 如何确定最佳状态序列</a:t>
              </a:r>
              <a:endParaRPr kumimoji="1" lang="zh-CN" altLang="en-US" sz="2800" b="1">
                <a:solidFill>
                  <a:srgbClr val="1F2039"/>
                </a:solidFill>
                <a:latin typeface="Times New Roman" panose="02020603050405020304" pitchFamily="18" charset="0"/>
              </a:endParaRPr>
            </a:p>
          </p:txBody>
        </p:sp>
        <p:graphicFrame>
          <p:nvGraphicFramePr>
            <p:cNvPr id="74765" name="Object 16"/>
            <p:cNvGraphicFramePr>
              <a:graphicFrameLocks noChangeAspect="1"/>
            </p:cNvGraphicFramePr>
            <p:nvPr/>
          </p:nvGraphicFramePr>
          <p:xfrm>
            <a:off x="3216" y="2416"/>
            <a:ext cx="1007" cy="272"/>
          </p:xfrm>
          <a:graphic>
            <a:graphicData uri="http://schemas.openxmlformats.org/presentationml/2006/ole">
              <mc:AlternateContent xmlns:mc="http://schemas.openxmlformats.org/markup-compatibility/2006">
                <mc:Choice xmlns:v="urn:schemas-microsoft-com:vml" Requires="v">
                  <p:oleObj spid="_x0000_s131384" name="Equation" r:id="rId9" imgW="799465" imgH="215900" progId="Equation.3">
                    <p:embed/>
                  </p:oleObj>
                </mc:Choice>
                <mc:Fallback>
                  <p:oleObj name="Equation" r:id="rId9" imgW="799465" imgH="215900" progId="Equation.3">
                    <p:embed/>
                    <p:pic>
                      <p:nvPicPr>
                        <p:cNvPr id="0" name="Picture 20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6" y="2416"/>
                          <a:ext cx="1007"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66" name="Text Box 17"/>
            <p:cNvSpPr txBox="1">
              <a:spLocks noChangeArrowheads="1"/>
            </p:cNvSpPr>
            <p:nvPr/>
          </p:nvSpPr>
          <p:spPr bwMode="auto">
            <a:xfrm>
              <a:off x="4166" y="2409"/>
              <a:ext cx="12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,以最好的解</a:t>
              </a:r>
              <a:endParaRPr kumimoji="1" lang="en-US" altLang="zh-CN" sz="2800" b="1">
                <a:solidFill>
                  <a:srgbClr val="1F2039"/>
                </a:solidFill>
                <a:latin typeface="Times New Roman" panose="02020603050405020304" pitchFamily="18" charset="0"/>
              </a:endParaRPr>
            </a:p>
          </p:txBody>
        </p:sp>
        <p:sp>
          <p:nvSpPr>
            <p:cNvPr id="74767" name="Text Box 18"/>
            <p:cNvSpPr txBox="1">
              <a:spLocks noChangeArrowheads="1"/>
            </p:cNvSpPr>
            <p:nvPr/>
          </p:nvSpPr>
          <p:spPr bwMode="auto">
            <a:xfrm>
              <a:off x="854" y="2697"/>
              <a:ext cx="179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释观察序列</a:t>
              </a:r>
              <a:r>
                <a:rPr kumimoji="1" lang="en-US" altLang="zh-CN" sz="2800" b="1" i="1">
                  <a:solidFill>
                    <a:srgbClr val="1F2039"/>
                  </a:solidFill>
                  <a:latin typeface="Times New Roman" panose="02020603050405020304" pitchFamily="18" charset="0"/>
                </a:rPr>
                <a:t>O</a:t>
              </a:r>
              <a:r>
                <a:rPr kumimoji="1" lang="en-US" altLang="zh-CN" sz="2800" b="1">
                  <a:solidFill>
                    <a:srgbClr val="1F2039"/>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grpSp>
      <p:grpSp>
        <p:nvGrpSpPr>
          <p:cNvPr id="4" name="Group 19"/>
          <p:cNvGrpSpPr/>
          <p:nvPr/>
        </p:nvGrpSpPr>
        <p:grpSpPr bwMode="auto">
          <a:xfrm>
            <a:off x="690364" y="4795666"/>
            <a:ext cx="7485063" cy="1057276"/>
            <a:chOff x="710" y="3162"/>
            <a:chExt cx="4715" cy="666"/>
          </a:xfrm>
        </p:grpSpPr>
        <p:sp>
          <p:nvSpPr>
            <p:cNvPr id="74759" name="Text Box 20"/>
            <p:cNvSpPr txBox="1">
              <a:spLocks noChangeArrowheads="1"/>
            </p:cNvSpPr>
            <p:nvPr/>
          </p:nvSpPr>
          <p:spPr bwMode="auto">
            <a:xfrm>
              <a:off x="710" y="3162"/>
              <a:ext cx="471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rPr>
                <a:t>3 给定</a:t>
              </a:r>
              <a:r>
                <a:rPr kumimoji="1" lang="zh-CN" altLang="en-US" sz="2800" b="1" dirty="0" smtClean="0">
                  <a:solidFill>
                    <a:srgbClr val="1F2039"/>
                  </a:solidFill>
                  <a:latin typeface="Times New Roman" panose="02020603050405020304" pitchFamily="18" charset="0"/>
                </a:rPr>
                <a:t>一</a:t>
              </a:r>
              <a:r>
                <a:rPr kumimoji="1" lang="zh-CN" altLang="en-US" sz="2800" b="1" dirty="0">
                  <a:solidFill>
                    <a:srgbClr val="1F2039"/>
                  </a:solidFill>
                  <a:latin typeface="Times New Roman" panose="02020603050405020304" pitchFamily="18" charset="0"/>
                </a:rPr>
                <a:t>组</a:t>
              </a:r>
              <a:r>
                <a:rPr kumimoji="1" lang="zh-CN" altLang="en-US" sz="2800" b="1" dirty="0" smtClean="0">
                  <a:solidFill>
                    <a:srgbClr val="1F2039"/>
                  </a:solidFill>
                  <a:latin typeface="Times New Roman" panose="02020603050405020304" pitchFamily="18" charset="0"/>
                </a:rPr>
                <a:t>观察</a:t>
              </a:r>
              <a:r>
                <a:rPr kumimoji="1" lang="zh-CN" altLang="en-US" sz="2800" b="1" dirty="0">
                  <a:solidFill>
                    <a:srgbClr val="1F2039"/>
                  </a:solidFill>
                  <a:latin typeface="Times New Roman" panose="02020603050405020304" pitchFamily="18" charset="0"/>
                </a:rPr>
                <a:t>序列的</a:t>
              </a:r>
              <a:r>
                <a:rPr kumimoji="1" lang="zh-CN" altLang="en-US" sz="2800" b="1" dirty="0" smtClean="0">
                  <a:solidFill>
                    <a:srgbClr val="1F2039"/>
                  </a:solidFill>
                  <a:latin typeface="Times New Roman" panose="02020603050405020304" pitchFamily="18" charset="0"/>
                </a:rPr>
                <a:t>集合      ，</a:t>
              </a:r>
              <a:r>
                <a:rPr kumimoji="1" lang="zh-CN" altLang="en-US" sz="2800" b="1" dirty="0">
                  <a:solidFill>
                    <a:srgbClr val="1F2039"/>
                  </a:solidFill>
                  <a:latin typeface="Times New Roman" panose="02020603050405020304" pitchFamily="18" charset="0"/>
                </a:rPr>
                <a:t>如何</a:t>
              </a:r>
              <a:r>
                <a:rPr kumimoji="1" lang="zh-CN" altLang="en-US" sz="2800" b="1" dirty="0" smtClean="0">
                  <a:solidFill>
                    <a:srgbClr val="1F2039"/>
                  </a:solidFill>
                  <a:latin typeface="Times New Roman" panose="02020603050405020304" pitchFamily="18" charset="0"/>
                </a:rPr>
                <a:t>调整参数</a:t>
              </a:r>
              <a:endParaRPr kumimoji="1" lang="en-US" altLang="zh-CN" sz="2800" b="1" dirty="0">
                <a:solidFill>
                  <a:srgbClr val="1F2039"/>
                </a:solidFill>
                <a:latin typeface="Times New Roman" panose="02020603050405020304" pitchFamily="18" charset="0"/>
              </a:endParaRPr>
            </a:p>
          </p:txBody>
        </p:sp>
        <p:sp>
          <p:nvSpPr>
            <p:cNvPr id="74760" name="Text Box 21"/>
            <p:cNvSpPr txBox="1">
              <a:spLocks noChangeArrowheads="1"/>
            </p:cNvSpPr>
            <p:nvPr/>
          </p:nvSpPr>
          <p:spPr bwMode="auto">
            <a:xfrm>
              <a:off x="950" y="3436"/>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800" b="1">
                <a:solidFill>
                  <a:srgbClr val="1F2039"/>
                </a:solidFill>
                <a:latin typeface="Times New Roman" panose="02020603050405020304" pitchFamily="18" charset="0"/>
              </a:endParaRPr>
            </a:p>
          </p:txBody>
        </p:sp>
        <p:graphicFrame>
          <p:nvGraphicFramePr>
            <p:cNvPr id="74761" name="Object 22"/>
            <p:cNvGraphicFramePr>
              <a:graphicFrameLocks noChangeAspect="1"/>
            </p:cNvGraphicFramePr>
            <p:nvPr/>
          </p:nvGraphicFramePr>
          <p:xfrm>
            <a:off x="960" y="3552"/>
            <a:ext cx="177" cy="226"/>
          </p:xfrm>
          <a:graphic>
            <a:graphicData uri="http://schemas.openxmlformats.org/presentationml/2006/ole">
              <mc:AlternateContent xmlns:mc="http://schemas.openxmlformats.org/markup-compatibility/2006">
                <mc:Choice xmlns:v="urn:schemas-microsoft-com:vml" Requires="v">
                  <p:oleObj spid="_x0000_s131385" name="Equation" r:id="rId11" imgW="139700" imgH="177800" progId="Equation.3">
                    <p:embed/>
                  </p:oleObj>
                </mc:Choice>
                <mc:Fallback>
                  <p:oleObj name="Equation" r:id="rId11" imgW="139700" imgH="177800" progId="Equation.3">
                    <p:embed/>
                    <p:pic>
                      <p:nvPicPr>
                        <p:cNvPr id="0" name="Picture 20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0" y="3552"/>
                          <a:ext cx="177" cy="2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62" name="Text Box 23"/>
            <p:cNvSpPr txBox="1">
              <a:spLocks noChangeArrowheads="1"/>
            </p:cNvSpPr>
            <p:nvPr/>
          </p:nvSpPr>
          <p:spPr bwMode="auto">
            <a:xfrm>
              <a:off x="1142" y="3498"/>
              <a:ext cx="300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rPr>
                <a:t>，以使             </a:t>
              </a:r>
              <a:r>
                <a:rPr kumimoji="1" lang="zh-CN" altLang="en-US" sz="2800" b="1" dirty="0" smtClean="0">
                  <a:solidFill>
                    <a:srgbClr val="1F2039"/>
                  </a:solidFill>
                  <a:latin typeface="Times New Roman" panose="02020603050405020304" pitchFamily="18" charset="0"/>
                </a:rPr>
                <a:t>  达到</a:t>
              </a:r>
              <a:r>
                <a:rPr kumimoji="1" lang="zh-CN" altLang="en-US" sz="2800" b="1" dirty="0">
                  <a:solidFill>
                    <a:srgbClr val="1F2039"/>
                  </a:solidFill>
                  <a:latin typeface="Times New Roman" panose="02020603050405020304" pitchFamily="18" charset="0"/>
                </a:rPr>
                <a:t>最大值。</a:t>
              </a:r>
              <a:endParaRPr kumimoji="1" lang="zh-CN" altLang="en-US" sz="2800" b="1" dirty="0">
                <a:solidFill>
                  <a:srgbClr val="1F2039"/>
                </a:solidFill>
                <a:latin typeface="Times New Roman" panose="02020603050405020304" pitchFamily="18" charset="0"/>
              </a:endParaRPr>
            </a:p>
          </p:txBody>
        </p:sp>
      </p:grpSp>
      <p:graphicFrame>
        <p:nvGraphicFramePr>
          <p:cNvPr id="25" name="Object 5"/>
          <p:cNvGraphicFramePr>
            <a:graphicFrameLocks noChangeAspect="1"/>
          </p:cNvGraphicFramePr>
          <p:nvPr/>
        </p:nvGraphicFramePr>
        <p:xfrm>
          <a:off x="4916488" y="4843463"/>
          <a:ext cx="646112" cy="433387"/>
        </p:xfrm>
        <a:graphic>
          <a:graphicData uri="http://schemas.openxmlformats.org/presentationml/2006/ole">
            <mc:AlternateContent xmlns:mc="http://schemas.openxmlformats.org/markup-compatibility/2006">
              <mc:Choice xmlns:v="urn:schemas-microsoft-com:vml" Requires="v">
                <p:oleObj spid="_x0000_s131386" name="Equation" r:id="rId13" imgW="342900" imgH="228600" progId="">
                  <p:embed/>
                </p:oleObj>
              </mc:Choice>
              <mc:Fallback>
                <p:oleObj name="Equation" r:id="rId13" imgW="342900" imgH="228600" progId="">
                  <p:embed/>
                  <p:pic>
                    <p:nvPicPr>
                      <p:cNvPr id="0" name="Picture 20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16488" y="4843463"/>
                        <a:ext cx="646112" cy="43338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Object 5"/>
          <p:cNvGraphicFramePr>
            <a:graphicFrameLocks noChangeAspect="1"/>
          </p:cNvGraphicFramePr>
          <p:nvPr/>
        </p:nvGraphicFramePr>
        <p:xfrm>
          <a:off x="2533278" y="5373216"/>
          <a:ext cx="1390650" cy="433388"/>
        </p:xfrm>
        <a:graphic>
          <a:graphicData uri="http://schemas.openxmlformats.org/presentationml/2006/ole">
            <mc:AlternateContent xmlns:mc="http://schemas.openxmlformats.org/markup-compatibility/2006">
              <mc:Choice xmlns:v="urn:schemas-microsoft-com:vml" Requires="v">
                <p:oleObj spid="_x0000_s131387" name="Equation" r:id="rId15" imgW="736600" imgH="228600" progId="">
                  <p:embed/>
                </p:oleObj>
              </mc:Choice>
              <mc:Fallback>
                <p:oleObj name="Equation" r:id="rId15" imgW="736600" imgH="228600" progId="">
                  <p:embed/>
                  <p:pic>
                    <p:nvPicPr>
                      <p:cNvPr id="0" name="Picture 20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33278" y="5373216"/>
                        <a:ext cx="1390650" cy="43338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par>
                                <p:cTn id="18" presetID="22" presetClass="entr" presetSubtype="1" fill="hold"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up)">
                                      <p:cBhvr>
                                        <p:cTn id="20" dur="500"/>
                                        <p:tgtEl>
                                          <p:spTgt spid="25"/>
                                        </p:tgtEl>
                                      </p:cBhvr>
                                    </p:animEffect>
                                  </p:childTnLst>
                                </p:cTn>
                              </p:par>
                              <p:par>
                                <p:cTn id="21" presetID="22" presetClass="entr" presetSubtype="1"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up)">
                                      <p:cBhvr>
                                        <p:cTn id="2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76803" name="Rectangle 3"/>
          <p:cNvSpPr>
            <a:spLocks noChangeArrowheads="1"/>
          </p:cNvSpPr>
          <p:nvPr/>
        </p:nvSpPr>
        <p:spPr bwMode="auto">
          <a:xfrm>
            <a:off x="4300538"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76804" name="Group 4"/>
          <p:cNvGrpSpPr/>
          <p:nvPr/>
        </p:nvGrpSpPr>
        <p:grpSpPr bwMode="auto">
          <a:xfrm>
            <a:off x="762000" y="1828800"/>
            <a:ext cx="2962275" cy="533400"/>
            <a:chOff x="480" y="1152"/>
            <a:chExt cx="1866" cy="336"/>
          </a:xfrm>
        </p:grpSpPr>
        <p:graphicFrame>
          <p:nvGraphicFramePr>
            <p:cNvPr id="76823" name="Object 5"/>
            <p:cNvGraphicFramePr>
              <a:graphicFrameLocks noChangeAspect="1"/>
            </p:cNvGraphicFramePr>
            <p:nvPr/>
          </p:nvGraphicFramePr>
          <p:xfrm>
            <a:off x="1655" y="1179"/>
            <a:ext cx="691" cy="255"/>
          </p:xfrm>
          <a:graphic>
            <a:graphicData uri="http://schemas.openxmlformats.org/presentationml/2006/ole">
              <mc:AlternateContent xmlns:mc="http://schemas.openxmlformats.org/markup-compatibility/2006">
                <mc:Choice xmlns:v="urn:schemas-microsoft-com:vml" Requires="v">
                  <p:oleObj spid="_x0000_s132366" name="" r:id="rId1" imgW="545465" imgH="203200" progId="Equation.3">
                    <p:embed/>
                  </p:oleObj>
                </mc:Choice>
                <mc:Fallback>
                  <p:oleObj name="" r:id="rId1" imgW="545465" imgH="203200" progId="Equation.3">
                    <p:embed/>
                    <p:pic>
                      <p:nvPicPr>
                        <p:cNvPr id="0" name="Picture 1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5" y="1179"/>
                          <a:ext cx="691" cy="2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6824" name="Rectangle 6"/>
            <p:cNvSpPr>
              <a:spLocks noChangeArrowheads="1"/>
            </p:cNvSpPr>
            <p:nvPr/>
          </p:nvSpPr>
          <p:spPr bwMode="auto">
            <a:xfrm>
              <a:off x="480" y="1152"/>
              <a:ext cx="158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Tx/>
                <a:buBlip>
                  <a:blip r:embed="rId3"/>
                </a:buBlip>
              </a:pPr>
              <a:r>
                <a:rPr kumimoji="1" lang="zh-CN" altLang="en-US" sz="2800" b="1">
                  <a:solidFill>
                    <a:srgbClr val="1F2039"/>
                  </a:solidFill>
                  <a:latin typeface="Times New Roman" panose="02020603050405020304" pitchFamily="18" charset="0"/>
                </a:rPr>
                <a:t>计算概率</a:t>
              </a:r>
              <a:endParaRPr kumimoji="1" lang="zh-CN" altLang="en-US" sz="2800" b="1">
                <a:solidFill>
                  <a:srgbClr val="1F2039"/>
                </a:solidFill>
                <a:latin typeface="Times New Roman" panose="02020603050405020304" pitchFamily="18" charset="0"/>
              </a:endParaRPr>
            </a:p>
          </p:txBody>
        </p:sp>
      </p:grpSp>
      <p:grpSp>
        <p:nvGrpSpPr>
          <p:cNvPr id="3" name="Group 7"/>
          <p:cNvGrpSpPr/>
          <p:nvPr/>
        </p:nvGrpSpPr>
        <p:grpSpPr bwMode="auto">
          <a:xfrm>
            <a:off x="914400" y="2482850"/>
            <a:ext cx="7181850" cy="1073150"/>
            <a:chOff x="576" y="1564"/>
            <a:chExt cx="4524" cy="676"/>
          </a:xfrm>
        </p:grpSpPr>
        <p:grpSp>
          <p:nvGrpSpPr>
            <p:cNvPr id="76818" name="Group 8"/>
            <p:cNvGrpSpPr/>
            <p:nvPr/>
          </p:nvGrpSpPr>
          <p:grpSpPr bwMode="auto">
            <a:xfrm>
              <a:off x="576" y="1564"/>
              <a:ext cx="4524" cy="341"/>
              <a:chOff x="758" y="1564"/>
              <a:chExt cx="4524" cy="341"/>
            </a:xfrm>
          </p:grpSpPr>
          <p:sp>
            <p:nvSpPr>
              <p:cNvPr id="76820" name="Text Box 9"/>
              <p:cNvSpPr txBox="1">
                <a:spLocks noChangeArrowheads="1"/>
              </p:cNvSpPr>
              <p:nvPr/>
            </p:nvSpPr>
            <p:spPr bwMode="auto">
              <a:xfrm>
                <a:off x="758" y="1564"/>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先计算</a:t>
                </a:r>
                <a:endParaRPr kumimoji="1" lang="zh-CN" altLang="en-US" sz="2800" b="1">
                  <a:solidFill>
                    <a:srgbClr val="1F2039"/>
                  </a:solidFill>
                  <a:latin typeface="Times New Roman" panose="02020603050405020304" pitchFamily="18" charset="0"/>
                </a:endParaRPr>
              </a:p>
            </p:txBody>
          </p:sp>
          <p:graphicFrame>
            <p:nvGraphicFramePr>
              <p:cNvPr id="76821" name="Object 10"/>
              <p:cNvGraphicFramePr>
                <a:graphicFrameLocks noChangeAspect="1"/>
              </p:cNvGraphicFramePr>
              <p:nvPr/>
            </p:nvGraphicFramePr>
            <p:xfrm>
              <a:off x="1488" y="1616"/>
              <a:ext cx="898" cy="257"/>
            </p:xfrm>
            <a:graphic>
              <a:graphicData uri="http://schemas.openxmlformats.org/presentationml/2006/ole">
                <mc:AlternateContent xmlns:mc="http://schemas.openxmlformats.org/markup-compatibility/2006">
                  <mc:Choice xmlns:v="urn:schemas-microsoft-com:vml" Requires="v">
                    <p:oleObj spid="_x0000_s132367" name="Equation" r:id="rId4" imgW="711200" imgH="203200" progId="Equation.3">
                      <p:embed/>
                    </p:oleObj>
                  </mc:Choice>
                  <mc:Fallback>
                    <p:oleObj name="Equation" r:id="rId4" imgW="711200" imgH="203200" progId="Equation.3">
                      <p:embed/>
                      <p:pic>
                        <p:nvPicPr>
                          <p:cNvPr id="0" name="Picture 17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8" y="1616"/>
                            <a:ext cx="898"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22" name="Text Box 11"/>
              <p:cNvSpPr txBox="1">
                <a:spLocks noChangeArrowheads="1"/>
              </p:cNvSpPr>
              <p:nvPr/>
            </p:nvSpPr>
            <p:spPr bwMode="auto">
              <a:xfrm>
                <a:off x="2304" y="1578"/>
                <a:ext cx="29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rPr>
                  <a:t>，其中</a:t>
                </a:r>
                <a:r>
                  <a:rPr kumimoji="1" lang="en-US" altLang="zh-CN" sz="2800" i="1" dirty="0">
                    <a:solidFill>
                      <a:srgbClr val="1F2039"/>
                    </a:solidFill>
                    <a:latin typeface="Times New Roman" panose="02020603050405020304" pitchFamily="18" charset="0"/>
                  </a:rPr>
                  <a:t>Q</a:t>
                </a:r>
                <a:r>
                  <a:rPr kumimoji="1" lang="zh-CN" altLang="en-US" sz="2800" b="1" dirty="0">
                    <a:solidFill>
                      <a:srgbClr val="1F2039"/>
                    </a:solidFill>
                    <a:latin typeface="Times New Roman" panose="02020603050405020304" pitchFamily="18" charset="0"/>
                  </a:rPr>
                  <a:t>为一给定的状态序列</a:t>
                </a:r>
                <a:endParaRPr kumimoji="1" lang="zh-CN" altLang="en-US" sz="2800" b="1" dirty="0">
                  <a:solidFill>
                    <a:srgbClr val="1F2039"/>
                  </a:solidFill>
                  <a:latin typeface="Times New Roman" panose="02020603050405020304" pitchFamily="18" charset="0"/>
                </a:endParaRPr>
              </a:p>
            </p:txBody>
          </p:sp>
        </p:grpSp>
        <p:graphicFrame>
          <p:nvGraphicFramePr>
            <p:cNvPr id="76819" name="Object 12"/>
            <p:cNvGraphicFramePr>
              <a:graphicFrameLocks noChangeAspect="1"/>
            </p:cNvGraphicFramePr>
            <p:nvPr/>
          </p:nvGraphicFramePr>
          <p:xfrm>
            <a:off x="864" y="1968"/>
            <a:ext cx="1138" cy="272"/>
          </p:xfrm>
          <a:graphic>
            <a:graphicData uri="http://schemas.openxmlformats.org/presentationml/2006/ole">
              <mc:AlternateContent xmlns:mc="http://schemas.openxmlformats.org/markup-compatibility/2006">
                <mc:Choice xmlns:v="urn:schemas-microsoft-com:vml" Requires="v">
                  <p:oleObj spid="_x0000_s132368" name="Equation" r:id="rId6" imgW="901065" imgH="215900" progId="Equation.3">
                    <p:embed/>
                  </p:oleObj>
                </mc:Choice>
                <mc:Fallback>
                  <p:oleObj name="Equation" r:id="rId6" imgW="901065" imgH="215900" progId="Equation.3">
                    <p:embed/>
                    <p:pic>
                      <p:nvPicPr>
                        <p:cNvPr id="0" name="Picture 17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 y="1968"/>
                          <a:ext cx="1138"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13"/>
          <p:cNvGrpSpPr/>
          <p:nvPr/>
        </p:nvGrpSpPr>
        <p:grpSpPr bwMode="auto">
          <a:xfrm>
            <a:off x="990600" y="3581400"/>
            <a:ext cx="5105400" cy="558800"/>
            <a:chOff x="624" y="2256"/>
            <a:chExt cx="3216" cy="352"/>
          </a:xfrm>
        </p:grpSpPr>
        <p:graphicFrame>
          <p:nvGraphicFramePr>
            <p:cNvPr id="76816" name="Object 14"/>
            <p:cNvGraphicFramePr>
              <a:graphicFrameLocks noChangeAspect="1"/>
            </p:cNvGraphicFramePr>
            <p:nvPr/>
          </p:nvGraphicFramePr>
          <p:xfrm>
            <a:off x="1296" y="2352"/>
            <a:ext cx="2544" cy="256"/>
          </p:xfrm>
          <a:graphic>
            <a:graphicData uri="http://schemas.openxmlformats.org/presentationml/2006/ole">
              <mc:AlternateContent xmlns:mc="http://schemas.openxmlformats.org/markup-compatibility/2006">
                <mc:Choice xmlns:v="urn:schemas-microsoft-com:vml" Requires="v">
                  <p:oleObj spid="_x0000_s132369" name="Equation" r:id="rId8" imgW="2019300" imgH="203200" progId="Equation.3">
                    <p:embed/>
                  </p:oleObj>
                </mc:Choice>
                <mc:Fallback>
                  <p:oleObj name="Equation" r:id="rId8" imgW="2019300" imgH="203200" progId="Equation.3">
                    <p:embed/>
                    <p:pic>
                      <p:nvPicPr>
                        <p:cNvPr id="0" name="Picture 18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6" y="2352"/>
                          <a:ext cx="2544"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6817" name="Text Box 15"/>
            <p:cNvSpPr txBox="1">
              <a:spLocks noChangeArrowheads="1"/>
            </p:cNvSpPr>
            <p:nvPr/>
          </p:nvSpPr>
          <p:spPr bwMode="auto">
            <a:xfrm>
              <a:off x="624" y="2256"/>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有：</a:t>
              </a:r>
              <a:endParaRPr kumimoji="1" lang="zh-CN" altLang="en-US" sz="2800" b="1">
                <a:solidFill>
                  <a:srgbClr val="1F2039"/>
                </a:solidFill>
                <a:latin typeface="Times New Roman" panose="02020603050405020304" pitchFamily="18" charset="0"/>
              </a:endParaRPr>
            </a:p>
          </p:txBody>
        </p:sp>
      </p:grpSp>
      <p:sp>
        <p:nvSpPr>
          <p:cNvPr id="76807" name="Rectangle 16"/>
          <p:cNvSpPr>
            <a:spLocks noChangeArrowheads="1"/>
          </p:cNvSpPr>
          <p:nvPr/>
        </p:nvSpPr>
        <p:spPr bwMode="auto">
          <a:xfrm>
            <a:off x="293370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6" name="Group 17"/>
          <p:cNvGrpSpPr/>
          <p:nvPr/>
        </p:nvGrpSpPr>
        <p:grpSpPr bwMode="auto">
          <a:xfrm>
            <a:off x="982663" y="4241800"/>
            <a:ext cx="7526337" cy="863600"/>
            <a:chOff x="619" y="2672"/>
            <a:chExt cx="4741" cy="544"/>
          </a:xfrm>
        </p:grpSpPr>
        <p:sp>
          <p:nvSpPr>
            <p:cNvPr id="76814" name="Text Box 18"/>
            <p:cNvSpPr txBox="1">
              <a:spLocks noChangeArrowheads="1"/>
            </p:cNvSpPr>
            <p:nvPr/>
          </p:nvSpPr>
          <p:spPr bwMode="auto">
            <a:xfrm>
              <a:off x="619" y="2736"/>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而</a:t>
              </a:r>
              <a:endParaRPr kumimoji="1" lang="zh-CN" altLang="en-US" sz="2800" b="1">
                <a:solidFill>
                  <a:srgbClr val="1F2039"/>
                </a:solidFill>
                <a:latin typeface="Times New Roman" panose="02020603050405020304" pitchFamily="18" charset="0"/>
              </a:endParaRPr>
            </a:p>
          </p:txBody>
        </p:sp>
        <p:graphicFrame>
          <p:nvGraphicFramePr>
            <p:cNvPr id="76815" name="Object 19"/>
            <p:cNvGraphicFramePr>
              <a:graphicFrameLocks noChangeAspect="1"/>
            </p:cNvGraphicFramePr>
            <p:nvPr/>
          </p:nvGraphicFramePr>
          <p:xfrm>
            <a:off x="1200" y="2672"/>
            <a:ext cx="4160" cy="544"/>
          </p:xfrm>
          <a:graphic>
            <a:graphicData uri="http://schemas.openxmlformats.org/presentationml/2006/ole">
              <mc:AlternateContent xmlns:mc="http://schemas.openxmlformats.org/markup-compatibility/2006">
                <mc:Choice xmlns:v="urn:schemas-microsoft-com:vml" Requires="v">
                  <p:oleObj spid="_x0000_s132370" name="" r:id="rId10" imgW="3276600" imgH="431800" progId="Equation.3">
                    <p:embed/>
                  </p:oleObj>
                </mc:Choice>
                <mc:Fallback>
                  <p:oleObj name="" r:id="rId10" imgW="3276600" imgH="431800" progId="Equation.3">
                    <p:embed/>
                    <p:pic>
                      <p:nvPicPr>
                        <p:cNvPr id="0" name="Picture 18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00" y="2672"/>
                          <a:ext cx="4160" cy="5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6809" name="Rectangle 20"/>
          <p:cNvSpPr>
            <a:spLocks noChangeArrowheads="1"/>
          </p:cNvSpPr>
          <p:nvPr/>
        </p:nvSpPr>
        <p:spPr bwMode="auto">
          <a:xfrm>
            <a:off x="379095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393237" name="Object 21"/>
          <p:cNvGraphicFramePr>
            <a:graphicFrameLocks noChangeAspect="1"/>
          </p:cNvGraphicFramePr>
          <p:nvPr/>
        </p:nvGraphicFramePr>
        <p:xfrm>
          <a:off x="1981200" y="5105400"/>
          <a:ext cx="3276600" cy="479425"/>
        </p:xfrm>
        <a:graphic>
          <a:graphicData uri="http://schemas.openxmlformats.org/presentationml/2006/ole">
            <mc:AlternateContent xmlns:mc="http://schemas.openxmlformats.org/markup-compatibility/2006">
              <mc:Choice xmlns:v="urn:schemas-microsoft-com:vml" Requires="v">
                <p:oleObj spid="_x0000_s132371" name="Equation" r:id="rId12" imgW="1625600" imgH="241300" progId="Equation.3">
                  <p:embed/>
                </p:oleObj>
              </mc:Choice>
              <mc:Fallback>
                <p:oleObj name="Equation" r:id="rId12" imgW="1625600" imgH="241300" progId="Equation.3">
                  <p:embed/>
                  <p:pic>
                    <p:nvPicPr>
                      <p:cNvPr id="0" name="Picture 18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81200" y="5105400"/>
                        <a:ext cx="3276600"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 22"/>
          <p:cNvGrpSpPr/>
          <p:nvPr/>
        </p:nvGrpSpPr>
        <p:grpSpPr bwMode="auto">
          <a:xfrm>
            <a:off x="762000" y="5653088"/>
            <a:ext cx="7138988" cy="542925"/>
            <a:chOff x="480" y="3561"/>
            <a:chExt cx="4497" cy="342"/>
          </a:xfrm>
        </p:grpSpPr>
        <p:sp>
          <p:nvSpPr>
            <p:cNvPr id="76812" name="Text Box 23"/>
            <p:cNvSpPr txBox="1">
              <a:spLocks noChangeArrowheads="1"/>
            </p:cNvSpPr>
            <p:nvPr/>
          </p:nvSpPr>
          <p:spPr bwMode="auto">
            <a:xfrm>
              <a:off x="480" y="3561"/>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所以</a:t>
              </a:r>
              <a:endParaRPr kumimoji="1" lang="zh-CN" altLang="en-US" sz="2800" b="1">
                <a:solidFill>
                  <a:srgbClr val="1F2039"/>
                </a:solidFill>
                <a:latin typeface="Times New Roman" panose="02020603050405020304" pitchFamily="18" charset="0"/>
              </a:endParaRPr>
            </a:p>
          </p:txBody>
        </p:sp>
        <p:graphicFrame>
          <p:nvGraphicFramePr>
            <p:cNvPr id="76813" name="Object 24"/>
            <p:cNvGraphicFramePr>
              <a:graphicFrameLocks noChangeAspect="1"/>
            </p:cNvGraphicFramePr>
            <p:nvPr/>
          </p:nvGraphicFramePr>
          <p:xfrm>
            <a:off x="1240" y="3600"/>
            <a:ext cx="3737" cy="303"/>
          </p:xfrm>
          <a:graphic>
            <a:graphicData uri="http://schemas.openxmlformats.org/presentationml/2006/ole">
              <mc:AlternateContent xmlns:mc="http://schemas.openxmlformats.org/markup-compatibility/2006">
                <mc:Choice xmlns:v="urn:schemas-microsoft-com:vml" Requires="v">
                  <p:oleObj spid="_x0000_s132372" name="Equation" r:id="rId14" imgW="2971800" imgH="241300" progId="">
                    <p:embed/>
                  </p:oleObj>
                </mc:Choice>
                <mc:Fallback>
                  <p:oleObj name="Equation" r:id="rId14" imgW="2971800" imgH="241300" progId="">
                    <p:embed/>
                    <p:pic>
                      <p:nvPicPr>
                        <p:cNvPr id="0" name="Picture 18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40" y="3600"/>
                          <a:ext cx="3737" cy="3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93237"/>
                                        </p:tgtEl>
                                        <p:attrNameLst>
                                          <p:attrName>style.visibility</p:attrName>
                                        </p:attrNameLst>
                                      </p:cBhvr>
                                      <p:to>
                                        <p:strVal val="visible"/>
                                      </p:to>
                                    </p:set>
                                    <p:animEffect transition="in" filter="wipe(up)">
                                      <p:cBhvr>
                                        <p:cTn id="22" dur="500"/>
                                        <p:tgtEl>
                                          <p:spTgt spid="3932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78851" name="Rectangle 3"/>
          <p:cNvSpPr>
            <a:spLocks noChangeArrowheads="1"/>
          </p:cNvSpPr>
          <p:nvPr/>
        </p:nvSpPr>
        <p:spPr bwMode="auto">
          <a:xfrm>
            <a:off x="3548063"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4"/>
          <p:cNvGrpSpPr/>
          <p:nvPr/>
        </p:nvGrpSpPr>
        <p:grpSpPr bwMode="auto">
          <a:xfrm>
            <a:off x="1371600" y="1828800"/>
            <a:ext cx="6223000" cy="1473200"/>
            <a:chOff x="864" y="1152"/>
            <a:chExt cx="3920" cy="928"/>
          </a:xfrm>
        </p:grpSpPr>
        <p:graphicFrame>
          <p:nvGraphicFramePr>
            <p:cNvPr id="78868" name="Object 5"/>
            <p:cNvGraphicFramePr>
              <a:graphicFrameLocks noChangeAspect="1"/>
            </p:cNvGraphicFramePr>
            <p:nvPr/>
          </p:nvGraphicFramePr>
          <p:xfrm>
            <a:off x="1968" y="1632"/>
            <a:ext cx="2816" cy="304"/>
          </p:xfrm>
          <a:graphic>
            <a:graphicData uri="http://schemas.openxmlformats.org/presentationml/2006/ole">
              <mc:AlternateContent xmlns:mc="http://schemas.openxmlformats.org/markup-compatibility/2006">
                <mc:Choice xmlns:v="urn:schemas-microsoft-com:vml" Requires="v">
                  <p:oleObj spid="_x0000_s133352" name="Equation" r:id="rId1" imgW="2235200" imgH="241300" progId="Equation.3">
                    <p:embed/>
                  </p:oleObj>
                </mc:Choice>
                <mc:Fallback>
                  <p:oleObj name="Equation" r:id="rId1" imgW="2235200" imgH="241300" progId="Equation.3">
                    <p:embed/>
                    <p:pic>
                      <p:nvPicPr>
                        <p:cNvPr id="0" name="Picture 1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 y="1632"/>
                          <a:ext cx="2816"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869" name="Object 6"/>
            <p:cNvGraphicFramePr>
              <a:graphicFrameLocks noChangeAspect="1"/>
            </p:cNvGraphicFramePr>
            <p:nvPr/>
          </p:nvGraphicFramePr>
          <p:xfrm>
            <a:off x="864" y="1152"/>
            <a:ext cx="1936" cy="928"/>
          </p:xfrm>
          <a:graphic>
            <a:graphicData uri="http://schemas.openxmlformats.org/presentationml/2006/ole">
              <mc:AlternateContent xmlns:mc="http://schemas.openxmlformats.org/markup-compatibility/2006">
                <mc:Choice xmlns:v="urn:schemas-microsoft-com:vml" Requires="v">
                  <p:oleObj spid="_x0000_s133353" name="Equation" r:id="rId3" imgW="1536700" imgH="736600" progId="Equation.3">
                    <p:embed/>
                  </p:oleObj>
                </mc:Choice>
                <mc:Fallback>
                  <p:oleObj name="Equation" r:id="rId3" imgW="1536700" imgH="736600" progId="Equation.3">
                    <p:embed/>
                    <p:pic>
                      <p:nvPicPr>
                        <p:cNvPr id="0" name="Picture 1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4" y="1152"/>
                          <a:ext cx="1936" cy="9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8853" name="Rectangle 7"/>
          <p:cNvSpPr>
            <a:spLocks noChangeArrowheads="1"/>
          </p:cNvSpPr>
          <p:nvPr/>
        </p:nvSpPr>
        <p:spPr bwMode="auto">
          <a:xfrm>
            <a:off x="4376738"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8854" name="Rectangle 8"/>
          <p:cNvSpPr>
            <a:spLocks noChangeArrowheads="1"/>
          </p:cNvSpPr>
          <p:nvPr/>
        </p:nvSpPr>
        <p:spPr bwMode="auto">
          <a:xfrm>
            <a:off x="409575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8855" name="Rectangle 9"/>
          <p:cNvSpPr>
            <a:spLocks noChangeArrowheads="1"/>
          </p:cNvSpPr>
          <p:nvPr/>
        </p:nvSpPr>
        <p:spPr bwMode="auto">
          <a:xfrm>
            <a:off x="4433888"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3" name="Group 10"/>
          <p:cNvGrpSpPr/>
          <p:nvPr/>
        </p:nvGrpSpPr>
        <p:grpSpPr bwMode="auto">
          <a:xfrm>
            <a:off x="803275" y="3500438"/>
            <a:ext cx="8016875" cy="519112"/>
            <a:chOff x="422" y="2202"/>
            <a:chExt cx="5050" cy="327"/>
          </a:xfrm>
        </p:grpSpPr>
        <p:sp>
          <p:nvSpPr>
            <p:cNvPr id="78866" name="Text Box 11"/>
            <p:cNvSpPr txBox="1">
              <a:spLocks noChangeArrowheads="1"/>
            </p:cNvSpPr>
            <p:nvPr/>
          </p:nvSpPr>
          <p:spPr bwMode="auto">
            <a:xfrm>
              <a:off x="422" y="2202"/>
              <a:ext cx="50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计算量 </a:t>
              </a:r>
              <a:r>
                <a:rPr kumimoji="1" lang="en-US" altLang="zh-CN" sz="2800" b="1">
                  <a:solidFill>
                    <a:srgbClr val="1F2039"/>
                  </a:solidFill>
                  <a:latin typeface="宋体" panose="02010600030101010101" pitchFamily="2" charset="-122"/>
                </a:rPr>
                <a:t>:</a:t>
              </a:r>
              <a:endParaRPr kumimoji="1" lang="zh-CN" altLang="en-US" sz="2800" b="1">
                <a:solidFill>
                  <a:srgbClr val="1F2039"/>
                </a:solidFill>
                <a:latin typeface="Times New Roman" panose="02020603050405020304" pitchFamily="18" charset="0"/>
              </a:endParaRPr>
            </a:p>
          </p:txBody>
        </p:sp>
        <p:graphicFrame>
          <p:nvGraphicFramePr>
            <p:cNvPr id="78867" name="Object 12"/>
            <p:cNvGraphicFramePr>
              <a:graphicFrameLocks noChangeAspect="1"/>
            </p:cNvGraphicFramePr>
            <p:nvPr/>
          </p:nvGraphicFramePr>
          <p:xfrm>
            <a:off x="1565" y="2251"/>
            <a:ext cx="499" cy="255"/>
          </p:xfrm>
          <a:graphic>
            <a:graphicData uri="http://schemas.openxmlformats.org/presentationml/2006/ole">
              <mc:AlternateContent xmlns:mc="http://schemas.openxmlformats.org/markup-compatibility/2006">
                <mc:Choice xmlns:v="urn:schemas-microsoft-com:vml" Requires="v">
                  <p:oleObj spid="_x0000_s133354" name="" r:id="rId5" imgW="393700" imgH="203200" progId="Equation.3">
                    <p:embed/>
                  </p:oleObj>
                </mc:Choice>
                <mc:Fallback>
                  <p:oleObj name="" r:id="rId5" imgW="393700" imgH="203200" progId="Equation.3">
                    <p:embed/>
                    <p:pic>
                      <p:nvPicPr>
                        <p:cNvPr id="0" name="Picture 1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5" y="2251"/>
                          <a:ext cx="499" cy="2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8857" name="Rectangle 13"/>
          <p:cNvSpPr>
            <a:spLocks noChangeArrowheads="1"/>
          </p:cNvSpPr>
          <p:nvPr/>
        </p:nvSpPr>
        <p:spPr bwMode="auto">
          <a:xfrm>
            <a:off x="36718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4" name="Group 14"/>
          <p:cNvGrpSpPr/>
          <p:nvPr/>
        </p:nvGrpSpPr>
        <p:grpSpPr bwMode="auto">
          <a:xfrm>
            <a:off x="1050925" y="5629275"/>
            <a:ext cx="6645275" cy="519113"/>
            <a:chOff x="662" y="3546"/>
            <a:chExt cx="4186" cy="327"/>
          </a:xfrm>
        </p:grpSpPr>
        <p:graphicFrame>
          <p:nvGraphicFramePr>
            <p:cNvPr id="78864" name="Object 15"/>
            <p:cNvGraphicFramePr>
              <a:graphicFrameLocks noChangeAspect="1"/>
            </p:cNvGraphicFramePr>
            <p:nvPr/>
          </p:nvGraphicFramePr>
          <p:xfrm>
            <a:off x="2581" y="3552"/>
            <a:ext cx="2267" cy="288"/>
          </p:xfrm>
          <a:graphic>
            <a:graphicData uri="http://schemas.openxmlformats.org/presentationml/2006/ole">
              <mc:AlternateContent xmlns:mc="http://schemas.openxmlformats.org/markup-compatibility/2006">
                <mc:Choice xmlns:v="urn:schemas-microsoft-com:vml" Requires="v">
                  <p:oleObj spid="_x0000_s133355" name="" r:id="rId7" imgW="1803400" imgH="228600" progId="Equation.3">
                    <p:embed/>
                  </p:oleObj>
                </mc:Choice>
                <mc:Fallback>
                  <p:oleObj name="" r:id="rId7" imgW="1803400" imgH="228600" progId="Equation.3">
                    <p:embed/>
                    <p:pic>
                      <p:nvPicPr>
                        <p:cNvPr id="0" name="Picture 1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81" y="3552"/>
                          <a:ext cx="2267"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65" name="Text Box 16"/>
            <p:cNvSpPr txBox="1">
              <a:spLocks noChangeArrowheads="1"/>
            </p:cNvSpPr>
            <p:nvPr/>
          </p:nvSpPr>
          <p:spPr bwMode="auto">
            <a:xfrm>
              <a:off x="662" y="3546"/>
              <a:ext cx="18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定义前向变量为</a:t>
              </a:r>
              <a:r>
                <a:rPr kumimoji="1" lang="zh-CN" altLang="en-US" sz="2800" b="1">
                  <a:solidFill>
                    <a:srgbClr val="1F2039"/>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grpSp>
      <p:grpSp>
        <p:nvGrpSpPr>
          <p:cNvPr id="5" name="Group 17"/>
          <p:cNvGrpSpPr/>
          <p:nvPr/>
        </p:nvGrpSpPr>
        <p:grpSpPr bwMode="auto">
          <a:xfrm>
            <a:off x="827088" y="4221163"/>
            <a:ext cx="8016875" cy="519112"/>
            <a:chOff x="521" y="2659"/>
            <a:chExt cx="5050" cy="327"/>
          </a:xfrm>
        </p:grpSpPr>
        <p:sp>
          <p:nvSpPr>
            <p:cNvPr id="78861" name="Text Box 18"/>
            <p:cNvSpPr txBox="1">
              <a:spLocks noChangeArrowheads="1"/>
            </p:cNvSpPr>
            <p:nvPr/>
          </p:nvSpPr>
          <p:spPr bwMode="auto">
            <a:xfrm>
              <a:off x="521" y="2659"/>
              <a:ext cx="50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当           时，计算量达</a:t>
              </a:r>
              <a:endParaRPr kumimoji="1" lang="zh-CN" altLang="en-US" sz="2800" b="1">
                <a:solidFill>
                  <a:srgbClr val="1F2039"/>
                </a:solidFill>
                <a:latin typeface="Times New Roman" panose="02020603050405020304" pitchFamily="18" charset="0"/>
              </a:endParaRPr>
            </a:p>
          </p:txBody>
        </p:sp>
        <p:graphicFrame>
          <p:nvGraphicFramePr>
            <p:cNvPr id="78862" name="Object 19"/>
            <p:cNvGraphicFramePr>
              <a:graphicFrameLocks noChangeAspect="1"/>
            </p:cNvGraphicFramePr>
            <p:nvPr/>
          </p:nvGraphicFramePr>
          <p:xfrm>
            <a:off x="745" y="2705"/>
            <a:ext cx="1278" cy="255"/>
          </p:xfrm>
          <a:graphic>
            <a:graphicData uri="http://schemas.openxmlformats.org/presentationml/2006/ole">
              <mc:AlternateContent xmlns:mc="http://schemas.openxmlformats.org/markup-compatibility/2006">
                <mc:Choice xmlns:v="urn:schemas-microsoft-com:vml" Requires="v">
                  <p:oleObj spid="_x0000_s133356" name="Equation" r:id="rId9" imgW="1002665" imgH="203200" progId="">
                    <p:embed/>
                  </p:oleObj>
                </mc:Choice>
                <mc:Fallback>
                  <p:oleObj name="Equation" r:id="rId9" imgW="1002665" imgH="203200" progId="">
                    <p:embed/>
                    <p:pic>
                      <p:nvPicPr>
                        <p:cNvPr id="0" name="Picture 1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5" y="2705"/>
                          <a:ext cx="1278" cy="2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863" name="Object 20"/>
            <p:cNvGraphicFramePr>
              <a:graphicFrameLocks noChangeAspect="1"/>
            </p:cNvGraphicFramePr>
            <p:nvPr/>
          </p:nvGraphicFramePr>
          <p:xfrm>
            <a:off x="3379" y="2705"/>
            <a:ext cx="351" cy="254"/>
          </p:xfrm>
          <a:graphic>
            <a:graphicData uri="http://schemas.openxmlformats.org/presentationml/2006/ole">
              <mc:AlternateContent xmlns:mc="http://schemas.openxmlformats.org/markup-compatibility/2006">
                <mc:Choice xmlns:v="urn:schemas-microsoft-com:vml" Requires="v">
                  <p:oleObj spid="_x0000_s133357" name="" r:id="rId11" imgW="279400" imgH="203200" progId="Equation.3">
                    <p:embed/>
                  </p:oleObj>
                </mc:Choice>
                <mc:Fallback>
                  <p:oleObj name="" r:id="rId11" imgW="279400" imgH="203200" progId="Equation.3">
                    <p:embed/>
                    <p:pic>
                      <p:nvPicPr>
                        <p:cNvPr id="0" name="Picture 15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79" y="2705"/>
                          <a:ext cx="351"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95285" name="Text Box 21"/>
          <p:cNvSpPr txBox="1">
            <a:spLocks noChangeArrowheads="1"/>
          </p:cNvSpPr>
          <p:nvPr/>
        </p:nvSpPr>
        <p:spPr bwMode="auto">
          <a:xfrm>
            <a:off x="655638" y="4941888"/>
            <a:ext cx="30257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Blip>
                <a:blip r:embed="rId13"/>
              </a:buBlip>
            </a:pPr>
            <a:r>
              <a:rPr kumimoji="1" lang="zh-CN" altLang="en-US" sz="2800" b="1">
                <a:solidFill>
                  <a:srgbClr val="0070C0"/>
                </a:solidFill>
                <a:latin typeface="Times New Roman" panose="02020603050405020304" pitchFamily="18" charset="0"/>
              </a:rPr>
              <a:t>前向—后向算法</a:t>
            </a:r>
            <a:endParaRPr kumimoji="1" lang="zh-CN" altLang="en-US" sz="2800" b="1">
              <a:solidFill>
                <a:srgbClr val="0070C0"/>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95285"/>
                                        </p:tgtEl>
                                        <p:attrNameLst>
                                          <p:attrName>style.visibility</p:attrName>
                                        </p:attrNameLst>
                                      </p:cBhvr>
                                      <p:to>
                                        <p:strVal val="visible"/>
                                      </p:to>
                                    </p:set>
                                    <p:animEffect transition="in" filter="wipe(up)">
                                      <p:cBhvr>
                                        <p:cTn id="22" dur="500"/>
                                        <p:tgtEl>
                                          <p:spTgt spid="3952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up)">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8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80899" name="Text Box 3"/>
          <p:cNvSpPr txBox="1">
            <a:spLocks noChangeArrowheads="1"/>
          </p:cNvSpPr>
          <p:nvPr/>
        </p:nvSpPr>
        <p:spPr bwMode="auto">
          <a:xfrm>
            <a:off x="1127125" y="1873250"/>
            <a:ext cx="3756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前向变量有如下性质：</a:t>
            </a:r>
            <a:endParaRPr kumimoji="1" lang="zh-CN" altLang="en-US" sz="2800" b="1">
              <a:solidFill>
                <a:srgbClr val="1F2039"/>
              </a:solidFill>
              <a:latin typeface="Times New Roman" panose="02020603050405020304" pitchFamily="18" charset="0"/>
            </a:endParaRPr>
          </a:p>
        </p:txBody>
      </p:sp>
      <p:grpSp>
        <p:nvGrpSpPr>
          <p:cNvPr id="2" name="Group 4"/>
          <p:cNvGrpSpPr/>
          <p:nvPr/>
        </p:nvGrpSpPr>
        <p:grpSpPr bwMode="auto">
          <a:xfrm>
            <a:off x="1203325" y="2581275"/>
            <a:ext cx="6502400" cy="542925"/>
            <a:chOff x="758" y="1626"/>
            <a:chExt cx="4096" cy="342"/>
          </a:xfrm>
        </p:grpSpPr>
        <p:graphicFrame>
          <p:nvGraphicFramePr>
            <p:cNvPr id="80918" name="Object 5"/>
            <p:cNvGraphicFramePr>
              <a:graphicFrameLocks noChangeAspect="1"/>
            </p:cNvGraphicFramePr>
            <p:nvPr/>
          </p:nvGraphicFramePr>
          <p:xfrm>
            <a:off x="2592" y="1680"/>
            <a:ext cx="2262" cy="288"/>
          </p:xfrm>
          <a:graphic>
            <a:graphicData uri="http://schemas.openxmlformats.org/presentationml/2006/ole">
              <mc:AlternateContent xmlns:mc="http://schemas.openxmlformats.org/markup-compatibility/2006">
                <mc:Choice xmlns:v="urn:schemas-microsoft-com:vml" Requires="v">
                  <p:oleObj spid="_x0000_s134490" name="Equation" r:id="rId1" imgW="1803400" imgH="228600" progId="Equation.3">
                    <p:embed/>
                  </p:oleObj>
                </mc:Choice>
                <mc:Fallback>
                  <p:oleObj name="Equation" r:id="rId1" imgW="1803400" imgH="228600" progId="Equation.3">
                    <p:embed/>
                    <p:pic>
                      <p:nvPicPr>
                        <p:cNvPr id="0" name="Picture 2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2" y="1680"/>
                          <a:ext cx="2262"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0919" name="Text Box 6"/>
            <p:cNvSpPr txBox="1">
              <a:spLocks noChangeArrowheads="1"/>
            </p:cNvSpPr>
            <p:nvPr/>
          </p:nvSpPr>
          <p:spPr bwMode="auto">
            <a:xfrm>
              <a:off x="758" y="1626"/>
              <a:ext cx="15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（1）</a:t>
              </a:r>
              <a:r>
                <a:rPr kumimoji="1" lang="zh-CN" altLang="en-US" sz="2800" b="1">
                  <a:solidFill>
                    <a:srgbClr val="0070C0"/>
                  </a:solidFill>
                  <a:latin typeface="Times New Roman" panose="02020603050405020304" pitchFamily="18" charset="0"/>
                </a:rPr>
                <a:t>初值易求</a:t>
              </a:r>
              <a:endParaRPr kumimoji="1" lang="zh-CN" altLang="en-US" sz="2800" b="1">
                <a:solidFill>
                  <a:srgbClr val="0070C0"/>
                </a:solidFill>
                <a:latin typeface="Times New Roman" panose="02020603050405020304" pitchFamily="18" charset="0"/>
              </a:endParaRPr>
            </a:p>
          </p:txBody>
        </p:sp>
      </p:grpSp>
      <p:grpSp>
        <p:nvGrpSpPr>
          <p:cNvPr id="3" name="Group 7"/>
          <p:cNvGrpSpPr/>
          <p:nvPr/>
        </p:nvGrpSpPr>
        <p:grpSpPr bwMode="auto">
          <a:xfrm>
            <a:off x="1219200" y="3810000"/>
            <a:ext cx="6632575" cy="915988"/>
            <a:chOff x="768" y="2400"/>
            <a:chExt cx="4178" cy="577"/>
          </a:xfrm>
        </p:grpSpPr>
        <p:sp>
          <p:nvSpPr>
            <p:cNvPr id="80916" name="Text Box 8"/>
            <p:cNvSpPr txBox="1">
              <a:spLocks noChangeArrowheads="1"/>
            </p:cNvSpPr>
            <p:nvPr/>
          </p:nvSpPr>
          <p:spPr bwMode="auto">
            <a:xfrm>
              <a:off x="768" y="2544"/>
              <a:ext cx="18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（3）有</a:t>
              </a:r>
              <a:r>
                <a:rPr kumimoji="1" lang="zh-CN" altLang="en-US" sz="2800" b="1">
                  <a:solidFill>
                    <a:srgbClr val="0070C0"/>
                  </a:solidFill>
                  <a:latin typeface="Times New Roman" panose="02020603050405020304" pitchFamily="18" charset="0"/>
                </a:rPr>
                <a:t>递推关系</a:t>
              </a:r>
              <a:endParaRPr kumimoji="1" lang="zh-CN" altLang="en-US" sz="2800" b="1">
                <a:solidFill>
                  <a:srgbClr val="0070C0"/>
                </a:solidFill>
                <a:latin typeface="Times New Roman" panose="02020603050405020304" pitchFamily="18" charset="0"/>
              </a:endParaRPr>
            </a:p>
          </p:txBody>
        </p:sp>
        <p:graphicFrame>
          <p:nvGraphicFramePr>
            <p:cNvPr id="80917" name="Object 9"/>
            <p:cNvGraphicFramePr>
              <a:graphicFrameLocks noChangeAspect="1"/>
            </p:cNvGraphicFramePr>
            <p:nvPr/>
          </p:nvGraphicFramePr>
          <p:xfrm>
            <a:off x="2688" y="2400"/>
            <a:ext cx="2258" cy="577"/>
          </p:xfrm>
          <a:graphic>
            <a:graphicData uri="http://schemas.openxmlformats.org/presentationml/2006/ole">
              <mc:AlternateContent xmlns:mc="http://schemas.openxmlformats.org/markup-compatibility/2006">
                <mc:Choice xmlns:v="urn:schemas-microsoft-com:vml" Requires="v">
                  <p:oleObj spid="_x0000_s134491" name="" r:id="rId3" imgW="1790700" imgH="457200" progId="Equation.3">
                    <p:embed/>
                  </p:oleObj>
                </mc:Choice>
                <mc:Fallback>
                  <p:oleObj name="" r:id="rId3" imgW="1790700" imgH="457200" progId="Equation.3">
                    <p:embed/>
                    <p:pic>
                      <p:nvPicPr>
                        <p:cNvPr id="0" name="Picture 2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8" y="2400"/>
                          <a:ext cx="2258" cy="5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Group 10"/>
          <p:cNvGrpSpPr/>
          <p:nvPr/>
        </p:nvGrpSpPr>
        <p:grpSpPr bwMode="auto">
          <a:xfrm>
            <a:off x="1219200" y="3048000"/>
            <a:ext cx="6289675" cy="865188"/>
            <a:chOff x="768" y="1920"/>
            <a:chExt cx="3962" cy="545"/>
          </a:xfrm>
        </p:grpSpPr>
        <p:sp>
          <p:nvSpPr>
            <p:cNvPr id="80913" name="Text Box 11"/>
            <p:cNvSpPr txBox="1">
              <a:spLocks noChangeArrowheads="1"/>
            </p:cNvSpPr>
            <p:nvPr/>
          </p:nvSpPr>
          <p:spPr bwMode="auto">
            <a:xfrm>
              <a:off x="768" y="2016"/>
              <a:ext cx="15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（2）</a:t>
              </a:r>
              <a:r>
                <a:rPr kumimoji="1" lang="zh-CN" altLang="en-US" sz="2800" b="1">
                  <a:solidFill>
                    <a:srgbClr val="0070C0"/>
                  </a:solidFill>
                  <a:latin typeface="Times New Roman" panose="02020603050405020304" pitchFamily="18" charset="0"/>
                </a:rPr>
                <a:t>可以计算</a:t>
              </a:r>
              <a:endParaRPr kumimoji="1" lang="zh-CN" altLang="en-US" sz="2800" b="1">
                <a:solidFill>
                  <a:srgbClr val="0070C0"/>
                </a:solidFill>
                <a:latin typeface="Times New Roman" panose="02020603050405020304" pitchFamily="18" charset="0"/>
              </a:endParaRPr>
            </a:p>
          </p:txBody>
        </p:sp>
        <p:graphicFrame>
          <p:nvGraphicFramePr>
            <p:cNvPr id="80914" name="Object 12"/>
            <p:cNvGraphicFramePr>
              <a:graphicFrameLocks noChangeAspect="1"/>
            </p:cNvGraphicFramePr>
            <p:nvPr/>
          </p:nvGraphicFramePr>
          <p:xfrm>
            <a:off x="3216" y="1920"/>
            <a:ext cx="1514" cy="545"/>
          </p:xfrm>
          <a:graphic>
            <a:graphicData uri="http://schemas.openxmlformats.org/presentationml/2006/ole">
              <mc:AlternateContent xmlns:mc="http://schemas.openxmlformats.org/markup-compatibility/2006">
                <mc:Choice xmlns:v="urn:schemas-microsoft-com:vml" Requires="v">
                  <p:oleObj spid="_x0000_s134492" name="Equation" r:id="rId5" imgW="1193800" imgH="431800" progId="Equation.3">
                    <p:embed/>
                  </p:oleObj>
                </mc:Choice>
                <mc:Fallback>
                  <p:oleObj name="Equation" r:id="rId5" imgW="1193800" imgH="431800" progId="Equation.3">
                    <p:embed/>
                    <p:pic>
                      <p:nvPicPr>
                        <p:cNvPr id="0" name="Picture 2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6" y="1920"/>
                          <a:ext cx="1514" cy="5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15" name="Object 13"/>
            <p:cNvGraphicFramePr>
              <a:graphicFrameLocks noChangeAspect="1"/>
            </p:cNvGraphicFramePr>
            <p:nvPr/>
          </p:nvGraphicFramePr>
          <p:xfrm>
            <a:off x="2256" y="2096"/>
            <a:ext cx="689" cy="256"/>
          </p:xfrm>
          <a:graphic>
            <a:graphicData uri="http://schemas.openxmlformats.org/presentationml/2006/ole">
              <mc:AlternateContent xmlns:mc="http://schemas.openxmlformats.org/markup-compatibility/2006">
                <mc:Choice xmlns:v="urn:schemas-microsoft-com:vml" Requires="v">
                  <p:oleObj spid="_x0000_s134493" name="Equation" r:id="rId7" imgW="545465" imgH="203200" progId="Equation.3">
                    <p:embed/>
                  </p:oleObj>
                </mc:Choice>
                <mc:Fallback>
                  <p:oleObj name="Equation" r:id="rId7" imgW="545465" imgH="203200" progId="Equation.3">
                    <p:embed/>
                    <p:pic>
                      <p:nvPicPr>
                        <p:cNvPr id="0" name="Picture 2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6" y="2096"/>
                          <a:ext cx="689"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4"/>
          <p:cNvGrpSpPr/>
          <p:nvPr/>
        </p:nvGrpSpPr>
        <p:grpSpPr bwMode="auto">
          <a:xfrm>
            <a:off x="1203325" y="5073650"/>
            <a:ext cx="7685088" cy="1389063"/>
            <a:chOff x="758" y="3196"/>
            <a:chExt cx="4841" cy="875"/>
          </a:xfrm>
        </p:grpSpPr>
        <p:sp>
          <p:nvSpPr>
            <p:cNvPr id="80904" name="Text Box 15"/>
            <p:cNvSpPr txBox="1">
              <a:spLocks noChangeArrowheads="1"/>
            </p:cNvSpPr>
            <p:nvPr/>
          </p:nvSpPr>
          <p:spPr bwMode="auto">
            <a:xfrm>
              <a:off x="758" y="3196"/>
              <a:ext cx="48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因此可以利用递推关系，逐层递推，计算出全部</a:t>
              </a:r>
              <a:endParaRPr kumimoji="1" lang="zh-CN" altLang="en-US" sz="2800" b="1">
                <a:solidFill>
                  <a:srgbClr val="1F2039"/>
                </a:solidFill>
                <a:latin typeface="Times New Roman" panose="02020603050405020304" pitchFamily="18" charset="0"/>
              </a:endParaRPr>
            </a:p>
          </p:txBody>
        </p:sp>
        <p:graphicFrame>
          <p:nvGraphicFramePr>
            <p:cNvPr id="80905" name="Object 16"/>
            <p:cNvGraphicFramePr>
              <a:graphicFrameLocks noChangeAspect="1"/>
            </p:cNvGraphicFramePr>
            <p:nvPr/>
          </p:nvGraphicFramePr>
          <p:xfrm>
            <a:off x="1536" y="3552"/>
            <a:ext cx="943" cy="224"/>
          </p:xfrm>
          <a:graphic>
            <a:graphicData uri="http://schemas.openxmlformats.org/presentationml/2006/ole">
              <mc:AlternateContent xmlns:mc="http://schemas.openxmlformats.org/markup-compatibility/2006">
                <mc:Choice xmlns:v="urn:schemas-microsoft-com:vml" Requires="v">
                  <p:oleObj spid="_x0000_s134494" name="" r:id="rId9" imgW="748665" imgH="177800" progId="Equation.3">
                    <p:embed/>
                  </p:oleObj>
                </mc:Choice>
                <mc:Fallback>
                  <p:oleObj name="" r:id="rId9" imgW="748665" imgH="177800" progId="Equation.3">
                    <p:embed/>
                    <p:pic>
                      <p:nvPicPr>
                        <p:cNvPr id="0" name="Picture 2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36" y="3552"/>
                          <a:ext cx="943" cy="2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06" name="Object 17"/>
            <p:cNvGraphicFramePr>
              <a:graphicFrameLocks noChangeAspect="1"/>
            </p:cNvGraphicFramePr>
            <p:nvPr/>
          </p:nvGraphicFramePr>
          <p:xfrm>
            <a:off x="2640" y="3584"/>
            <a:ext cx="783" cy="256"/>
          </p:xfrm>
          <a:graphic>
            <a:graphicData uri="http://schemas.openxmlformats.org/presentationml/2006/ole">
              <mc:AlternateContent xmlns:mc="http://schemas.openxmlformats.org/markup-compatibility/2006">
                <mc:Choice xmlns:v="urn:schemas-microsoft-com:vml" Requires="v">
                  <p:oleObj spid="_x0000_s134495" name="" r:id="rId11" imgW="622300" imgH="203200" progId="Equation.3">
                    <p:embed/>
                  </p:oleObj>
                </mc:Choice>
                <mc:Fallback>
                  <p:oleObj name="" r:id="rId11" imgW="622300" imgH="203200" progId="Equation.3">
                    <p:embed/>
                    <p:pic>
                      <p:nvPicPr>
                        <p:cNvPr id="0" name="Picture 2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40" y="3584"/>
                          <a:ext cx="783"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07" name="Object 18"/>
            <p:cNvGraphicFramePr>
              <a:graphicFrameLocks noChangeAspect="1"/>
            </p:cNvGraphicFramePr>
            <p:nvPr/>
          </p:nvGraphicFramePr>
          <p:xfrm>
            <a:off x="848" y="3504"/>
            <a:ext cx="463" cy="287"/>
          </p:xfrm>
          <a:graphic>
            <a:graphicData uri="http://schemas.openxmlformats.org/presentationml/2006/ole">
              <mc:AlternateContent xmlns:mc="http://schemas.openxmlformats.org/markup-compatibility/2006">
                <mc:Choice xmlns:v="urn:schemas-microsoft-com:vml" Requires="v">
                  <p:oleObj spid="_x0000_s134496" name="Equation" r:id="rId13" imgW="368300" imgH="228600" progId="Equation.3">
                    <p:embed/>
                  </p:oleObj>
                </mc:Choice>
                <mc:Fallback>
                  <p:oleObj name="Equation" r:id="rId13" imgW="368300" imgH="228600" progId="Equation.3">
                    <p:embed/>
                    <p:pic>
                      <p:nvPicPr>
                        <p:cNvPr id="0" name="Picture 2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8" y="3504"/>
                          <a:ext cx="46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08" name="Text Box 19"/>
            <p:cNvSpPr txBox="1">
              <a:spLocks noChangeArrowheads="1"/>
            </p:cNvSpPr>
            <p:nvPr/>
          </p:nvSpPr>
          <p:spPr bwMode="auto">
            <a:xfrm>
              <a:off x="3312" y="3513"/>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。最后再由</a:t>
              </a:r>
              <a:endParaRPr kumimoji="1" lang="zh-CN" altLang="en-US" sz="2800" b="1">
                <a:solidFill>
                  <a:srgbClr val="1F2039"/>
                </a:solidFill>
                <a:latin typeface="Times New Roman" panose="02020603050405020304" pitchFamily="18" charset="0"/>
              </a:endParaRPr>
            </a:p>
          </p:txBody>
        </p:sp>
        <p:graphicFrame>
          <p:nvGraphicFramePr>
            <p:cNvPr id="80909" name="Object 20"/>
            <p:cNvGraphicFramePr>
              <a:graphicFrameLocks noChangeAspect="1"/>
            </p:cNvGraphicFramePr>
            <p:nvPr/>
          </p:nvGraphicFramePr>
          <p:xfrm>
            <a:off x="4512" y="3552"/>
            <a:ext cx="462" cy="271"/>
          </p:xfrm>
          <a:graphic>
            <a:graphicData uri="http://schemas.openxmlformats.org/presentationml/2006/ole">
              <mc:AlternateContent xmlns:mc="http://schemas.openxmlformats.org/markup-compatibility/2006">
                <mc:Choice xmlns:v="urn:schemas-microsoft-com:vml" Requires="v">
                  <p:oleObj spid="_x0000_s134497" name="Equation" r:id="rId15" imgW="368300" imgH="215900" progId="Equation.3">
                    <p:embed/>
                  </p:oleObj>
                </mc:Choice>
                <mc:Fallback>
                  <p:oleObj name="Equation" r:id="rId15" imgW="368300" imgH="215900" progId="Equation.3">
                    <p:embed/>
                    <p:pic>
                      <p:nvPicPr>
                        <p:cNvPr id="0" name="Picture 2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12" y="3552"/>
                          <a:ext cx="462"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0910" name="Text Box 21"/>
            <p:cNvSpPr txBox="1">
              <a:spLocks noChangeArrowheads="1"/>
            </p:cNvSpPr>
            <p:nvPr/>
          </p:nvSpPr>
          <p:spPr bwMode="auto">
            <a:xfrm>
              <a:off x="4934" y="3484"/>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计算</a:t>
              </a:r>
              <a:endParaRPr kumimoji="1" lang="zh-CN" altLang="en-US" sz="2800" b="1">
                <a:solidFill>
                  <a:srgbClr val="1F2039"/>
                </a:solidFill>
                <a:latin typeface="Times New Roman" panose="02020603050405020304" pitchFamily="18" charset="0"/>
              </a:endParaRPr>
            </a:p>
          </p:txBody>
        </p:sp>
        <p:sp>
          <p:nvSpPr>
            <p:cNvPr id="80911" name="Text Box 22"/>
            <p:cNvSpPr txBox="1">
              <a:spLocks noChangeArrowheads="1"/>
            </p:cNvSpPr>
            <p:nvPr/>
          </p:nvSpPr>
          <p:spPr bwMode="auto">
            <a:xfrm>
              <a:off x="758" y="3744"/>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得到</a:t>
              </a:r>
              <a:endParaRPr kumimoji="1" lang="zh-CN" altLang="en-US" sz="2800" b="1">
                <a:solidFill>
                  <a:srgbClr val="1F2039"/>
                </a:solidFill>
                <a:latin typeface="Times New Roman" panose="02020603050405020304" pitchFamily="18" charset="0"/>
              </a:endParaRPr>
            </a:p>
          </p:txBody>
        </p:sp>
        <p:graphicFrame>
          <p:nvGraphicFramePr>
            <p:cNvPr id="80912" name="Object 23"/>
            <p:cNvGraphicFramePr>
              <a:graphicFrameLocks noChangeAspect="1"/>
            </p:cNvGraphicFramePr>
            <p:nvPr/>
          </p:nvGraphicFramePr>
          <p:xfrm>
            <a:off x="1344" y="3792"/>
            <a:ext cx="689" cy="256"/>
          </p:xfrm>
          <a:graphic>
            <a:graphicData uri="http://schemas.openxmlformats.org/presentationml/2006/ole">
              <mc:AlternateContent xmlns:mc="http://schemas.openxmlformats.org/markup-compatibility/2006">
                <mc:Choice xmlns:v="urn:schemas-microsoft-com:vml" Requires="v">
                  <p:oleObj spid="_x0000_s134498" name="Equation" r:id="rId17" imgW="545465" imgH="203200" progId="Equation.3">
                    <p:embed/>
                  </p:oleObj>
                </mc:Choice>
                <mc:Fallback>
                  <p:oleObj name="Equation" r:id="rId17" imgW="545465" imgH="203200" progId="Equation.3">
                    <p:embed/>
                    <p:pic>
                      <p:nvPicPr>
                        <p:cNvPr id="0" name="Picture 23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44" y="3792"/>
                          <a:ext cx="689"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80899" name="Text Box 3"/>
          <p:cNvSpPr txBox="1">
            <a:spLocks noChangeArrowheads="1"/>
          </p:cNvSpPr>
          <p:nvPr/>
        </p:nvSpPr>
        <p:spPr bwMode="auto">
          <a:xfrm>
            <a:off x="1127125" y="1873250"/>
            <a:ext cx="49760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smtClean="0">
                <a:solidFill>
                  <a:srgbClr val="1F2039"/>
                </a:solidFill>
                <a:latin typeface="Times New Roman" panose="02020603050405020304" pitchFamily="18" charset="0"/>
              </a:rPr>
              <a:t>欲证                                            </a:t>
            </a:r>
            <a:r>
              <a:rPr kumimoji="1" lang="en-US" altLang="zh-CN" sz="2800" b="1" dirty="0" smtClean="0">
                <a:solidFill>
                  <a:srgbClr val="1F2039"/>
                </a:solidFill>
                <a:latin typeface="Times New Roman" panose="02020603050405020304" pitchFamily="18" charset="0"/>
              </a:rPr>
              <a:t>:</a:t>
            </a:r>
            <a:endParaRPr kumimoji="1" lang="zh-CN" altLang="en-US" sz="2800" b="1" dirty="0">
              <a:solidFill>
                <a:srgbClr val="1F2039"/>
              </a:solidFill>
              <a:latin typeface="Times New Roman" panose="02020603050405020304" pitchFamily="18" charset="0"/>
            </a:endParaRPr>
          </a:p>
        </p:txBody>
      </p:sp>
      <p:graphicFrame>
        <p:nvGraphicFramePr>
          <p:cNvPr id="80917" name="Object 9"/>
          <p:cNvGraphicFramePr>
            <a:graphicFrameLocks noChangeAspect="1"/>
          </p:cNvGraphicFramePr>
          <p:nvPr/>
        </p:nvGraphicFramePr>
        <p:xfrm>
          <a:off x="2105025" y="1643063"/>
          <a:ext cx="3635375" cy="915987"/>
        </p:xfrm>
        <a:graphic>
          <a:graphicData uri="http://schemas.openxmlformats.org/presentationml/2006/ole">
            <mc:AlternateContent xmlns:mc="http://schemas.openxmlformats.org/markup-compatibility/2006">
              <mc:Choice xmlns:v="urn:schemas-microsoft-com:vml" Requires="v">
                <p:oleObj spid="_x0000_s424000" name="Equation" r:id="rId1" imgW="1816100" imgH="457200" progId="Equation.3">
                  <p:embed/>
                </p:oleObj>
              </mc:Choice>
              <mc:Fallback>
                <p:oleObj name="Equation" r:id="rId1" imgW="1816100" imgH="457200" progId="Equation.3">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025" y="1643063"/>
                        <a:ext cx="3635375" cy="915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3947" name="Object 11"/>
          <p:cNvGraphicFramePr>
            <a:graphicFrameLocks noChangeAspect="1"/>
          </p:cNvGraphicFramePr>
          <p:nvPr/>
        </p:nvGraphicFramePr>
        <p:xfrm>
          <a:off x="1214414" y="2714620"/>
          <a:ext cx="4473575" cy="1169988"/>
        </p:xfrm>
        <a:graphic>
          <a:graphicData uri="http://schemas.openxmlformats.org/presentationml/2006/ole">
            <mc:AlternateContent xmlns:mc="http://schemas.openxmlformats.org/markup-compatibility/2006">
              <mc:Choice xmlns:v="urn:schemas-microsoft-com:vml" Requires="v">
                <p:oleObj spid="_x0000_s424001" name="Equation" r:id="rId3" imgW="2235200" imgH="584200" progId="Equation.3">
                  <p:embed/>
                </p:oleObj>
              </mc:Choice>
              <mc:Fallback>
                <p:oleObj name="Equation" r:id="rId3" imgW="2235200" imgH="584200" progId="Equation.3">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414" y="2714620"/>
                        <a:ext cx="4473575" cy="1169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3948" name="Object 12"/>
          <p:cNvGraphicFramePr>
            <a:graphicFrameLocks noChangeAspect="1"/>
          </p:cNvGraphicFramePr>
          <p:nvPr/>
        </p:nvGraphicFramePr>
        <p:xfrm>
          <a:off x="1142976" y="4044963"/>
          <a:ext cx="6811962" cy="1169987"/>
        </p:xfrm>
        <a:graphic>
          <a:graphicData uri="http://schemas.openxmlformats.org/presentationml/2006/ole">
            <mc:AlternateContent xmlns:mc="http://schemas.openxmlformats.org/markup-compatibility/2006">
              <mc:Choice xmlns:v="urn:schemas-microsoft-com:vml" Requires="v">
                <p:oleObj spid="_x0000_s424002" name="Equation" r:id="rId5" imgW="3403600" imgH="584200" progId="Equation.3">
                  <p:embed/>
                </p:oleObj>
              </mc:Choice>
              <mc:Fallback>
                <p:oleObj name="Equation" r:id="rId5" imgW="3403600" imgH="584200" progId="Equation.3">
                  <p:embed/>
                  <p:pic>
                    <p:nvPicPr>
                      <p:cNvPr id="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2976" y="4044963"/>
                        <a:ext cx="6811962" cy="1169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3949" name="Object 13"/>
          <p:cNvGraphicFramePr>
            <a:graphicFrameLocks noChangeAspect="1"/>
          </p:cNvGraphicFramePr>
          <p:nvPr/>
        </p:nvGraphicFramePr>
        <p:xfrm>
          <a:off x="1104920" y="5357826"/>
          <a:ext cx="6253162" cy="865188"/>
        </p:xfrm>
        <a:graphic>
          <a:graphicData uri="http://schemas.openxmlformats.org/presentationml/2006/ole">
            <mc:AlternateContent xmlns:mc="http://schemas.openxmlformats.org/markup-compatibility/2006">
              <mc:Choice xmlns:v="urn:schemas-microsoft-com:vml" Requires="v">
                <p:oleObj spid="_x0000_s424003" name="Equation" r:id="rId7" imgW="3124200" imgH="431800" progId="Equation.3">
                  <p:embed/>
                </p:oleObj>
              </mc:Choice>
              <mc:Fallback>
                <p:oleObj name="Equation" r:id="rId7" imgW="3124200" imgH="431800" progId="Equation.3">
                  <p:embed/>
                  <p:pic>
                    <p:nvPicPr>
                      <p:cNvPr id="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4920" y="5357826"/>
                        <a:ext cx="6253162" cy="86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23947"/>
                                        </p:tgtEl>
                                        <p:attrNameLst>
                                          <p:attrName>style.visibility</p:attrName>
                                        </p:attrNameLst>
                                      </p:cBhvr>
                                      <p:to>
                                        <p:strVal val="visible"/>
                                      </p:to>
                                    </p:set>
                                    <p:animEffect transition="in" filter="wipe(up)">
                                      <p:cBhvr>
                                        <p:cTn id="7" dur="500"/>
                                        <p:tgtEl>
                                          <p:spTgt spid="4239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23948"/>
                                        </p:tgtEl>
                                        <p:attrNameLst>
                                          <p:attrName>style.visibility</p:attrName>
                                        </p:attrNameLst>
                                      </p:cBhvr>
                                      <p:to>
                                        <p:strVal val="visible"/>
                                      </p:to>
                                    </p:set>
                                    <p:animEffect transition="in" filter="wipe(up)">
                                      <p:cBhvr>
                                        <p:cTn id="12" dur="500"/>
                                        <p:tgtEl>
                                          <p:spTgt spid="4239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23949"/>
                                        </p:tgtEl>
                                        <p:attrNameLst>
                                          <p:attrName>style.visibility</p:attrName>
                                        </p:attrNameLst>
                                      </p:cBhvr>
                                      <p:to>
                                        <p:strVal val="visible"/>
                                      </p:to>
                                    </p:set>
                                    <p:animEffect transition="in" filter="wipe(up)">
                                      <p:cBhvr>
                                        <p:cTn id="17" dur="500"/>
                                        <p:tgtEl>
                                          <p:spTgt spid="423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aphicFrame>
        <p:nvGraphicFramePr>
          <p:cNvPr id="82947" name="Object 3"/>
          <p:cNvGraphicFramePr>
            <a:graphicFrameLocks noChangeAspect="1"/>
          </p:cNvGraphicFramePr>
          <p:nvPr/>
        </p:nvGraphicFramePr>
        <p:xfrm>
          <a:off x="762000" y="1752600"/>
          <a:ext cx="7143750" cy="4286250"/>
        </p:xfrm>
        <a:graphic>
          <a:graphicData uri="http://schemas.openxmlformats.org/presentationml/2006/ole">
            <mc:AlternateContent xmlns:mc="http://schemas.openxmlformats.org/markup-compatibility/2006">
              <mc:Choice xmlns:v="urn:schemas-microsoft-com:vml" Requires="v">
                <p:oleObj spid="_x0000_s135248" name="Document" r:id="rId1" imgW="7150735" imgH="4286250" progId="Word.Document.8">
                  <p:embed/>
                </p:oleObj>
              </mc:Choice>
              <mc:Fallback>
                <p:oleObj name="Document" r:id="rId1" imgW="7150735" imgH="4286250" progId="Word.Document.8">
                  <p:embed/>
                  <p:pic>
                    <p:nvPicPr>
                      <p:cNvPr id="0" name="Picture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752600"/>
                        <a:ext cx="7143750" cy="428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48" name="Rectangle 4"/>
          <p:cNvSpPr>
            <a:spLocks noChangeArrowheads="1"/>
          </p:cNvSpPr>
          <p:nvPr/>
        </p:nvSpPr>
        <p:spPr bwMode="auto">
          <a:xfrm>
            <a:off x="4414838"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 name="Group 5"/>
          <p:cNvGrpSpPr/>
          <p:nvPr/>
        </p:nvGrpSpPr>
        <p:grpSpPr bwMode="auto">
          <a:xfrm>
            <a:off x="746125" y="5378450"/>
            <a:ext cx="8218488" cy="569913"/>
            <a:chOff x="470" y="3388"/>
            <a:chExt cx="5177" cy="359"/>
          </a:xfrm>
        </p:grpSpPr>
        <p:sp>
          <p:nvSpPr>
            <p:cNvPr id="82950" name="Text Box 6"/>
            <p:cNvSpPr txBox="1">
              <a:spLocks noChangeArrowheads="1"/>
            </p:cNvSpPr>
            <p:nvPr/>
          </p:nvSpPr>
          <p:spPr bwMode="auto">
            <a:xfrm>
              <a:off x="470" y="3388"/>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计算量为</a:t>
              </a:r>
              <a:endParaRPr kumimoji="1" lang="zh-CN" altLang="en-US" sz="2800" b="1">
                <a:solidFill>
                  <a:srgbClr val="1F2039"/>
                </a:solidFill>
                <a:latin typeface="Times New Roman" panose="02020603050405020304" pitchFamily="18" charset="0"/>
              </a:endParaRPr>
            </a:p>
          </p:txBody>
        </p:sp>
        <p:graphicFrame>
          <p:nvGraphicFramePr>
            <p:cNvPr id="82951" name="Object 7"/>
            <p:cNvGraphicFramePr>
              <a:graphicFrameLocks noChangeAspect="1"/>
            </p:cNvGraphicFramePr>
            <p:nvPr/>
          </p:nvGraphicFramePr>
          <p:xfrm>
            <a:off x="1392" y="3442"/>
            <a:ext cx="399" cy="254"/>
          </p:xfrm>
          <a:graphic>
            <a:graphicData uri="http://schemas.openxmlformats.org/presentationml/2006/ole">
              <mc:AlternateContent xmlns:mc="http://schemas.openxmlformats.org/markup-compatibility/2006">
                <mc:Choice xmlns:v="urn:schemas-microsoft-com:vml" Requires="v">
                  <p:oleObj spid="_x0000_s135249" name="" r:id="rId3" imgW="317500" imgH="203200" progId="Equation.3">
                    <p:embed/>
                  </p:oleObj>
                </mc:Choice>
                <mc:Fallback>
                  <p:oleObj name="" r:id="rId3" imgW="317500" imgH="203200" progId="Equation.3">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 y="3442"/>
                          <a:ext cx="399"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52" name="Text Box 8"/>
            <p:cNvSpPr txBox="1">
              <a:spLocks noChangeArrowheads="1"/>
            </p:cNvSpPr>
            <p:nvPr/>
          </p:nvSpPr>
          <p:spPr bwMode="auto">
            <a:xfrm>
              <a:off x="1680" y="3417"/>
              <a:ext cx="396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a:t>
              </a:r>
              <a:r>
                <a:rPr kumimoji="1" lang="en-US" altLang="zh-CN" sz="2800" b="1" i="1">
                  <a:solidFill>
                    <a:srgbClr val="1F2039"/>
                  </a:solidFill>
                  <a:latin typeface="Times New Roman" panose="02020603050405020304" pitchFamily="18" charset="0"/>
                </a:rPr>
                <a:t>N</a:t>
              </a:r>
              <a:r>
                <a:rPr kumimoji="1" lang="en-US" altLang="zh-CN" sz="2800" b="1">
                  <a:solidFill>
                    <a:srgbClr val="1F2039"/>
                  </a:solidFill>
                  <a:latin typeface="Times New Roman" panose="02020603050405020304" pitchFamily="18" charset="0"/>
                </a:rPr>
                <a:t>=5  </a:t>
              </a:r>
              <a:r>
                <a:rPr kumimoji="1" lang="en-US" altLang="zh-CN" sz="2800" b="1" i="1">
                  <a:solidFill>
                    <a:srgbClr val="1F2039"/>
                  </a:solidFill>
                  <a:latin typeface="Times New Roman" panose="02020603050405020304" pitchFamily="18" charset="0"/>
                </a:rPr>
                <a:t>T</a:t>
              </a:r>
              <a:r>
                <a:rPr kumimoji="1" lang="en-US" altLang="zh-CN" sz="2800" b="1">
                  <a:solidFill>
                    <a:srgbClr val="1F2039"/>
                  </a:solidFill>
                  <a:latin typeface="Times New Roman" panose="02020603050405020304" pitchFamily="18" charset="0"/>
                </a:rPr>
                <a:t>=100</a:t>
              </a:r>
              <a:r>
                <a:rPr kumimoji="1" lang="zh-CN" altLang="en-US" sz="2800" b="1">
                  <a:solidFill>
                    <a:srgbClr val="1F2039"/>
                  </a:solidFill>
                  <a:latin typeface="Times New Roman" panose="02020603050405020304" pitchFamily="18" charset="0"/>
                </a:rPr>
                <a:t>时，只需</a:t>
              </a:r>
              <a:r>
                <a:rPr kumimoji="1" lang="en-US" altLang="zh-CN" sz="2800" b="1">
                  <a:solidFill>
                    <a:srgbClr val="1F2039"/>
                  </a:solidFill>
                  <a:latin typeface="Times New Roman" panose="02020603050405020304" pitchFamily="18" charset="0"/>
                </a:rPr>
                <a:t>2500</a:t>
              </a:r>
              <a:r>
                <a:rPr kumimoji="1" lang="zh-CN" altLang="en-US" sz="2800" b="1">
                  <a:solidFill>
                    <a:srgbClr val="1F2039"/>
                  </a:solidFill>
                  <a:latin typeface="Times New Roman" panose="02020603050405020304" pitchFamily="18" charset="0"/>
                </a:rPr>
                <a:t>次乘法运算</a:t>
              </a:r>
              <a:endParaRPr kumimoji="1" lang="zh-CN" altLang="en-US" sz="2800" b="1">
                <a:solidFill>
                  <a:srgbClr val="1F2039"/>
                </a:solidFill>
                <a:latin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84995" name="Rectangle 3"/>
          <p:cNvSpPr>
            <a:spLocks noChangeArrowheads="1"/>
          </p:cNvSpPr>
          <p:nvPr/>
        </p:nvSpPr>
        <p:spPr bwMode="auto">
          <a:xfrm>
            <a:off x="2628900" y="2071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84996" name="Object 4"/>
          <p:cNvGraphicFramePr>
            <a:graphicFrameLocks noChangeAspect="1"/>
          </p:cNvGraphicFramePr>
          <p:nvPr/>
        </p:nvGraphicFramePr>
        <p:xfrm>
          <a:off x="2133600" y="2176463"/>
          <a:ext cx="5830888" cy="4071937"/>
        </p:xfrm>
        <a:graphic>
          <a:graphicData uri="http://schemas.openxmlformats.org/presentationml/2006/ole">
            <mc:AlternateContent xmlns:mc="http://schemas.openxmlformats.org/markup-compatibility/2006">
              <mc:Choice xmlns:v="urn:schemas-microsoft-com:vml" Requires="v">
                <p:oleObj spid="_x0000_s136234" name="" r:id="rId1" imgW="3886200" imgH="2713990" progId="Word.Picture.8">
                  <p:embed/>
                </p:oleObj>
              </mc:Choice>
              <mc:Fallback>
                <p:oleObj name="" r:id="rId1" imgW="3886200" imgH="2713990" progId="Word.Picture.8">
                  <p:embed/>
                  <p:pic>
                    <p:nvPicPr>
                      <p:cNvPr id="0"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176463"/>
                        <a:ext cx="5830888" cy="4071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4997" name="Text Box 5"/>
          <p:cNvSpPr txBox="1">
            <a:spLocks noChangeArrowheads="1"/>
          </p:cNvSpPr>
          <p:nvPr/>
        </p:nvSpPr>
        <p:spPr bwMode="auto">
          <a:xfrm>
            <a:off x="609600" y="1676400"/>
            <a:ext cx="170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格型结构</a:t>
            </a:r>
            <a:r>
              <a:rPr kumimoji="1" lang="zh-CN" altLang="en-US" sz="2800" b="1">
                <a:solidFill>
                  <a:srgbClr val="1F2039"/>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pSp>
        <p:nvGrpSpPr>
          <p:cNvPr id="2" name="Group 3"/>
          <p:cNvGrpSpPr/>
          <p:nvPr/>
        </p:nvGrpSpPr>
        <p:grpSpPr bwMode="auto">
          <a:xfrm>
            <a:off x="746125" y="1971675"/>
            <a:ext cx="5426075" cy="1228725"/>
            <a:chOff x="470" y="1242"/>
            <a:chExt cx="3418" cy="774"/>
          </a:xfrm>
        </p:grpSpPr>
        <p:graphicFrame>
          <p:nvGraphicFramePr>
            <p:cNvPr id="87053" name="Object 4"/>
            <p:cNvGraphicFramePr>
              <a:graphicFrameLocks noChangeAspect="1"/>
            </p:cNvGraphicFramePr>
            <p:nvPr/>
          </p:nvGraphicFramePr>
          <p:xfrm>
            <a:off x="1426" y="1728"/>
            <a:ext cx="2462" cy="288"/>
          </p:xfrm>
          <a:graphic>
            <a:graphicData uri="http://schemas.openxmlformats.org/presentationml/2006/ole">
              <mc:AlternateContent xmlns:mc="http://schemas.openxmlformats.org/markup-compatibility/2006">
                <mc:Choice xmlns:v="urn:schemas-microsoft-com:vml" Requires="v">
                  <p:oleObj spid="_x0000_s137372" name="" r:id="rId1" imgW="1955800" imgH="228600" progId="Equation.3">
                    <p:embed/>
                  </p:oleObj>
                </mc:Choice>
                <mc:Fallback>
                  <p:oleObj name="" r:id="rId1" imgW="1955800" imgH="228600" progId="Equation.3">
                    <p:embed/>
                    <p:pic>
                      <p:nvPicPr>
                        <p:cNvPr id="0"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6" y="1728"/>
                          <a:ext cx="2462"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54" name="Text Box 5"/>
            <p:cNvSpPr txBox="1">
              <a:spLocks noChangeArrowheads="1"/>
            </p:cNvSpPr>
            <p:nvPr/>
          </p:nvSpPr>
          <p:spPr bwMode="auto">
            <a:xfrm>
              <a:off x="470" y="1242"/>
              <a:ext cx="17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定义</a:t>
              </a:r>
              <a:r>
                <a:rPr kumimoji="1" lang="zh-CN" altLang="en-US" sz="2800" b="1">
                  <a:solidFill>
                    <a:srgbClr val="0070C0"/>
                  </a:solidFill>
                  <a:latin typeface="宋体" panose="02010600030101010101" pitchFamily="2" charset="-122"/>
                </a:rPr>
                <a:t>后向变量</a:t>
              </a:r>
              <a:r>
                <a:rPr kumimoji="1" lang="zh-CN" altLang="en-US" sz="2800" b="1">
                  <a:solidFill>
                    <a:srgbClr val="1F2039"/>
                  </a:solidFill>
                  <a:latin typeface="宋体" panose="02010600030101010101" pitchFamily="2" charset="-122"/>
                </a:rPr>
                <a:t>为</a:t>
              </a:r>
              <a:r>
                <a:rPr kumimoji="1" lang="zh-CN" altLang="en-US" sz="2800" b="1">
                  <a:solidFill>
                    <a:srgbClr val="1F2039"/>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grpSp>
      <p:grpSp>
        <p:nvGrpSpPr>
          <p:cNvPr id="4" name="Group 9"/>
          <p:cNvGrpSpPr/>
          <p:nvPr/>
        </p:nvGrpSpPr>
        <p:grpSpPr bwMode="auto">
          <a:xfrm>
            <a:off x="684214" y="3979863"/>
            <a:ext cx="5472113" cy="889000"/>
            <a:chOff x="431" y="2507"/>
            <a:chExt cx="3447" cy="560"/>
          </a:xfrm>
        </p:grpSpPr>
        <p:sp>
          <p:nvSpPr>
            <p:cNvPr id="87049" name="Text Box 10"/>
            <p:cNvSpPr txBox="1">
              <a:spLocks noChangeArrowheads="1"/>
            </p:cNvSpPr>
            <p:nvPr/>
          </p:nvSpPr>
          <p:spPr bwMode="auto">
            <a:xfrm>
              <a:off x="431" y="2631"/>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rPr>
                <a:t>有递推关系</a:t>
              </a:r>
              <a:endParaRPr kumimoji="1" lang="zh-CN" altLang="en-US" sz="2800" b="1" dirty="0">
                <a:solidFill>
                  <a:srgbClr val="1F2039"/>
                </a:solidFill>
                <a:latin typeface="Times New Roman" panose="02020603050405020304" pitchFamily="18" charset="0"/>
              </a:endParaRPr>
            </a:p>
          </p:txBody>
        </p:sp>
        <p:graphicFrame>
          <p:nvGraphicFramePr>
            <p:cNvPr id="87050" name="Object 11"/>
            <p:cNvGraphicFramePr>
              <a:graphicFrameLocks noChangeAspect="1"/>
            </p:cNvGraphicFramePr>
            <p:nvPr/>
          </p:nvGraphicFramePr>
          <p:xfrm>
            <a:off x="1817" y="2507"/>
            <a:ext cx="2061" cy="560"/>
          </p:xfrm>
          <a:graphic>
            <a:graphicData uri="http://schemas.openxmlformats.org/presentationml/2006/ole">
              <mc:AlternateContent xmlns:mc="http://schemas.openxmlformats.org/markup-compatibility/2006">
                <mc:Choice xmlns:v="urn:schemas-microsoft-com:vml" Requires="v">
                  <p:oleObj spid="_x0000_s137373" name="" r:id="rId3" imgW="1651000" imgH="444500" progId="Equation.3">
                    <p:embed/>
                  </p:oleObj>
                </mc:Choice>
                <mc:Fallback>
                  <p:oleObj name="" r:id="rId3" imgW="1651000" imgH="444500" progId="Equation.3">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7" y="2507"/>
                          <a:ext cx="2061" cy="5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12"/>
          <p:cNvGrpSpPr/>
          <p:nvPr/>
        </p:nvGrpSpPr>
        <p:grpSpPr bwMode="auto">
          <a:xfrm>
            <a:off x="762000" y="4800600"/>
            <a:ext cx="5154613" cy="889000"/>
            <a:chOff x="480" y="3024"/>
            <a:chExt cx="3247" cy="560"/>
          </a:xfrm>
        </p:grpSpPr>
        <p:sp>
          <p:nvSpPr>
            <p:cNvPr id="87047" name="Text Box 13"/>
            <p:cNvSpPr txBox="1">
              <a:spLocks noChangeArrowheads="1"/>
            </p:cNvSpPr>
            <p:nvPr/>
          </p:nvSpPr>
          <p:spPr bwMode="auto">
            <a:xfrm>
              <a:off x="480" y="3072"/>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且易知</a:t>
              </a:r>
              <a:endParaRPr kumimoji="1" lang="zh-CN" altLang="en-US" sz="2800" b="1">
                <a:solidFill>
                  <a:srgbClr val="1F2039"/>
                </a:solidFill>
                <a:latin typeface="Times New Roman" panose="02020603050405020304" pitchFamily="18" charset="0"/>
              </a:endParaRPr>
            </a:p>
          </p:txBody>
        </p:sp>
        <p:graphicFrame>
          <p:nvGraphicFramePr>
            <p:cNvPr id="87048" name="Object 14"/>
            <p:cNvGraphicFramePr>
              <a:graphicFrameLocks noChangeAspect="1"/>
            </p:cNvGraphicFramePr>
            <p:nvPr/>
          </p:nvGraphicFramePr>
          <p:xfrm>
            <a:off x="1791" y="3024"/>
            <a:ext cx="1936" cy="560"/>
          </p:xfrm>
          <a:graphic>
            <a:graphicData uri="http://schemas.openxmlformats.org/presentationml/2006/ole">
              <mc:AlternateContent xmlns:mc="http://schemas.openxmlformats.org/markup-compatibility/2006">
                <mc:Choice xmlns:v="urn:schemas-microsoft-com:vml" Requires="v">
                  <p:oleObj spid="_x0000_s137374" name="Equation" r:id="rId5" imgW="1536065" imgH="444500" progId="Equation.3">
                    <p:embed/>
                  </p:oleObj>
                </mc:Choice>
                <mc:Fallback>
                  <p:oleObj name="Equation" r:id="rId5" imgW="1536065" imgH="444500" progId="Equation.3">
                    <p:embed/>
                    <p:pic>
                      <p:nvPicPr>
                        <p:cNvPr id="0" name="Picture 1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1" y="3024"/>
                          <a:ext cx="1936" cy="5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 name="组合 6"/>
          <p:cNvGrpSpPr/>
          <p:nvPr/>
        </p:nvGrpSpPr>
        <p:grpSpPr>
          <a:xfrm>
            <a:off x="725488" y="3443288"/>
            <a:ext cx="3987800" cy="525462"/>
            <a:chOff x="725488" y="3443288"/>
            <a:chExt cx="3987800" cy="525462"/>
          </a:xfrm>
        </p:grpSpPr>
        <p:sp>
          <p:nvSpPr>
            <p:cNvPr id="87051" name="Text Box 7"/>
            <p:cNvSpPr txBox="1">
              <a:spLocks noChangeArrowheads="1"/>
            </p:cNvSpPr>
            <p:nvPr/>
          </p:nvSpPr>
          <p:spPr bwMode="auto">
            <a:xfrm>
              <a:off x="725488" y="3443288"/>
              <a:ext cx="1255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rPr>
                <a:t>有初值</a:t>
              </a:r>
              <a:endParaRPr kumimoji="1" lang="zh-CN" altLang="en-US" sz="2800" b="1" dirty="0">
                <a:solidFill>
                  <a:srgbClr val="1F2039"/>
                </a:solidFill>
                <a:latin typeface="Times New Roman" panose="02020603050405020304" pitchFamily="18" charset="0"/>
              </a:endParaRPr>
            </a:p>
          </p:txBody>
        </p:sp>
        <p:graphicFrame>
          <p:nvGraphicFramePr>
            <p:cNvPr id="6" name="对象 5"/>
            <p:cNvGraphicFramePr>
              <a:graphicFrameLocks noChangeAspect="1"/>
            </p:cNvGraphicFramePr>
            <p:nvPr/>
          </p:nvGraphicFramePr>
          <p:xfrm>
            <a:off x="2909888" y="3511550"/>
            <a:ext cx="1803400" cy="457200"/>
          </p:xfrm>
          <a:graphic>
            <a:graphicData uri="http://schemas.openxmlformats.org/presentationml/2006/ole">
              <mc:AlternateContent xmlns:mc="http://schemas.openxmlformats.org/markup-compatibility/2006">
                <mc:Choice xmlns:v="urn:schemas-microsoft-com:vml" Requires="v">
                  <p:oleObj spid="_x0000_s137375" name="Equation" r:id="rId7" imgW="901065" imgH="228600" progId="Equation.DSMT4">
                    <p:embed/>
                  </p:oleObj>
                </mc:Choice>
                <mc:Fallback>
                  <p:oleObj name="Equation" r:id="rId7" imgW="901065" imgH="228600" progId="Equation.DSMT4">
                    <p:embed/>
                    <p:pic>
                      <p:nvPicPr>
                        <p:cNvPr id="0" name="Picture 1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9888" y="3511550"/>
                          <a:ext cx="18034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405507" name="Rectangle 3"/>
          <p:cNvSpPr>
            <a:spLocks noGrp="1" noChangeArrowheads="1"/>
          </p:cNvSpPr>
          <p:nvPr>
            <p:ph type="body" sz="half" idx="1"/>
          </p:nvPr>
        </p:nvSpPr>
        <p:spPr>
          <a:xfrm>
            <a:off x="684213" y="1700213"/>
            <a:ext cx="3810000" cy="439737"/>
          </a:xfrm>
          <a:noFill/>
        </p:spPr>
        <p:txBody>
          <a:bodyPr/>
          <a:lstStyle/>
          <a:p>
            <a:pPr eaLnBrk="1" hangingPunct="1"/>
            <a:r>
              <a:rPr lang="zh-CN" altLang="en-US" sz="2800" b="1" smtClean="0">
                <a:solidFill>
                  <a:srgbClr val="0070C0"/>
                </a:solidFill>
              </a:rPr>
              <a:t>最佳状态链的确</a:t>
            </a:r>
            <a:r>
              <a:rPr lang="zh-CN" altLang="en-US" sz="2800" b="1" smtClean="0">
                <a:solidFill>
                  <a:srgbClr val="1F2039"/>
                </a:solidFill>
              </a:rPr>
              <a:t>定 </a:t>
            </a:r>
            <a:endParaRPr lang="zh-CN" altLang="en-US" sz="2800" b="1" smtClean="0">
              <a:solidFill>
                <a:srgbClr val="1F2039"/>
              </a:solidFill>
            </a:endParaRPr>
          </a:p>
        </p:txBody>
      </p:sp>
      <p:grpSp>
        <p:nvGrpSpPr>
          <p:cNvPr id="2" name="Group 4"/>
          <p:cNvGrpSpPr/>
          <p:nvPr/>
        </p:nvGrpSpPr>
        <p:grpSpPr bwMode="auto">
          <a:xfrm>
            <a:off x="974725" y="2341563"/>
            <a:ext cx="7172325" cy="1087437"/>
            <a:chOff x="614" y="1338"/>
            <a:chExt cx="4518" cy="685"/>
          </a:xfrm>
        </p:grpSpPr>
        <p:sp>
          <p:nvSpPr>
            <p:cNvPr id="89099" name="Text Box 5"/>
            <p:cNvSpPr txBox="1">
              <a:spLocks noChangeArrowheads="1"/>
            </p:cNvSpPr>
            <p:nvPr/>
          </p:nvSpPr>
          <p:spPr bwMode="auto">
            <a:xfrm>
              <a:off x="614" y="1338"/>
              <a:ext cx="24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确定一个最佳状态序列</a:t>
              </a:r>
              <a:r>
                <a:rPr kumimoji="1" lang="zh-CN" altLang="en-US" sz="2800" b="1">
                  <a:solidFill>
                    <a:srgbClr val="1F2039"/>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graphicFrame>
          <p:nvGraphicFramePr>
            <p:cNvPr id="89100" name="Object 6"/>
            <p:cNvGraphicFramePr>
              <a:graphicFrameLocks noChangeAspect="1"/>
            </p:cNvGraphicFramePr>
            <p:nvPr/>
          </p:nvGraphicFramePr>
          <p:xfrm>
            <a:off x="3024" y="1344"/>
            <a:ext cx="1428" cy="288"/>
          </p:xfrm>
          <a:graphic>
            <a:graphicData uri="http://schemas.openxmlformats.org/presentationml/2006/ole">
              <mc:AlternateContent xmlns:mc="http://schemas.openxmlformats.org/markup-compatibility/2006">
                <mc:Choice xmlns:v="urn:schemas-microsoft-com:vml" Requires="v">
                  <p:oleObj spid="_x0000_s138434" name="" r:id="rId1" imgW="1130300" imgH="228600" progId="Equation.3">
                    <p:embed/>
                  </p:oleObj>
                </mc:Choice>
                <mc:Fallback>
                  <p:oleObj name="" r:id="rId1" imgW="1130300" imgH="228600" progId="Equation.3">
                    <p:embed/>
                    <p:pic>
                      <p:nvPicPr>
                        <p:cNvPr id="0" name="Picture 1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1344"/>
                          <a:ext cx="1428"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101" name="Text Box 7"/>
            <p:cNvSpPr txBox="1">
              <a:spLocks noChangeArrowheads="1"/>
            </p:cNvSpPr>
            <p:nvPr/>
          </p:nvSpPr>
          <p:spPr bwMode="auto">
            <a:xfrm>
              <a:off x="4512" y="1344"/>
              <a:ext cx="6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，使</a:t>
              </a:r>
              <a:r>
                <a:rPr kumimoji="1" lang="zh-CN" altLang="en-US" sz="2800" b="1">
                  <a:solidFill>
                    <a:srgbClr val="1F2039"/>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graphicFrame>
          <p:nvGraphicFramePr>
            <p:cNvPr id="89102" name="Object 8"/>
            <p:cNvGraphicFramePr>
              <a:graphicFrameLocks noChangeAspect="1"/>
            </p:cNvGraphicFramePr>
            <p:nvPr/>
          </p:nvGraphicFramePr>
          <p:xfrm>
            <a:off x="671" y="1736"/>
            <a:ext cx="976" cy="287"/>
          </p:xfrm>
          <a:graphic>
            <a:graphicData uri="http://schemas.openxmlformats.org/presentationml/2006/ole">
              <mc:AlternateContent xmlns:mc="http://schemas.openxmlformats.org/markup-compatibility/2006">
                <mc:Choice xmlns:v="urn:schemas-microsoft-com:vml" Requires="v">
                  <p:oleObj spid="_x0000_s138435" name="Equation" r:id="rId3" imgW="761365" imgH="228600" progId="">
                    <p:embed/>
                  </p:oleObj>
                </mc:Choice>
                <mc:Fallback>
                  <p:oleObj name="Equation" r:id="rId3" imgW="761365" imgH="228600" progId="">
                    <p:embed/>
                    <p:pic>
                      <p:nvPicPr>
                        <p:cNvPr id="0" name="Picture 1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 y="1736"/>
                          <a:ext cx="976"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103" name="Text Box 9"/>
            <p:cNvSpPr txBox="1">
              <a:spLocks noChangeArrowheads="1"/>
            </p:cNvSpPr>
            <p:nvPr/>
          </p:nvSpPr>
          <p:spPr bwMode="auto">
            <a:xfrm>
              <a:off x="1574" y="1689"/>
              <a:ext cx="10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为最大。</a:t>
              </a:r>
              <a:endParaRPr kumimoji="1" lang="zh-CN" altLang="en-US" sz="2800" b="1">
                <a:solidFill>
                  <a:srgbClr val="1F2039"/>
                </a:solidFill>
                <a:latin typeface="Times New Roman" panose="02020603050405020304" pitchFamily="18" charset="0"/>
              </a:endParaRPr>
            </a:p>
          </p:txBody>
        </p:sp>
      </p:grpSp>
      <p:sp>
        <p:nvSpPr>
          <p:cNvPr id="405514" name="Text Box 10"/>
          <p:cNvSpPr txBox="1">
            <a:spLocks noChangeArrowheads="1"/>
          </p:cNvSpPr>
          <p:nvPr/>
        </p:nvSpPr>
        <p:spPr bwMode="auto">
          <a:xfrm>
            <a:off x="755650" y="4221163"/>
            <a:ext cx="2070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70C0"/>
                </a:solidFill>
                <a:latin typeface="Times New Roman" panose="02020603050405020304" pitchFamily="18" charset="0"/>
              </a:rPr>
              <a:t>Viterbi</a:t>
            </a:r>
            <a:r>
              <a:rPr kumimoji="1" lang="zh-CN" altLang="en-US" sz="2800" b="1">
                <a:solidFill>
                  <a:srgbClr val="0070C0"/>
                </a:solidFill>
                <a:latin typeface="宋体" panose="02010600030101010101" pitchFamily="2" charset="-122"/>
              </a:rPr>
              <a:t>算法</a:t>
            </a:r>
            <a:r>
              <a:rPr kumimoji="1" lang="zh-CN" altLang="en-US" sz="2800" b="1">
                <a:solidFill>
                  <a:srgbClr val="1F2039"/>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grpSp>
        <p:nvGrpSpPr>
          <p:cNvPr id="3" name="Group 11"/>
          <p:cNvGrpSpPr/>
          <p:nvPr/>
        </p:nvGrpSpPr>
        <p:grpSpPr bwMode="auto">
          <a:xfrm>
            <a:off x="900113" y="4868863"/>
            <a:ext cx="6683375" cy="646112"/>
            <a:chOff x="672" y="3110"/>
            <a:chExt cx="4210" cy="407"/>
          </a:xfrm>
        </p:grpSpPr>
        <p:sp>
          <p:nvSpPr>
            <p:cNvPr id="89097" name="Text Box 12"/>
            <p:cNvSpPr txBox="1">
              <a:spLocks noChangeArrowheads="1"/>
            </p:cNvSpPr>
            <p:nvPr/>
          </p:nvSpPr>
          <p:spPr bwMode="auto">
            <a:xfrm>
              <a:off x="672" y="3110"/>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定义</a:t>
              </a:r>
              <a:endParaRPr kumimoji="1" lang="zh-CN" altLang="en-US" sz="2800" b="1">
                <a:solidFill>
                  <a:srgbClr val="1F2039"/>
                </a:solidFill>
                <a:latin typeface="Times New Roman" panose="02020603050405020304" pitchFamily="18" charset="0"/>
              </a:endParaRPr>
            </a:p>
          </p:txBody>
        </p:sp>
        <p:graphicFrame>
          <p:nvGraphicFramePr>
            <p:cNvPr id="89098" name="Object 13"/>
            <p:cNvGraphicFramePr>
              <a:graphicFrameLocks noChangeAspect="1"/>
            </p:cNvGraphicFramePr>
            <p:nvPr/>
          </p:nvGraphicFramePr>
          <p:xfrm>
            <a:off x="1304" y="3149"/>
            <a:ext cx="3578" cy="368"/>
          </p:xfrm>
          <a:graphic>
            <a:graphicData uri="http://schemas.openxmlformats.org/presentationml/2006/ole">
              <mc:AlternateContent xmlns:mc="http://schemas.openxmlformats.org/markup-compatibility/2006">
                <mc:Choice xmlns:v="urn:schemas-microsoft-com:vml" Requires="v">
                  <p:oleObj spid="_x0000_s138436" name="Equation" r:id="rId5" imgW="2870200" imgH="292100" progId="">
                    <p:embed/>
                  </p:oleObj>
                </mc:Choice>
                <mc:Fallback>
                  <p:oleObj name="Equation" r:id="rId5" imgW="2870200" imgH="292100" progId="">
                    <p:embed/>
                    <p:pic>
                      <p:nvPicPr>
                        <p:cNvPr id="0" name="Picture 1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4" y="3149"/>
                          <a:ext cx="3578" cy="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05518" name="Object 14"/>
          <p:cNvGraphicFramePr>
            <a:graphicFrameLocks noChangeAspect="1"/>
          </p:cNvGraphicFramePr>
          <p:nvPr/>
        </p:nvGraphicFramePr>
        <p:xfrm>
          <a:off x="990600" y="5456238"/>
          <a:ext cx="6896100" cy="1428750"/>
        </p:xfrm>
        <a:graphic>
          <a:graphicData uri="http://schemas.openxmlformats.org/presentationml/2006/ole">
            <mc:AlternateContent xmlns:mc="http://schemas.openxmlformats.org/markup-compatibility/2006">
              <mc:Choice xmlns:v="urn:schemas-microsoft-com:vml" Requires="v">
                <p:oleObj spid="_x0000_s138437" name="Document" r:id="rId7" imgW="6065520" imgH="1256030" progId="Word.Document.8">
                  <p:embed/>
                </p:oleObj>
              </mc:Choice>
              <mc:Fallback>
                <p:oleObj name="Document" r:id="rId7" imgW="6065520" imgH="1256030" progId="Word.Document.8">
                  <p:embed/>
                  <p:pic>
                    <p:nvPicPr>
                      <p:cNvPr id="0" name="Picture 1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5456238"/>
                        <a:ext cx="6896100" cy="142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5519" name="Object 15"/>
          <p:cNvGraphicFramePr>
            <a:graphicFrameLocks noGrp="1" noChangeAspect="1"/>
          </p:cNvGraphicFramePr>
          <p:nvPr>
            <p:ph sz="half" idx="2"/>
          </p:nvPr>
        </p:nvGraphicFramePr>
        <p:xfrm>
          <a:off x="2894013" y="3536950"/>
          <a:ext cx="3236912" cy="755650"/>
        </p:xfrm>
        <a:graphic>
          <a:graphicData uri="http://schemas.openxmlformats.org/presentationml/2006/ole">
            <mc:AlternateContent xmlns:mc="http://schemas.openxmlformats.org/markup-compatibility/2006">
              <mc:Choice xmlns:v="urn:schemas-microsoft-com:vml" Requires="v">
                <p:oleObj spid="_x0000_s138438" name="Equation" r:id="rId9" imgW="1524000" imgH="342900" progId="">
                  <p:embed/>
                </p:oleObj>
              </mc:Choice>
              <mc:Fallback>
                <p:oleObj name="Equation" r:id="rId9" imgW="1524000" imgH="342900" progId="">
                  <p:embed/>
                  <p:pic>
                    <p:nvPicPr>
                      <p:cNvPr id="0" name="Picture 131"/>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94013" y="3536950"/>
                        <a:ext cx="3236912"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5507">
                                            <p:txEl>
                                              <p:pRg st="0" end="0"/>
                                            </p:txEl>
                                          </p:spTgt>
                                        </p:tgtEl>
                                        <p:attrNameLst>
                                          <p:attrName>style.visibility</p:attrName>
                                        </p:attrNameLst>
                                      </p:cBhvr>
                                      <p:to>
                                        <p:strVal val="visible"/>
                                      </p:to>
                                    </p:set>
                                    <p:animEffect transition="in" filter="wipe(up)">
                                      <p:cBhvr>
                                        <p:cTn id="7" dur="500"/>
                                        <p:tgtEl>
                                          <p:spTgt spid="405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05519"/>
                                        </p:tgtEl>
                                        <p:attrNameLst>
                                          <p:attrName>style.visibility</p:attrName>
                                        </p:attrNameLst>
                                      </p:cBhvr>
                                      <p:to>
                                        <p:strVal val="visible"/>
                                      </p:to>
                                    </p:set>
                                    <p:animEffect transition="in" filter="wipe(up)">
                                      <p:cBhvr>
                                        <p:cTn id="17" dur="500"/>
                                        <p:tgtEl>
                                          <p:spTgt spid="4055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05514"/>
                                        </p:tgtEl>
                                        <p:attrNameLst>
                                          <p:attrName>style.visibility</p:attrName>
                                        </p:attrNameLst>
                                      </p:cBhvr>
                                      <p:to>
                                        <p:strVal val="visible"/>
                                      </p:to>
                                    </p:set>
                                    <p:animEffect transition="in" filter="wipe(up)">
                                      <p:cBhvr>
                                        <p:cTn id="22" dur="500"/>
                                        <p:tgtEl>
                                          <p:spTgt spid="4055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05518"/>
                                        </p:tgtEl>
                                        <p:attrNameLst>
                                          <p:attrName>style.visibility</p:attrName>
                                        </p:attrNameLst>
                                      </p:cBhvr>
                                      <p:to>
                                        <p:strVal val="visible"/>
                                      </p:to>
                                    </p:set>
                                    <p:animEffect transition="in" filter="wipe(up)">
                                      <p:cBhvr>
                                        <p:cTn id="32" dur="500"/>
                                        <p:tgtEl>
                                          <p:spTgt spid="405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autoUpdateAnimBg="0" build="p"/>
      <p:bldP spid="405514"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407555" name="Rectangle 3"/>
          <p:cNvSpPr>
            <a:spLocks noGrp="1" noChangeArrowheads="1"/>
          </p:cNvSpPr>
          <p:nvPr>
            <p:ph type="body" sz="half" idx="1"/>
          </p:nvPr>
        </p:nvSpPr>
        <p:spPr>
          <a:xfrm>
            <a:off x="457200" y="1600200"/>
            <a:ext cx="7011988" cy="484188"/>
          </a:xfrm>
        </p:spPr>
        <p:txBody>
          <a:bodyPr/>
          <a:lstStyle/>
          <a:p>
            <a:pPr eaLnBrk="1" hangingPunct="1">
              <a:lnSpc>
                <a:spcPct val="90000"/>
              </a:lnSpc>
              <a:buFontTx/>
              <a:buNone/>
            </a:pPr>
            <a:r>
              <a:rPr lang="zh-CN" altLang="en-US" sz="2800" b="1" smtClean="0">
                <a:solidFill>
                  <a:srgbClr val="1F2039"/>
                </a:solidFill>
                <a:latin typeface="Times New Roman" panose="02020603050405020304" pitchFamily="18" charset="0"/>
              </a:rPr>
              <a:t>是否满足</a:t>
            </a:r>
            <a:r>
              <a:rPr lang="en-US" altLang="zh-CN" sz="2800" b="1" smtClean="0">
                <a:solidFill>
                  <a:srgbClr val="1F2039"/>
                </a:solidFill>
                <a:latin typeface="Times New Roman" panose="02020603050405020304" pitchFamily="18" charset="0"/>
              </a:rPr>
              <a:t>DP</a:t>
            </a:r>
            <a:r>
              <a:rPr lang="zh-CN" altLang="en-US" sz="2800" b="1" smtClean="0">
                <a:solidFill>
                  <a:srgbClr val="1F2039"/>
                </a:solidFill>
                <a:latin typeface="Times New Roman" panose="02020603050405020304" pitchFamily="18" charset="0"/>
              </a:rPr>
              <a:t>算法的三个条件</a:t>
            </a:r>
            <a:endParaRPr lang="zh-CN" altLang="en-US" sz="2800" b="1" smtClean="0">
              <a:solidFill>
                <a:srgbClr val="1F2039"/>
              </a:solidFill>
              <a:latin typeface="Times New Roman" panose="02020603050405020304" pitchFamily="18" charset="0"/>
            </a:endParaRPr>
          </a:p>
          <a:p>
            <a:pPr eaLnBrk="1" hangingPunct="1">
              <a:lnSpc>
                <a:spcPct val="90000"/>
              </a:lnSpc>
              <a:buFontTx/>
              <a:buNone/>
            </a:pPr>
            <a:endParaRPr lang="en-US" altLang="zh-CN" sz="2800" b="1" smtClean="0">
              <a:solidFill>
                <a:srgbClr val="1F2039"/>
              </a:solidFill>
              <a:latin typeface="Times New Roman" panose="02020603050405020304" pitchFamily="18" charset="0"/>
            </a:endParaRPr>
          </a:p>
        </p:txBody>
      </p:sp>
      <p:graphicFrame>
        <p:nvGraphicFramePr>
          <p:cNvPr id="407556" name="Object 4"/>
          <p:cNvGraphicFramePr>
            <a:graphicFrameLocks noGrp="1" noChangeAspect="1"/>
          </p:cNvGraphicFramePr>
          <p:nvPr>
            <p:ph sz="quarter" idx="2"/>
          </p:nvPr>
        </p:nvGraphicFramePr>
        <p:xfrm>
          <a:off x="1979613" y="2997200"/>
          <a:ext cx="4114800" cy="503238"/>
        </p:xfrm>
        <a:graphic>
          <a:graphicData uri="http://schemas.openxmlformats.org/presentationml/2006/ole">
            <mc:AlternateContent xmlns:mc="http://schemas.openxmlformats.org/markup-compatibility/2006">
              <mc:Choice xmlns:v="urn:schemas-microsoft-com:vml" Requires="v">
                <p:oleObj spid="_x0000_s139344" name="Equation" r:id="rId1" imgW="1943100" imgH="228600" progId="">
                  <p:embed/>
                </p:oleObj>
              </mc:Choice>
              <mc:Fallback>
                <p:oleObj name="Equation" r:id="rId1" imgW="1943100" imgH="228600" progId="">
                  <p:embed/>
                  <p:pic>
                    <p:nvPicPr>
                      <p:cNvPr id="0" name="Picture 5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2997200"/>
                        <a:ext cx="41148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7557" name="Rectangle 5"/>
          <p:cNvSpPr>
            <a:spLocks noChangeArrowheads="1"/>
          </p:cNvSpPr>
          <p:nvPr/>
        </p:nvSpPr>
        <p:spPr bwMode="auto">
          <a:xfrm>
            <a:off x="827088" y="2492375"/>
            <a:ext cx="22367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800" b="1">
                <a:solidFill>
                  <a:srgbClr val="1F2039"/>
                </a:solidFill>
                <a:latin typeface="Times New Roman" panose="02020603050405020304" pitchFamily="18" charset="0"/>
              </a:rPr>
              <a:t>1 </a:t>
            </a:r>
            <a:r>
              <a:rPr kumimoji="1" lang="zh-CN" altLang="en-US" sz="2800" b="1">
                <a:solidFill>
                  <a:srgbClr val="0070C0"/>
                </a:solidFill>
                <a:latin typeface="Times New Roman" panose="02020603050405020304" pitchFamily="18" charset="0"/>
              </a:rPr>
              <a:t>初值易求</a:t>
            </a:r>
            <a:r>
              <a:rPr kumimoji="1" lang="zh-CN" altLang="en-US" sz="2800" b="1">
                <a:solidFill>
                  <a:srgbClr val="1F2039"/>
                </a:solidFill>
                <a:latin typeface="Times New Roman" panose="02020603050405020304" pitchFamily="18" charset="0"/>
              </a:rPr>
              <a:t>：</a:t>
            </a:r>
            <a:endParaRPr kumimoji="1" lang="zh-CN" altLang="en-US" sz="2800" b="1">
              <a:solidFill>
                <a:srgbClr val="1F2039"/>
              </a:solidFill>
              <a:latin typeface="Times New Roman" panose="02020603050405020304" pitchFamily="18" charset="0"/>
            </a:endParaRPr>
          </a:p>
        </p:txBody>
      </p:sp>
      <p:sp>
        <p:nvSpPr>
          <p:cNvPr id="407558" name="Rectangle 6"/>
          <p:cNvSpPr>
            <a:spLocks noChangeArrowheads="1"/>
          </p:cNvSpPr>
          <p:nvPr/>
        </p:nvSpPr>
        <p:spPr bwMode="auto">
          <a:xfrm>
            <a:off x="828675" y="3789363"/>
            <a:ext cx="2951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800" b="1">
                <a:solidFill>
                  <a:srgbClr val="1F2039"/>
                </a:solidFill>
                <a:latin typeface="Times New Roman" panose="02020603050405020304" pitchFamily="18" charset="0"/>
              </a:rPr>
              <a:t>2 </a:t>
            </a:r>
            <a:r>
              <a:rPr kumimoji="1" lang="zh-CN" altLang="en-US" sz="2800" b="1">
                <a:solidFill>
                  <a:srgbClr val="0070C0"/>
                </a:solidFill>
                <a:latin typeface="Times New Roman" panose="02020603050405020304" pitchFamily="18" charset="0"/>
              </a:rPr>
              <a:t>能够解决问题</a:t>
            </a:r>
            <a:r>
              <a:rPr kumimoji="1" lang="zh-CN" altLang="en-US" sz="2800" b="1">
                <a:solidFill>
                  <a:srgbClr val="1F2039"/>
                </a:solidFill>
                <a:latin typeface="Times New Roman" panose="02020603050405020304" pitchFamily="18" charset="0"/>
              </a:rPr>
              <a:t>：</a:t>
            </a:r>
            <a:endParaRPr kumimoji="1" lang="zh-CN" altLang="en-US" sz="2800" b="1">
              <a:solidFill>
                <a:srgbClr val="1F2039"/>
              </a:solidFill>
              <a:latin typeface="Times New Roman" panose="02020603050405020304" pitchFamily="18" charset="0"/>
            </a:endParaRPr>
          </a:p>
        </p:txBody>
      </p:sp>
      <p:graphicFrame>
        <p:nvGraphicFramePr>
          <p:cNvPr id="407559" name="Object 7"/>
          <p:cNvGraphicFramePr>
            <a:graphicFrameLocks noGrp="1" noChangeAspect="1"/>
          </p:cNvGraphicFramePr>
          <p:nvPr>
            <p:ph sz="quarter" idx="3"/>
          </p:nvPr>
        </p:nvGraphicFramePr>
        <p:xfrm>
          <a:off x="1042988" y="4437063"/>
          <a:ext cx="7731125" cy="773112"/>
        </p:xfrm>
        <a:graphic>
          <a:graphicData uri="http://schemas.openxmlformats.org/presentationml/2006/ole">
            <mc:AlternateContent xmlns:mc="http://schemas.openxmlformats.org/markup-compatibility/2006">
              <mc:Choice xmlns:v="urn:schemas-microsoft-com:vml" Requires="v">
                <p:oleObj spid="_x0000_s139345" name="Equation" r:id="rId3" imgW="3937000" imgH="393700" progId="">
                  <p:embed/>
                </p:oleObj>
              </mc:Choice>
              <mc:Fallback>
                <p:oleObj name="Equation" r:id="rId3" imgW="3937000" imgH="393700" progId="">
                  <p:embed/>
                  <p:pic>
                    <p:nvPicPr>
                      <p:cNvPr id="0" name="Picture 5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4437063"/>
                        <a:ext cx="7731125" cy="773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7560" name="Rectangle 8"/>
          <p:cNvSpPr>
            <a:spLocks noChangeArrowheads="1"/>
          </p:cNvSpPr>
          <p:nvPr/>
        </p:nvSpPr>
        <p:spPr bwMode="auto">
          <a:xfrm>
            <a:off x="827088" y="5300663"/>
            <a:ext cx="25939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800" b="1">
                <a:solidFill>
                  <a:srgbClr val="1F2039"/>
                </a:solidFill>
                <a:latin typeface="Times New Roman" panose="02020603050405020304" pitchFamily="18" charset="0"/>
              </a:rPr>
              <a:t>3 </a:t>
            </a:r>
            <a:r>
              <a:rPr kumimoji="1" lang="zh-CN" altLang="en-US" sz="2800" b="1">
                <a:solidFill>
                  <a:srgbClr val="0070C0"/>
                </a:solidFill>
                <a:latin typeface="Times New Roman" panose="02020603050405020304" pitchFamily="18" charset="0"/>
              </a:rPr>
              <a:t>有递推关系</a:t>
            </a:r>
            <a:r>
              <a:rPr kumimoji="1" lang="zh-CN" altLang="en-US" sz="2800" b="1">
                <a:solidFill>
                  <a:srgbClr val="1F2039"/>
                </a:solidFill>
                <a:latin typeface="Times New Roman" panose="02020603050405020304" pitchFamily="18" charset="0"/>
              </a:rPr>
              <a:t>：</a:t>
            </a:r>
            <a:endParaRPr kumimoji="1" lang="zh-CN" altLang="en-US" sz="2800" b="1">
              <a:solidFill>
                <a:srgbClr val="1F2039"/>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7555">
                                            <p:txEl>
                                              <p:pRg st="0" end="0"/>
                                            </p:txEl>
                                          </p:spTgt>
                                        </p:tgtEl>
                                        <p:attrNameLst>
                                          <p:attrName>style.visibility</p:attrName>
                                        </p:attrNameLst>
                                      </p:cBhvr>
                                      <p:to>
                                        <p:strVal val="visible"/>
                                      </p:to>
                                    </p:set>
                                    <p:animEffect transition="in" filter="wipe(up)">
                                      <p:cBhvr>
                                        <p:cTn id="7" dur="500"/>
                                        <p:tgtEl>
                                          <p:spTgt spid="407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07557"/>
                                        </p:tgtEl>
                                        <p:attrNameLst>
                                          <p:attrName>style.visibility</p:attrName>
                                        </p:attrNameLst>
                                      </p:cBhvr>
                                      <p:to>
                                        <p:strVal val="visible"/>
                                      </p:to>
                                    </p:set>
                                    <p:animEffect transition="in" filter="wipe(up)">
                                      <p:cBhvr>
                                        <p:cTn id="12" dur="500"/>
                                        <p:tgtEl>
                                          <p:spTgt spid="4075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07556"/>
                                        </p:tgtEl>
                                        <p:attrNameLst>
                                          <p:attrName>style.visibility</p:attrName>
                                        </p:attrNameLst>
                                      </p:cBhvr>
                                      <p:to>
                                        <p:strVal val="visible"/>
                                      </p:to>
                                    </p:set>
                                    <p:animEffect transition="in" filter="wipe(up)">
                                      <p:cBhvr>
                                        <p:cTn id="17" dur="500"/>
                                        <p:tgtEl>
                                          <p:spTgt spid="4075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07558"/>
                                        </p:tgtEl>
                                        <p:attrNameLst>
                                          <p:attrName>style.visibility</p:attrName>
                                        </p:attrNameLst>
                                      </p:cBhvr>
                                      <p:to>
                                        <p:strVal val="visible"/>
                                      </p:to>
                                    </p:set>
                                    <p:animEffect transition="in" filter="wipe(up)">
                                      <p:cBhvr>
                                        <p:cTn id="22" dur="500"/>
                                        <p:tgtEl>
                                          <p:spTgt spid="4075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07559"/>
                                        </p:tgtEl>
                                        <p:attrNameLst>
                                          <p:attrName>style.visibility</p:attrName>
                                        </p:attrNameLst>
                                      </p:cBhvr>
                                      <p:to>
                                        <p:strVal val="visible"/>
                                      </p:to>
                                    </p:set>
                                    <p:animEffect transition="in" filter="wipe(up)">
                                      <p:cBhvr>
                                        <p:cTn id="27" dur="500"/>
                                        <p:tgtEl>
                                          <p:spTgt spid="40755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07560"/>
                                        </p:tgtEl>
                                        <p:attrNameLst>
                                          <p:attrName>style.visibility</p:attrName>
                                        </p:attrNameLst>
                                      </p:cBhvr>
                                      <p:to>
                                        <p:strVal val="visible"/>
                                      </p:to>
                                    </p:set>
                                    <p:animEffect transition="in" filter="wipe(up)">
                                      <p:cBhvr>
                                        <p:cTn id="32" dur="500"/>
                                        <p:tgtEl>
                                          <p:spTgt spid="407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p:bldP spid="407557" grpId="0"/>
      <p:bldP spid="407558" grpId="0"/>
      <p:bldP spid="40756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pSp>
        <p:nvGrpSpPr>
          <p:cNvPr id="2" name="Group 3"/>
          <p:cNvGrpSpPr/>
          <p:nvPr/>
        </p:nvGrpSpPr>
        <p:grpSpPr bwMode="auto">
          <a:xfrm>
            <a:off x="611188" y="1844675"/>
            <a:ext cx="8096250" cy="576263"/>
            <a:chOff x="385" y="1162"/>
            <a:chExt cx="5100" cy="363"/>
          </a:xfrm>
        </p:grpSpPr>
        <p:graphicFrame>
          <p:nvGraphicFramePr>
            <p:cNvPr id="92184" name="Object 4"/>
            <p:cNvGraphicFramePr>
              <a:graphicFrameLocks noChangeAspect="1"/>
            </p:cNvGraphicFramePr>
            <p:nvPr/>
          </p:nvGraphicFramePr>
          <p:xfrm>
            <a:off x="3424" y="1207"/>
            <a:ext cx="993" cy="288"/>
          </p:xfrm>
          <a:graphic>
            <a:graphicData uri="http://schemas.openxmlformats.org/presentationml/2006/ole">
              <mc:AlternateContent xmlns:mc="http://schemas.openxmlformats.org/markup-compatibility/2006">
                <mc:Choice xmlns:v="urn:schemas-microsoft-com:vml" Requires="v">
                  <p:oleObj spid="_x0000_s140672" name="Equation" r:id="rId1" imgW="787400" imgH="228600" progId="Equation.3">
                    <p:embed/>
                  </p:oleObj>
                </mc:Choice>
                <mc:Fallback>
                  <p:oleObj name="Equation" r:id="rId1" imgW="787400" imgH="228600" progId="Equation.3">
                    <p:embed/>
                    <p:pic>
                      <p:nvPicPr>
                        <p:cNvPr id="0" name="Picture 2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4" y="1207"/>
                          <a:ext cx="993"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85" name="Text Box 5"/>
            <p:cNvSpPr txBox="1">
              <a:spLocks noChangeArrowheads="1"/>
            </p:cNvSpPr>
            <p:nvPr/>
          </p:nvSpPr>
          <p:spPr bwMode="auto">
            <a:xfrm>
              <a:off x="4332" y="1198"/>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，设</a:t>
              </a:r>
              <a:endParaRPr kumimoji="1" lang="zh-CN" altLang="en-US" sz="2800" b="1">
                <a:solidFill>
                  <a:srgbClr val="1F2039"/>
                </a:solidFill>
                <a:latin typeface="Times New Roman" panose="02020603050405020304" pitchFamily="18" charset="0"/>
              </a:endParaRPr>
            </a:p>
          </p:txBody>
        </p:sp>
        <p:graphicFrame>
          <p:nvGraphicFramePr>
            <p:cNvPr id="92186" name="Object 6"/>
            <p:cNvGraphicFramePr>
              <a:graphicFrameLocks noChangeAspect="1"/>
            </p:cNvGraphicFramePr>
            <p:nvPr/>
          </p:nvGraphicFramePr>
          <p:xfrm>
            <a:off x="4876" y="1207"/>
            <a:ext cx="609" cy="288"/>
          </p:xfrm>
          <a:graphic>
            <a:graphicData uri="http://schemas.openxmlformats.org/presentationml/2006/ole">
              <mc:AlternateContent xmlns:mc="http://schemas.openxmlformats.org/markup-compatibility/2006">
                <mc:Choice xmlns:v="urn:schemas-microsoft-com:vml" Requires="v">
                  <p:oleObj spid="_x0000_s140673" name="Equation" r:id="rId3" imgW="482600" imgH="228600" progId="">
                    <p:embed/>
                  </p:oleObj>
                </mc:Choice>
                <mc:Fallback>
                  <p:oleObj name="Equation" r:id="rId3" imgW="482600" imgH="228600" progId="">
                    <p:embed/>
                    <p:pic>
                      <p:nvPicPr>
                        <p:cNvPr id="0" name="Picture 2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 y="1207"/>
                          <a:ext cx="60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87" name="Text Box 7"/>
            <p:cNvSpPr txBox="1">
              <a:spLocks noChangeArrowheads="1"/>
            </p:cNvSpPr>
            <p:nvPr/>
          </p:nvSpPr>
          <p:spPr bwMode="auto">
            <a:xfrm>
              <a:off x="385" y="1162"/>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rPr>
                <a:t>若已知</a:t>
              </a:r>
              <a:endParaRPr kumimoji="1" lang="zh-CN" altLang="en-US" sz="2800" b="1" dirty="0">
                <a:solidFill>
                  <a:srgbClr val="1F2039"/>
                </a:solidFill>
                <a:latin typeface="Times New Roman" panose="02020603050405020304" pitchFamily="18" charset="0"/>
              </a:endParaRPr>
            </a:p>
          </p:txBody>
        </p:sp>
        <p:graphicFrame>
          <p:nvGraphicFramePr>
            <p:cNvPr id="92188" name="Object 8"/>
            <p:cNvGraphicFramePr>
              <a:graphicFrameLocks noChangeAspect="1"/>
            </p:cNvGraphicFramePr>
            <p:nvPr/>
          </p:nvGraphicFramePr>
          <p:xfrm>
            <a:off x="1166" y="1192"/>
            <a:ext cx="399" cy="288"/>
          </p:xfrm>
          <a:graphic>
            <a:graphicData uri="http://schemas.openxmlformats.org/presentationml/2006/ole">
              <mc:AlternateContent xmlns:mc="http://schemas.openxmlformats.org/markup-compatibility/2006">
                <mc:Choice xmlns:v="urn:schemas-microsoft-com:vml" Requires="v">
                  <p:oleObj spid="_x0000_s140674" name="Equation" r:id="rId5" imgW="317500" imgH="228600" progId="">
                    <p:embed/>
                  </p:oleObj>
                </mc:Choice>
                <mc:Fallback>
                  <p:oleObj name="Equation" r:id="rId5" imgW="317500" imgH="228600" progId="">
                    <p:embed/>
                    <p:pic>
                      <p:nvPicPr>
                        <p:cNvPr id="0" name="Picture 2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6" y="1192"/>
                          <a:ext cx="39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89" name="Text Box 9"/>
            <p:cNvSpPr txBox="1">
              <a:spLocks noChangeArrowheads="1"/>
            </p:cNvSpPr>
            <p:nvPr/>
          </p:nvSpPr>
          <p:spPr bwMode="auto">
            <a:xfrm>
              <a:off x="1519" y="1162"/>
              <a:ext cx="31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对应的最佳状态链</a:t>
              </a:r>
              <a:endParaRPr kumimoji="1" lang="zh-CN" altLang="en-US" sz="2800" b="1">
                <a:solidFill>
                  <a:srgbClr val="1F2039"/>
                </a:solidFill>
                <a:latin typeface="Times New Roman" panose="02020603050405020304" pitchFamily="18" charset="0"/>
              </a:endParaRPr>
            </a:p>
          </p:txBody>
        </p:sp>
      </p:grpSp>
      <p:grpSp>
        <p:nvGrpSpPr>
          <p:cNvPr id="3" name="Group 10"/>
          <p:cNvGrpSpPr/>
          <p:nvPr/>
        </p:nvGrpSpPr>
        <p:grpSpPr bwMode="auto">
          <a:xfrm>
            <a:off x="611188" y="4508500"/>
            <a:ext cx="5305425" cy="987425"/>
            <a:chOff x="431" y="2886"/>
            <a:chExt cx="3342" cy="622"/>
          </a:xfrm>
        </p:grpSpPr>
        <p:graphicFrame>
          <p:nvGraphicFramePr>
            <p:cNvPr id="92182" name="Object 11"/>
            <p:cNvGraphicFramePr>
              <a:graphicFrameLocks noChangeAspect="1"/>
            </p:cNvGraphicFramePr>
            <p:nvPr/>
          </p:nvGraphicFramePr>
          <p:xfrm>
            <a:off x="1439" y="3104"/>
            <a:ext cx="2334" cy="404"/>
          </p:xfrm>
          <a:graphic>
            <a:graphicData uri="http://schemas.openxmlformats.org/presentationml/2006/ole">
              <mc:AlternateContent xmlns:mc="http://schemas.openxmlformats.org/markup-compatibility/2006">
                <mc:Choice xmlns:v="urn:schemas-microsoft-com:vml" Requires="v">
                  <p:oleObj spid="_x0000_s140675" name="Equation" r:id="rId7" imgW="1752600" imgH="292100" progId="">
                    <p:embed/>
                  </p:oleObj>
                </mc:Choice>
                <mc:Fallback>
                  <p:oleObj name="Equation" r:id="rId7" imgW="1752600" imgH="292100" progId="">
                    <p:embed/>
                    <p:pic>
                      <p:nvPicPr>
                        <p:cNvPr id="0" name="Picture 2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39" y="3104"/>
                          <a:ext cx="2334" cy="4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83" name="Text Box 12"/>
            <p:cNvSpPr txBox="1">
              <a:spLocks noChangeArrowheads="1"/>
            </p:cNvSpPr>
            <p:nvPr/>
          </p:nvSpPr>
          <p:spPr bwMode="auto">
            <a:xfrm>
              <a:off x="431" y="2886"/>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有：</a:t>
              </a:r>
              <a:endParaRPr kumimoji="1" lang="zh-CN" altLang="en-US" sz="2800" b="1">
                <a:solidFill>
                  <a:srgbClr val="1F2039"/>
                </a:solidFill>
                <a:latin typeface="Times New Roman" panose="02020603050405020304" pitchFamily="18" charset="0"/>
              </a:endParaRPr>
            </a:p>
          </p:txBody>
        </p:sp>
      </p:grpSp>
      <p:grpSp>
        <p:nvGrpSpPr>
          <p:cNvPr id="4" name="Group 13"/>
          <p:cNvGrpSpPr/>
          <p:nvPr/>
        </p:nvGrpSpPr>
        <p:grpSpPr bwMode="auto">
          <a:xfrm>
            <a:off x="652463" y="3860800"/>
            <a:ext cx="8096250" cy="590550"/>
            <a:chOff x="431" y="2614"/>
            <a:chExt cx="5100" cy="372"/>
          </a:xfrm>
        </p:grpSpPr>
        <p:sp>
          <p:nvSpPr>
            <p:cNvPr id="92177" name="Text Box 14"/>
            <p:cNvSpPr txBox="1">
              <a:spLocks noChangeArrowheads="1"/>
            </p:cNvSpPr>
            <p:nvPr/>
          </p:nvSpPr>
          <p:spPr bwMode="auto">
            <a:xfrm>
              <a:off x="2517" y="2659"/>
              <a:ext cx="258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，可以遍历所有的</a:t>
              </a:r>
              <a:endParaRPr kumimoji="1" lang="zh-CN" altLang="en-US" sz="2800" b="1">
                <a:solidFill>
                  <a:srgbClr val="1F2039"/>
                </a:solidFill>
                <a:latin typeface="Times New Roman" panose="02020603050405020304" pitchFamily="18" charset="0"/>
              </a:endParaRPr>
            </a:p>
          </p:txBody>
        </p:sp>
        <p:graphicFrame>
          <p:nvGraphicFramePr>
            <p:cNvPr id="92178" name="Object 15"/>
            <p:cNvGraphicFramePr>
              <a:graphicFrameLocks noChangeAspect="1"/>
            </p:cNvGraphicFramePr>
            <p:nvPr/>
          </p:nvGraphicFramePr>
          <p:xfrm>
            <a:off x="4422" y="2659"/>
            <a:ext cx="304" cy="288"/>
          </p:xfrm>
          <a:graphic>
            <a:graphicData uri="http://schemas.openxmlformats.org/presentationml/2006/ole">
              <mc:AlternateContent xmlns:mc="http://schemas.openxmlformats.org/markup-compatibility/2006">
                <mc:Choice xmlns:v="urn:schemas-microsoft-com:vml" Requires="v">
                  <p:oleObj spid="_x0000_s140676" name="Equation" r:id="rId9" imgW="241300" imgH="228600" progId="">
                    <p:embed/>
                  </p:oleObj>
                </mc:Choice>
                <mc:Fallback>
                  <p:oleObj name="Equation" r:id="rId9" imgW="241300" imgH="228600" progId="">
                    <p:embed/>
                    <p:pic>
                      <p:nvPicPr>
                        <p:cNvPr id="0" name="Picture 2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22" y="2659"/>
                          <a:ext cx="304"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79" name="Text Box 16"/>
            <p:cNvSpPr txBox="1">
              <a:spLocks noChangeArrowheads="1"/>
            </p:cNvSpPr>
            <p:nvPr/>
          </p:nvSpPr>
          <p:spPr bwMode="auto">
            <a:xfrm>
              <a:off x="4740" y="2659"/>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求最值</a:t>
              </a:r>
              <a:endParaRPr kumimoji="1" lang="en-US" altLang="zh-CN" sz="2800" b="1">
                <a:solidFill>
                  <a:srgbClr val="1F2039"/>
                </a:solidFill>
                <a:latin typeface="Times New Roman" panose="02020603050405020304" pitchFamily="18" charset="0"/>
              </a:endParaRPr>
            </a:p>
          </p:txBody>
        </p:sp>
        <p:sp>
          <p:nvSpPr>
            <p:cNvPr id="92180" name="Text Box 17"/>
            <p:cNvSpPr txBox="1">
              <a:spLocks noChangeArrowheads="1"/>
            </p:cNvSpPr>
            <p:nvPr/>
          </p:nvSpPr>
          <p:spPr bwMode="auto">
            <a:xfrm>
              <a:off x="431" y="2614"/>
              <a:ext cx="235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实际上不知道</a:t>
              </a:r>
              <a:endParaRPr kumimoji="1" lang="en-US" altLang="zh-CN" sz="2800" b="1">
                <a:solidFill>
                  <a:srgbClr val="1F2039"/>
                </a:solidFill>
                <a:latin typeface="Times New Roman" panose="02020603050405020304" pitchFamily="18" charset="0"/>
              </a:endParaRPr>
            </a:p>
          </p:txBody>
        </p:sp>
        <p:graphicFrame>
          <p:nvGraphicFramePr>
            <p:cNvPr id="92181" name="Object 18"/>
            <p:cNvGraphicFramePr>
              <a:graphicFrameLocks noChangeAspect="1"/>
            </p:cNvGraphicFramePr>
            <p:nvPr/>
          </p:nvGraphicFramePr>
          <p:xfrm>
            <a:off x="1927" y="2659"/>
            <a:ext cx="601" cy="288"/>
          </p:xfrm>
          <a:graphic>
            <a:graphicData uri="http://schemas.openxmlformats.org/presentationml/2006/ole">
              <mc:AlternateContent xmlns:mc="http://schemas.openxmlformats.org/markup-compatibility/2006">
                <mc:Choice xmlns:v="urn:schemas-microsoft-com:vml" Requires="v">
                  <p:oleObj spid="_x0000_s140677" name="Equation" r:id="rId11" imgW="482600" imgH="228600" progId="">
                    <p:embed/>
                  </p:oleObj>
                </mc:Choice>
                <mc:Fallback>
                  <p:oleObj name="Equation" r:id="rId11" imgW="482600" imgH="228600" progId="">
                    <p:embed/>
                    <p:pic>
                      <p:nvPicPr>
                        <p:cNvPr id="0" name="Picture 25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27" y="2659"/>
                          <a:ext cx="601"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组合 31"/>
          <p:cNvGrpSpPr/>
          <p:nvPr/>
        </p:nvGrpSpPr>
        <p:grpSpPr bwMode="auto">
          <a:xfrm>
            <a:off x="611188" y="2530475"/>
            <a:ext cx="7304087" cy="538163"/>
            <a:chOff x="611188" y="2530872"/>
            <a:chExt cx="7303615" cy="538088"/>
          </a:xfrm>
        </p:grpSpPr>
        <p:graphicFrame>
          <p:nvGraphicFramePr>
            <p:cNvPr id="92173" name="Object 20"/>
            <p:cNvGraphicFramePr>
              <a:graphicFrameLocks noChangeAspect="1"/>
            </p:cNvGraphicFramePr>
            <p:nvPr/>
          </p:nvGraphicFramePr>
          <p:xfrm>
            <a:off x="2133600" y="2565723"/>
            <a:ext cx="939800" cy="503237"/>
          </p:xfrm>
          <a:graphic>
            <a:graphicData uri="http://schemas.openxmlformats.org/presentationml/2006/ole">
              <mc:AlternateContent xmlns:mc="http://schemas.openxmlformats.org/markup-compatibility/2006">
                <mc:Choice xmlns:v="urn:schemas-microsoft-com:vml" Requires="v">
                  <p:oleObj spid="_x0000_s140678" name="Equation" r:id="rId13" imgW="444500" imgH="228600" progId="">
                    <p:embed/>
                  </p:oleObj>
                </mc:Choice>
                <mc:Fallback>
                  <p:oleObj name="Equation" r:id="rId13" imgW="444500" imgH="228600" progId="">
                    <p:embed/>
                    <p:pic>
                      <p:nvPicPr>
                        <p:cNvPr id="0" name="Picture 25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33600" y="2565723"/>
                          <a:ext cx="93980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174" name="Object 21"/>
            <p:cNvGraphicFramePr>
              <a:graphicFrameLocks noChangeAspect="1"/>
            </p:cNvGraphicFramePr>
            <p:nvPr/>
          </p:nvGraphicFramePr>
          <p:xfrm>
            <a:off x="6516216" y="2565723"/>
            <a:ext cx="1398587" cy="503237"/>
          </p:xfrm>
          <a:graphic>
            <a:graphicData uri="http://schemas.openxmlformats.org/presentationml/2006/ole">
              <mc:AlternateContent xmlns:mc="http://schemas.openxmlformats.org/markup-compatibility/2006">
                <mc:Choice xmlns:v="urn:schemas-microsoft-com:vml" Requires="v">
                  <p:oleObj spid="_x0000_s140679" name="Equation" r:id="rId15" imgW="660400" imgH="228600" progId="">
                    <p:embed/>
                  </p:oleObj>
                </mc:Choice>
                <mc:Fallback>
                  <p:oleObj name="Equation" r:id="rId15" imgW="660400" imgH="228600" progId="">
                    <p:embed/>
                    <p:pic>
                      <p:nvPicPr>
                        <p:cNvPr id="0" name="Picture 25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16216" y="2565723"/>
                          <a:ext cx="1398587"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75" name="Text Box 22"/>
            <p:cNvSpPr txBox="1">
              <a:spLocks noChangeArrowheads="1"/>
            </p:cNvSpPr>
            <p:nvPr/>
          </p:nvSpPr>
          <p:spPr bwMode="auto">
            <a:xfrm>
              <a:off x="611188" y="2530872"/>
              <a:ext cx="1612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可以证明</a:t>
              </a:r>
              <a:endParaRPr kumimoji="1" lang="zh-CN" altLang="en-US" sz="2800" b="1">
                <a:solidFill>
                  <a:srgbClr val="1F2039"/>
                </a:solidFill>
                <a:latin typeface="Times New Roman" panose="02020603050405020304" pitchFamily="18" charset="0"/>
              </a:endParaRPr>
            </a:p>
          </p:txBody>
        </p:sp>
        <p:sp>
          <p:nvSpPr>
            <p:cNvPr id="92176" name="Text Box 23"/>
            <p:cNvSpPr txBox="1">
              <a:spLocks noChangeArrowheads="1"/>
            </p:cNvSpPr>
            <p:nvPr/>
          </p:nvSpPr>
          <p:spPr bwMode="auto">
            <a:xfrm>
              <a:off x="3132138" y="2530872"/>
              <a:ext cx="34559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对应的最佳状态链为</a:t>
              </a:r>
              <a:endParaRPr kumimoji="1" lang="zh-CN" altLang="en-US" sz="2800" b="1">
                <a:solidFill>
                  <a:srgbClr val="1F2039"/>
                </a:solidFill>
                <a:latin typeface="Times New Roman" panose="02020603050405020304" pitchFamily="18" charset="0"/>
              </a:endParaRPr>
            </a:p>
          </p:txBody>
        </p:sp>
      </p:grpSp>
      <p:grpSp>
        <p:nvGrpSpPr>
          <p:cNvPr id="6" name="组合 32"/>
          <p:cNvGrpSpPr/>
          <p:nvPr/>
        </p:nvGrpSpPr>
        <p:grpSpPr bwMode="auto">
          <a:xfrm>
            <a:off x="611188" y="3141663"/>
            <a:ext cx="5935662" cy="554037"/>
            <a:chOff x="611188" y="3140968"/>
            <a:chExt cx="5935662" cy="554732"/>
          </a:xfrm>
        </p:grpSpPr>
        <p:sp>
          <p:nvSpPr>
            <p:cNvPr id="92169" name="Text Box 25"/>
            <p:cNvSpPr txBox="1">
              <a:spLocks noChangeArrowheads="1"/>
            </p:cNvSpPr>
            <p:nvPr/>
          </p:nvSpPr>
          <p:spPr bwMode="auto">
            <a:xfrm>
              <a:off x="611188" y="3141663"/>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即若已知</a:t>
              </a:r>
              <a:endParaRPr kumimoji="1" lang="en-US" altLang="zh-CN" sz="2800" b="1">
                <a:solidFill>
                  <a:srgbClr val="1F2039"/>
                </a:solidFill>
                <a:latin typeface="Times New Roman" panose="02020603050405020304" pitchFamily="18" charset="0"/>
              </a:endParaRPr>
            </a:p>
          </p:txBody>
        </p:sp>
        <p:graphicFrame>
          <p:nvGraphicFramePr>
            <p:cNvPr id="92170" name="Object 26"/>
            <p:cNvGraphicFramePr>
              <a:graphicFrameLocks noChangeAspect="1"/>
            </p:cNvGraphicFramePr>
            <p:nvPr/>
          </p:nvGraphicFramePr>
          <p:xfrm>
            <a:off x="3851275" y="3213100"/>
            <a:ext cx="2695575" cy="482600"/>
          </p:xfrm>
          <a:graphic>
            <a:graphicData uri="http://schemas.openxmlformats.org/presentationml/2006/ole">
              <mc:AlternateContent xmlns:mc="http://schemas.openxmlformats.org/markup-compatibility/2006">
                <mc:Choice xmlns:v="urn:schemas-microsoft-com:vml" Requires="v">
                  <p:oleObj spid="_x0000_s140680" name="Equation" r:id="rId17" imgW="1346200" imgH="241300" progId="">
                    <p:embed/>
                  </p:oleObj>
                </mc:Choice>
                <mc:Fallback>
                  <p:oleObj name="Equation" r:id="rId17" imgW="1346200" imgH="241300" progId="">
                    <p:embed/>
                    <p:pic>
                      <p:nvPicPr>
                        <p:cNvPr id="0" name="Picture 26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51275" y="3213100"/>
                          <a:ext cx="2695575"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71" name="Text Box 27"/>
            <p:cNvSpPr txBox="1">
              <a:spLocks noChangeArrowheads="1"/>
            </p:cNvSpPr>
            <p:nvPr/>
          </p:nvSpPr>
          <p:spPr bwMode="auto">
            <a:xfrm>
              <a:off x="3238500" y="3141663"/>
              <a:ext cx="541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则</a:t>
              </a:r>
              <a:endParaRPr kumimoji="1" lang="zh-CN" altLang="en-US" sz="2800" b="1">
                <a:solidFill>
                  <a:srgbClr val="1F2039"/>
                </a:solidFill>
                <a:latin typeface="Times New Roman" panose="02020603050405020304" pitchFamily="18" charset="0"/>
              </a:endParaRPr>
            </a:p>
          </p:txBody>
        </p:sp>
        <p:graphicFrame>
          <p:nvGraphicFramePr>
            <p:cNvPr id="92172" name="Object 28"/>
            <p:cNvGraphicFramePr>
              <a:graphicFrameLocks noChangeAspect="1"/>
            </p:cNvGraphicFramePr>
            <p:nvPr/>
          </p:nvGraphicFramePr>
          <p:xfrm>
            <a:off x="2111078" y="3140968"/>
            <a:ext cx="1020762" cy="501650"/>
          </p:xfrm>
          <a:graphic>
            <a:graphicData uri="http://schemas.openxmlformats.org/presentationml/2006/ole">
              <mc:AlternateContent xmlns:mc="http://schemas.openxmlformats.org/markup-compatibility/2006">
                <mc:Choice xmlns:v="urn:schemas-microsoft-com:vml" Requires="v">
                  <p:oleObj spid="_x0000_s140681" name="Equation" r:id="rId19" imgW="482600" imgH="228600" progId="">
                    <p:embed/>
                  </p:oleObj>
                </mc:Choice>
                <mc:Fallback>
                  <p:oleObj name="Equation" r:id="rId19" imgW="482600" imgH="228600" progId="">
                    <p:embed/>
                    <p:pic>
                      <p:nvPicPr>
                        <p:cNvPr id="0" name="Picture 26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11078" y="3140968"/>
                          <a:ext cx="1020762"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08605" name="Text Box 29"/>
          <p:cNvSpPr txBox="1">
            <a:spLocks noChangeArrowheads="1"/>
          </p:cNvSpPr>
          <p:nvPr/>
        </p:nvSpPr>
        <p:spPr bwMode="auto">
          <a:xfrm>
            <a:off x="536575" y="5827713"/>
            <a:ext cx="4191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可以用回溯的方式求出</a:t>
            </a:r>
            <a:r>
              <a:rPr kumimoji="1" lang="en-US" altLang="zh-CN" sz="2800" i="1">
                <a:solidFill>
                  <a:srgbClr val="1F2039"/>
                </a:solidFill>
                <a:latin typeface="Times New Roman" panose="02020603050405020304" pitchFamily="18" charset="0"/>
              </a:rPr>
              <a:t>Q</a:t>
            </a:r>
            <a:r>
              <a:rPr kumimoji="1" lang="en-US" altLang="zh-CN" sz="2800" b="1">
                <a:solidFill>
                  <a:srgbClr val="1F2039"/>
                </a:solidFill>
                <a:latin typeface="Times New Roman" panose="02020603050405020304" pitchFamily="18" charset="0"/>
              </a:rPr>
              <a:t>*</a:t>
            </a:r>
            <a:endParaRPr kumimoji="1" lang="zh-CN" altLang="en-US" sz="2800" b="1">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08605"/>
                                        </p:tgtEl>
                                        <p:attrNameLst>
                                          <p:attrName>style.visibility</p:attrName>
                                        </p:attrNameLst>
                                      </p:cBhvr>
                                      <p:to>
                                        <p:strVal val="visible"/>
                                      </p:to>
                                    </p:set>
                                    <p:animEffect transition="in" filter="wipe(up)">
                                      <p:cBhvr>
                                        <p:cTn id="32" dur="500"/>
                                        <p:tgtEl>
                                          <p:spTgt spid="408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60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94211" name="Rectangle 3"/>
          <p:cNvSpPr>
            <a:spLocks noChangeArrowheads="1"/>
          </p:cNvSpPr>
          <p:nvPr/>
        </p:nvSpPr>
        <p:spPr bwMode="auto">
          <a:xfrm>
            <a:off x="4291013"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4212" name="Text Box 4"/>
          <p:cNvSpPr txBox="1">
            <a:spLocks noChangeArrowheads="1"/>
          </p:cNvSpPr>
          <p:nvPr/>
        </p:nvSpPr>
        <p:spPr bwMode="auto">
          <a:xfrm>
            <a:off x="2209800" y="167640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2800" b="1">
              <a:solidFill>
                <a:srgbClr val="1F2039"/>
              </a:solidFill>
              <a:latin typeface="Times New Roman" panose="02020603050405020304" pitchFamily="18" charset="0"/>
            </a:endParaRPr>
          </a:p>
        </p:txBody>
      </p:sp>
      <p:grpSp>
        <p:nvGrpSpPr>
          <p:cNvPr id="2" name="Group 5"/>
          <p:cNvGrpSpPr/>
          <p:nvPr/>
        </p:nvGrpSpPr>
        <p:grpSpPr bwMode="auto">
          <a:xfrm>
            <a:off x="1403350" y="1773238"/>
            <a:ext cx="5183188" cy="382587"/>
            <a:chOff x="1351" y="1219"/>
            <a:chExt cx="3265" cy="241"/>
          </a:xfrm>
        </p:grpSpPr>
        <p:sp>
          <p:nvSpPr>
            <p:cNvPr id="94319" name="Rectangle 6"/>
            <p:cNvSpPr>
              <a:spLocks noChangeArrowheads="1"/>
            </p:cNvSpPr>
            <p:nvPr/>
          </p:nvSpPr>
          <p:spPr bwMode="auto">
            <a:xfrm>
              <a:off x="1351" y="1244"/>
              <a:ext cx="2211"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zh-CN" altLang="en-US" sz="2500" b="1">
                  <a:solidFill>
                    <a:srgbClr val="000000"/>
                  </a:solidFill>
                  <a:latin typeface="宋体" panose="02010600030101010101" pitchFamily="2" charset="-122"/>
                </a:rPr>
                <a:t>那么，求取最佳状态序列</a:t>
              </a:r>
              <a:endParaRPr kumimoji="1" lang="zh-CN" altLang="en-US" sz="2800" b="1">
                <a:solidFill>
                  <a:srgbClr val="1F2039"/>
                </a:solidFill>
                <a:latin typeface="Times New Roman" panose="02020603050405020304" pitchFamily="18" charset="0"/>
              </a:endParaRPr>
            </a:p>
          </p:txBody>
        </p:sp>
        <p:grpSp>
          <p:nvGrpSpPr>
            <p:cNvPr id="94320" name="Group 7"/>
            <p:cNvGrpSpPr/>
            <p:nvPr/>
          </p:nvGrpSpPr>
          <p:grpSpPr bwMode="auto">
            <a:xfrm>
              <a:off x="3647" y="1219"/>
              <a:ext cx="186" cy="215"/>
              <a:chOff x="3388" y="1120"/>
              <a:chExt cx="186" cy="215"/>
            </a:xfrm>
          </p:grpSpPr>
          <p:sp>
            <p:nvSpPr>
              <p:cNvPr id="94322" name="Rectangle 8"/>
              <p:cNvSpPr>
                <a:spLocks noChangeArrowheads="1"/>
              </p:cNvSpPr>
              <p:nvPr/>
            </p:nvSpPr>
            <p:spPr bwMode="auto">
              <a:xfrm>
                <a:off x="3522" y="1120"/>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zh-CN" altLang="en-US" sz="1300">
                    <a:solidFill>
                      <a:srgbClr val="000000"/>
                    </a:solidFill>
                    <a:latin typeface="Times New Roman" panose="02020603050405020304" pitchFamily="18" charset="0"/>
                  </a:rPr>
                  <a:t>*</a:t>
                </a:r>
                <a:endParaRPr kumimoji="1" lang="zh-CN" altLang="en-US" sz="2800" b="1">
                  <a:solidFill>
                    <a:srgbClr val="1F2039"/>
                  </a:solidFill>
                  <a:latin typeface="Times New Roman" panose="02020603050405020304" pitchFamily="18" charset="0"/>
                </a:endParaRPr>
              </a:p>
            </p:txBody>
          </p:sp>
          <p:sp>
            <p:nvSpPr>
              <p:cNvPr id="94323" name="Rectangle 9"/>
              <p:cNvSpPr>
                <a:spLocks noChangeArrowheads="1"/>
              </p:cNvSpPr>
              <p:nvPr/>
            </p:nvSpPr>
            <p:spPr bwMode="auto">
              <a:xfrm>
                <a:off x="3388" y="1136"/>
                <a:ext cx="13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Q</a:t>
                </a:r>
                <a:endParaRPr kumimoji="1" lang="en-US" altLang="zh-CN" sz="2800" b="1">
                  <a:solidFill>
                    <a:srgbClr val="1F2039"/>
                  </a:solidFill>
                  <a:latin typeface="Times New Roman" panose="02020603050405020304" pitchFamily="18" charset="0"/>
                </a:endParaRPr>
              </a:p>
            </p:txBody>
          </p:sp>
        </p:grpSp>
        <p:sp>
          <p:nvSpPr>
            <p:cNvPr id="94321" name="Rectangle 10"/>
            <p:cNvSpPr>
              <a:spLocks noChangeArrowheads="1"/>
            </p:cNvSpPr>
            <p:nvPr/>
          </p:nvSpPr>
          <p:spPr bwMode="auto">
            <a:xfrm>
              <a:off x="3812" y="1244"/>
              <a:ext cx="80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zh-CN" altLang="en-US" sz="2500" b="1">
                  <a:solidFill>
                    <a:srgbClr val="000000"/>
                  </a:solidFill>
                  <a:latin typeface="宋体" panose="02010600030101010101" pitchFamily="2" charset="-122"/>
                </a:rPr>
                <a:t>的过程为</a:t>
              </a:r>
              <a:endParaRPr kumimoji="1" lang="zh-CN" altLang="en-US" sz="2800" b="1">
                <a:solidFill>
                  <a:srgbClr val="1F2039"/>
                </a:solidFill>
                <a:latin typeface="Times New Roman" panose="02020603050405020304" pitchFamily="18" charset="0"/>
              </a:endParaRPr>
            </a:p>
          </p:txBody>
        </p:sp>
      </p:grpSp>
      <p:grpSp>
        <p:nvGrpSpPr>
          <p:cNvPr id="4" name="Group 11"/>
          <p:cNvGrpSpPr/>
          <p:nvPr/>
        </p:nvGrpSpPr>
        <p:grpSpPr bwMode="auto">
          <a:xfrm>
            <a:off x="1754188" y="2420938"/>
            <a:ext cx="3178175" cy="1366837"/>
            <a:chOff x="1105" y="1532"/>
            <a:chExt cx="2002" cy="861"/>
          </a:xfrm>
        </p:grpSpPr>
        <p:sp>
          <p:nvSpPr>
            <p:cNvPr id="94287" name="Rectangle 12"/>
            <p:cNvSpPr>
              <a:spLocks noChangeArrowheads="1"/>
            </p:cNvSpPr>
            <p:nvPr/>
          </p:nvSpPr>
          <p:spPr bwMode="auto">
            <a:xfrm>
              <a:off x="1105" y="1537"/>
              <a:ext cx="23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500" b="1">
                  <a:solidFill>
                    <a:srgbClr val="000000"/>
                  </a:solidFill>
                  <a:latin typeface="Times New Roman" panose="02020603050405020304" pitchFamily="18" charset="0"/>
                </a:rPr>
                <a:t>(a)</a:t>
              </a:r>
              <a:endParaRPr kumimoji="1" lang="en-US" altLang="zh-CN" sz="2800" b="1">
                <a:solidFill>
                  <a:srgbClr val="1F2039"/>
                </a:solidFill>
                <a:latin typeface="Times New Roman" panose="02020603050405020304" pitchFamily="18" charset="0"/>
              </a:endParaRPr>
            </a:p>
          </p:txBody>
        </p:sp>
        <p:sp>
          <p:nvSpPr>
            <p:cNvPr id="94288" name="Rectangle 13"/>
            <p:cNvSpPr>
              <a:spLocks noChangeArrowheads="1"/>
            </p:cNvSpPr>
            <p:nvPr/>
          </p:nvSpPr>
          <p:spPr bwMode="auto">
            <a:xfrm>
              <a:off x="1338" y="1537"/>
              <a:ext cx="5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zh-CN" altLang="en-US" sz="2500" b="1">
                  <a:solidFill>
                    <a:srgbClr val="000000"/>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sp>
          <p:nvSpPr>
            <p:cNvPr id="94289" name="Rectangle 14"/>
            <p:cNvSpPr>
              <a:spLocks noChangeArrowheads="1"/>
            </p:cNvSpPr>
            <p:nvPr/>
          </p:nvSpPr>
          <p:spPr bwMode="auto">
            <a:xfrm>
              <a:off x="1435" y="1548"/>
              <a:ext cx="1005"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zh-CN" altLang="en-US" sz="2500" b="1">
                  <a:solidFill>
                    <a:srgbClr val="000000"/>
                  </a:solidFill>
                  <a:latin typeface="宋体" panose="02010600030101010101" pitchFamily="2" charset="-122"/>
                </a:rPr>
                <a:t>初始化：对</a:t>
              </a:r>
              <a:endParaRPr kumimoji="1" lang="zh-CN" altLang="en-US" sz="2800" b="1">
                <a:solidFill>
                  <a:srgbClr val="1F2039"/>
                </a:solidFill>
                <a:latin typeface="Times New Roman" panose="02020603050405020304" pitchFamily="18" charset="0"/>
              </a:endParaRPr>
            </a:p>
          </p:txBody>
        </p:sp>
        <p:grpSp>
          <p:nvGrpSpPr>
            <p:cNvPr id="94290" name="Group 15"/>
            <p:cNvGrpSpPr/>
            <p:nvPr/>
          </p:nvGrpSpPr>
          <p:grpSpPr bwMode="auto">
            <a:xfrm>
              <a:off x="2437" y="1532"/>
              <a:ext cx="670" cy="220"/>
              <a:chOff x="2255" y="1436"/>
              <a:chExt cx="670" cy="220"/>
            </a:xfrm>
          </p:grpSpPr>
          <p:sp>
            <p:nvSpPr>
              <p:cNvPr id="94314" name="Rectangle 16"/>
              <p:cNvSpPr>
                <a:spLocks noChangeArrowheads="1"/>
              </p:cNvSpPr>
              <p:nvPr/>
            </p:nvSpPr>
            <p:spPr bwMode="auto">
              <a:xfrm>
                <a:off x="2802" y="1457"/>
                <a:ext cx="12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N</a:t>
                </a:r>
                <a:endParaRPr kumimoji="1" lang="en-US" altLang="zh-CN" sz="2800" b="1">
                  <a:solidFill>
                    <a:srgbClr val="1F2039"/>
                  </a:solidFill>
                  <a:latin typeface="Times New Roman" panose="02020603050405020304" pitchFamily="18" charset="0"/>
                </a:endParaRPr>
              </a:p>
            </p:txBody>
          </p:sp>
          <p:sp>
            <p:nvSpPr>
              <p:cNvPr id="94315" name="Rectangle 17"/>
              <p:cNvSpPr>
                <a:spLocks noChangeArrowheads="1"/>
              </p:cNvSpPr>
              <p:nvPr/>
            </p:nvSpPr>
            <p:spPr bwMode="auto">
              <a:xfrm>
                <a:off x="2531" y="1457"/>
                <a:ext cx="5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i</a:t>
                </a:r>
                <a:endParaRPr kumimoji="1" lang="en-US" altLang="zh-CN" sz="2800" b="1">
                  <a:solidFill>
                    <a:srgbClr val="1F2039"/>
                  </a:solidFill>
                  <a:latin typeface="Times New Roman" panose="02020603050405020304" pitchFamily="18" charset="0"/>
                </a:endParaRPr>
              </a:p>
            </p:txBody>
          </p:sp>
          <p:sp>
            <p:nvSpPr>
              <p:cNvPr id="94316" name="Rectangle 18"/>
              <p:cNvSpPr>
                <a:spLocks noChangeArrowheads="1"/>
              </p:cNvSpPr>
              <p:nvPr/>
            </p:nvSpPr>
            <p:spPr bwMode="auto">
              <a:xfrm>
                <a:off x="2656" y="1436"/>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317" name="Rectangle 19"/>
              <p:cNvSpPr>
                <a:spLocks noChangeArrowheads="1"/>
              </p:cNvSpPr>
              <p:nvPr/>
            </p:nvSpPr>
            <p:spPr bwMode="auto">
              <a:xfrm>
                <a:off x="2401" y="1436"/>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318" name="Rectangle 20"/>
              <p:cNvSpPr>
                <a:spLocks noChangeArrowheads="1"/>
              </p:cNvSpPr>
              <p:nvPr/>
            </p:nvSpPr>
            <p:spPr bwMode="auto">
              <a:xfrm>
                <a:off x="2255" y="1457"/>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1</a:t>
                </a:r>
                <a:endParaRPr kumimoji="1" lang="en-US" altLang="zh-CN" sz="2800" b="1">
                  <a:solidFill>
                    <a:srgbClr val="1F2039"/>
                  </a:solidFill>
                  <a:latin typeface="Times New Roman" panose="02020603050405020304" pitchFamily="18" charset="0"/>
                </a:endParaRPr>
              </a:p>
            </p:txBody>
          </p:sp>
        </p:grpSp>
        <p:grpSp>
          <p:nvGrpSpPr>
            <p:cNvPr id="94291" name="Group 21"/>
            <p:cNvGrpSpPr/>
            <p:nvPr/>
          </p:nvGrpSpPr>
          <p:grpSpPr bwMode="auto">
            <a:xfrm>
              <a:off x="1535" y="1824"/>
              <a:ext cx="1034" cy="248"/>
              <a:chOff x="1353" y="1746"/>
              <a:chExt cx="1034" cy="248"/>
            </a:xfrm>
          </p:grpSpPr>
          <p:sp>
            <p:nvSpPr>
              <p:cNvPr id="94300" name="Rectangle 22"/>
              <p:cNvSpPr>
                <a:spLocks noChangeArrowheads="1"/>
              </p:cNvSpPr>
              <p:nvPr/>
            </p:nvSpPr>
            <p:spPr bwMode="auto">
              <a:xfrm>
                <a:off x="2326" y="1767"/>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301" name="Rectangle 23"/>
              <p:cNvSpPr>
                <a:spLocks noChangeArrowheads="1"/>
              </p:cNvSpPr>
              <p:nvPr/>
            </p:nvSpPr>
            <p:spPr bwMode="auto">
              <a:xfrm>
                <a:off x="2123" y="1767"/>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302" name="Rectangle 24"/>
              <p:cNvSpPr>
                <a:spLocks noChangeArrowheads="1"/>
              </p:cNvSpPr>
              <p:nvPr/>
            </p:nvSpPr>
            <p:spPr bwMode="auto">
              <a:xfrm>
                <a:off x="1608" y="1767"/>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303" name="Rectangle 25"/>
              <p:cNvSpPr>
                <a:spLocks noChangeArrowheads="1"/>
              </p:cNvSpPr>
              <p:nvPr/>
            </p:nvSpPr>
            <p:spPr bwMode="auto">
              <a:xfrm>
                <a:off x="1490" y="1767"/>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304" name="Rectangle 26"/>
              <p:cNvSpPr>
                <a:spLocks noChangeArrowheads="1"/>
              </p:cNvSpPr>
              <p:nvPr/>
            </p:nvSpPr>
            <p:spPr bwMode="auto">
              <a:xfrm>
                <a:off x="2250" y="1881"/>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a:solidFill>
                      <a:srgbClr val="000000"/>
                    </a:solidFill>
                    <a:latin typeface="Times New Roman" panose="02020603050405020304" pitchFamily="18" charset="0"/>
                  </a:rPr>
                  <a:t>1</a:t>
                </a:r>
                <a:endParaRPr kumimoji="1" lang="en-US" altLang="zh-CN" sz="2800" b="1">
                  <a:solidFill>
                    <a:srgbClr val="1F2039"/>
                  </a:solidFill>
                  <a:latin typeface="Times New Roman" panose="02020603050405020304" pitchFamily="18" charset="0"/>
                </a:endParaRPr>
              </a:p>
            </p:txBody>
          </p:sp>
          <p:sp>
            <p:nvSpPr>
              <p:cNvPr id="94305" name="Rectangle 27"/>
              <p:cNvSpPr>
                <a:spLocks noChangeArrowheads="1"/>
              </p:cNvSpPr>
              <p:nvPr/>
            </p:nvSpPr>
            <p:spPr bwMode="auto">
              <a:xfrm>
                <a:off x="1414" y="1881"/>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a:solidFill>
                      <a:srgbClr val="000000"/>
                    </a:solidFill>
                    <a:latin typeface="Times New Roman" panose="02020603050405020304" pitchFamily="18" charset="0"/>
                  </a:rPr>
                  <a:t>1</a:t>
                </a:r>
                <a:endParaRPr kumimoji="1" lang="en-US" altLang="zh-CN" sz="2800" b="1">
                  <a:solidFill>
                    <a:srgbClr val="1F2039"/>
                  </a:solidFill>
                  <a:latin typeface="Times New Roman" panose="02020603050405020304" pitchFamily="18" charset="0"/>
                </a:endParaRPr>
              </a:p>
            </p:txBody>
          </p:sp>
          <p:sp>
            <p:nvSpPr>
              <p:cNvPr id="94306" name="Rectangle 28"/>
              <p:cNvSpPr>
                <a:spLocks noChangeArrowheads="1"/>
              </p:cNvSpPr>
              <p:nvPr/>
            </p:nvSpPr>
            <p:spPr bwMode="auto">
              <a:xfrm>
                <a:off x="2186" y="1767"/>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o</a:t>
                </a:r>
                <a:endParaRPr kumimoji="1" lang="en-US" altLang="zh-CN" sz="2800" b="1">
                  <a:solidFill>
                    <a:srgbClr val="1F2039"/>
                  </a:solidFill>
                  <a:latin typeface="Times New Roman" panose="02020603050405020304" pitchFamily="18" charset="0"/>
                </a:endParaRPr>
              </a:p>
            </p:txBody>
          </p:sp>
          <p:sp>
            <p:nvSpPr>
              <p:cNvPr id="94307" name="Rectangle 29"/>
              <p:cNvSpPr>
                <a:spLocks noChangeArrowheads="1"/>
              </p:cNvSpPr>
              <p:nvPr/>
            </p:nvSpPr>
            <p:spPr bwMode="auto">
              <a:xfrm>
                <a:off x="1992" y="1767"/>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b</a:t>
                </a:r>
                <a:endParaRPr kumimoji="1" lang="en-US" altLang="zh-CN" sz="2800" b="1">
                  <a:solidFill>
                    <a:srgbClr val="1F2039"/>
                  </a:solidFill>
                  <a:latin typeface="Times New Roman" panose="02020603050405020304" pitchFamily="18" charset="0"/>
                </a:endParaRPr>
              </a:p>
            </p:txBody>
          </p:sp>
          <p:sp>
            <p:nvSpPr>
              <p:cNvPr id="94308" name="Rectangle 30"/>
              <p:cNvSpPr>
                <a:spLocks noChangeArrowheads="1"/>
              </p:cNvSpPr>
              <p:nvPr/>
            </p:nvSpPr>
            <p:spPr bwMode="auto">
              <a:xfrm>
                <a:off x="1551" y="1767"/>
                <a:ext cx="5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i</a:t>
                </a:r>
                <a:endParaRPr kumimoji="1" lang="en-US" altLang="zh-CN" sz="2800" b="1">
                  <a:solidFill>
                    <a:srgbClr val="1F2039"/>
                  </a:solidFill>
                  <a:latin typeface="Times New Roman" panose="02020603050405020304" pitchFamily="18" charset="0"/>
                </a:endParaRPr>
              </a:p>
            </p:txBody>
          </p:sp>
          <p:sp>
            <p:nvSpPr>
              <p:cNvPr id="94309" name="Rectangle 31"/>
              <p:cNvSpPr>
                <a:spLocks noChangeArrowheads="1"/>
              </p:cNvSpPr>
              <p:nvPr/>
            </p:nvSpPr>
            <p:spPr bwMode="auto">
              <a:xfrm>
                <a:off x="2058" y="1881"/>
                <a:ext cx="2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i="1">
                    <a:solidFill>
                      <a:srgbClr val="000000"/>
                    </a:solidFill>
                    <a:latin typeface="Times New Roman" panose="02020603050405020304" pitchFamily="18" charset="0"/>
                  </a:rPr>
                  <a:t>i</a:t>
                </a:r>
                <a:endParaRPr kumimoji="1" lang="en-US" altLang="zh-CN" sz="2800" b="1">
                  <a:solidFill>
                    <a:srgbClr val="1F2039"/>
                  </a:solidFill>
                  <a:latin typeface="Times New Roman" panose="02020603050405020304" pitchFamily="18" charset="0"/>
                </a:endParaRPr>
              </a:p>
            </p:txBody>
          </p:sp>
          <p:sp>
            <p:nvSpPr>
              <p:cNvPr id="94310" name="Rectangle 32"/>
              <p:cNvSpPr>
                <a:spLocks noChangeArrowheads="1"/>
              </p:cNvSpPr>
              <p:nvPr/>
            </p:nvSpPr>
            <p:spPr bwMode="auto">
              <a:xfrm>
                <a:off x="1944" y="1881"/>
                <a:ext cx="2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i="1">
                    <a:solidFill>
                      <a:srgbClr val="000000"/>
                    </a:solidFill>
                    <a:latin typeface="Times New Roman" panose="02020603050405020304" pitchFamily="18" charset="0"/>
                  </a:rPr>
                  <a:t>i</a:t>
                </a:r>
                <a:endParaRPr kumimoji="1" lang="en-US" altLang="zh-CN" sz="2800" b="1">
                  <a:solidFill>
                    <a:srgbClr val="1F2039"/>
                  </a:solidFill>
                  <a:latin typeface="Times New Roman" panose="02020603050405020304" pitchFamily="18" charset="0"/>
                </a:endParaRPr>
              </a:p>
            </p:txBody>
          </p:sp>
          <p:sp>
            <p:nvSpPr>
              <p:cNvPr id="94311" name="Rectangle 33"/>
              <p:cNvSpPr>
                <a:spLocks noChangeArrowheads="1"/>
              </p:cNvSpPr>
              <p:nvPr/>
            </p:nvSpPr>
            <p:spPr bwMode="auto">
              <a:xfrm>
                <a:off x="1859" y="1746"/>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Symbol" panose="05050102010706020507" pitchFamily="18" charset="2"/>
                  </a:rPr>
                  <a:t>p</a:t>
                </a:r>
                <a:endParaRPr kumimoji="1" lang="en-US" altLang="zh-CN" sz="2800" b="1">
                  <a:solidFill>
                    <a:srgbClr val="1F2039"/>
                  </a:solidFill>
                  <a:latin typeface="Times New Roman" panose="02020603050405020304" pitchFamily="18" charset="0"/>
                </a:endParaRPr>
              </a:p>
            </p:txBody>
          </p:sp>
          <p:sp>
            <p:nvSpPr>
              <p:cNvPr id="94312" name="Rectangle 34"/>
              <p:cNvSpPr>
                <a:spLocks noChangeArrowheads="1"/>
              </p:cNvSpPr>
              <p:nvPr/>
            </p:nvSpPr>
            <p:spPr bwMode="auto">
              <a:xfrm>
                <a:off x="1353" y="1746"/>
                <a:ext cx="9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Symbol" panose="05050102010706020507" pitchFamily="18" charset="2"/>
                  </a:rPr>
                  <a:t>d</a:t>
                </a:r>
                <a:endParaRPr kumimoji="1" lang="en-US" altLang="zh-CN" sz="2800" b="1">
                  <a:solidFill>
                    <a:srgbClr val="1F2039"/>
                  </a:solidFill>
                  <a:latin typeface="Times New Roman" panose="02020603050405020304" pitchFamily="18" charset="0"/>
                </a:endParaRPr>
              </a:p>
            </p:txBody>
          </p:sp>
          <p:sp>
            <p:nvSpPr>
              <p:cNvPr id="94313" name="Rectangle 35"/>
              <p:cNvSpPr>
                <a:spLocks noChangeArrowheads="1"/>
              </p:cNvSpPr>
              <p:nvPr/>
            </p:nvSpPr>
            <p:spPr bwMode="auto">
              <a:xfrm>
                <a:off x="1728" y="1746"/>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grpSp>
        <p:grpSp>
          <p:nvGrpSpPr>
            <p:cNvPr id="94292" name="Group 36"/>
            <p:cNvGrpSpPr/>
            <p:nvPr/>
          </p:nvGrpSpPr>
          <p:grpSpPr bwMode="auto">
            <a:xfrm>
              <a:off x="1535" y="2145"/>
              <a:ext cx="621" cy="248"/>
              <a:chOff x="1353" y="2067"/>
              <a:chExt cx="621" cy="248"/>
            </a:xfrm>
          </p:grpSpPr>
          <p:sp>
            <p:nvSpPr>
              <p:cNvPr id="94293" name="Rectangle 37"/>
              <p:cNvSpPr>
                <a:spLocks noChangeArrowheads="1"/>
              </p:cNvSpPr>
              <p:nvPr/>
            </p:nvSpPr>
            <p:spPr bwMode="auto">
              <a:xfrm>
                <a:off x="1882" y="2088"/>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0</a:t>
                </a:r>
                <a:endParaRPr kumimoji="1" lang="en-US" altLang="zh-CN" sz="2800" b="1">
                  <a:solidFill>
                    <a:srgbClr val="1F2039"/>
                  </a:solidFill>
                  <a:latin typeface="Times New Roman" panose="02020603050405020304" pitchFamily="18" charset="0"/>
                </a:endParaRPr>
              </a:p>
            </p:txBody>
          </p:sp>
          <p:sp>
            <p:nvSpPr>
              <p:cNvPr id="94294" name="Rectangle 38"/>
              <p:cNvSpPr>
                <a:spLocks noChangeArrowheads="1"/>
              </p:cNvSpPr>
              <p:nvPr/>
            </p:nvSpPr>
            <p:spPr bwMode="auto">
              <a:xfrm>
                <a:off x="1627" y="2088"/>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95" name="Rectangle 39"/>
              <p:cNvSpPr>
                <a:spLocks noChangeArrowheads="1"/>
              </p:cNvSpPr>
              <p:nvPr/>
            </p:nvSpPr>
            <p:spPr bwMode="auto">
              <a:xfrm>
                <a:off x="1507" y="2088"/>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96" name="Rectangle 40"/>
              <p:cNvSpPr>
                <a:spLocks noChangeArrowheads="1"/>
              </p:cNvSpPr>
              <p:nvPr/>
            </p:nvSpPr>
            <p:spPr bwMode="auto">
              <a:xfrm>
                <a:off x="1429" y="2202"/>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a:solidFill>
                      <a:srgbClr val="000000"/>
                    </a:solidFill>
                    <a:latin typeface="Times New Roman" panose="02020603050405020304" pitchFamily="18" charset="0"/>
                  </a:rPr>
                  <a:t>1</a:t>
                </a:r>
                <a:endParaRPr kumimoji="1" lang="en-US" altLang="zh-CN" sz="2800" b="1">
                  <a:solidFill>
                    <a:srgbClr val="1F2039"/>
                  </a:solidFill>
                  <a:latin typeface="Times New Roman" panose="02020603050405020304" pitchFamily="18" charset="0"/>
                </a:endParaRPr>
              </a:p>
            </p:txBody>
          </p:sp>
          <p:sp>
            <p:nvSpPr>
              <p:cNvPr id="94297" name="Rectangle 41"/>
              <p:cNvSpPr>
                <a:spLocks noChangeArrowheads="1"/>
              </p:cNvSpPr>
              <p:nvPr/>
            </p:nvSpPr>
            <p:spPr bwMode="auto">
              <a:xfrm>
                <a:off x="1754" y="2067"/>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98" name="Rectangle 42"/>
              <p:cNvSpPr>
                <a:spLocks noChangeArrowheads="1"/>
              </p:cNvSpPr>
              <p:nvPr/>
            </p:nvSpPr>
            <p:spPr bwMode="auto">
              <a:xfrm>
                <a:off x="1569" y="2088"/>
                <a:ext cx="5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i</a:t>
                </a:r>
                <a:endParaRPr kumimoji="1" lang="en-US" altLang="zh-CN" sz="2800" b="1">
                  <a:solidFill>
                    <a:srgbClr val="1F2039"/>
                  </a:solidFill>
                  <a:latin typeface="Times New Roman" panose="02020603050405020304" pitchFamily="18" charset="0"/>
                </a:endParaRPr>
              </a:p>
            </p:txBody>
          </p:sp>
          <p:sp>
            <p:nvSpPr>
              <p:cNvPr id="94299" name="Rectangle 43"/>
              <p:cNvSpPr>
                <a:spLocks noChangeArrowheads="1"/>
              </p:cNvSpPr>
              <p:nvPr/>
            </p:nvSpPr>
            <p:spPr bwMode="auto">
              <a:xfrm>
                <a:off x="1353" y="2067"/>
                <a:ext cx="11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Symbol" panose="05050102010706020507" pitchFamily="18" charset="2"/>
                  </a:rPr>
                  <a:t>j</a:t>
                </a:r>
                <a:endParaRPr kumimoji="1" lang="en-US" altLang="zh-CN" sz="2800" b="1">
                  <a:solidFill>
                    <a:srgbClr val="1F2039"/>
                  </a:solidFill>
                  <a:latin typeface="Times New Roman" panose="02020603050405020304" pitchFamily="18" charset="0"/>
                </a:endParaRPr>
              </a:p>
            </p:txBody>
          </p:sp>
        </p:grpSp>
      </p:grpSp>
      <p:grpSp>
        <p:nvGrpSpPr>
          <p:cNvPr id="8" name="Group 44"/>
          <p:cNvGrpSpPr/>
          <p:nvPr/>
        </p:nvGrpSpPr>
        <p:grpSpPr bwMode="auto">
          <a:xfrm>
            <a:off x="1749425" y="4195763"/>
            <a:ext cx="4117975" cy="1681162"/>
            <a:chOff x="1105" y="2439"/>
            <a:chExt cx="2594" cy="1059"/>
          </a:xfrm>
        </p:grpSpPr>
        <p:sp>
          <p:nvSpPr>
            <p:cNvPr id="94216" name="Rectangle 45"/>
            <p:cNvSpPr>
              <a:spLocks noChangeArrowheads="1"/>
            </p:cNvSpPr>
            <p:nvPr/>
          </p:nvSpPr>
          <p:spPr bwMode="auto">
            <a:xfrm>
              <a:off x="1105" y="2479"/>
              <a:ext cx="245"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500" b="1">
                  <a:solidFill>
                    <a:srgbClr val="000000"/>
                  </a:solidFill>
                  <a:latin typeface="Times New Roman" panose="02020603050405020304" pitchFamily="18" charset="0"/>
                </a:rPr>
                <a:t>(b)</a:t>
              </a:r>
              <a:endParaRPr kumimoji="1" lang="en-US" altLang="zh-CN" sz="2800" b="1">
                <a:solidFill>
                  <a:srgbClr val="1F2039"/>
                </a:solidFill>
                <a:latin typeface="Times New Roman" panose="02020603050405020304" pitchFamily="18" charset="0"/>
              </a:endParaRPr>
            </a:p>
          </p:txBody>
        </p:sp>
        <p:sp>
          <p:nvSpPr>
            <p:cNvPr id="94217" name="Rectangle 46"/>
            <p:cNvSpPr>
              <a:spLocks noChangeArrowheads="1"/>
            </p:cNvSpPr>
            <p:nvPr/>
          </p:nvSpPr>
          <p:spPr bwMode="auto">
            <a:xfrm>
              <a:off x="1349" y="2479"/>
              <a:ext cx="5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zh-CN" altLang="en-US" sz="2500" b="1">
                  <a:solidFill>
                    <a:srgbClr val="000000"/>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sp>
          <p:nvSpPr>
            <p:cNvPr id="94218" name="Rectangle 47"/>
            <p:cNvSpPr>
              <a:spLocks noChangeArrowheads="1"/>
            </p:cNvSpPr>
            <p:nvPr/>
          </p:nvSpPr>
          <p:spPr bwMode="auto">
            <a:xfrm>
              <a:off x="1435" y="2490"/>
              <a:ext cx="80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zh-CN" altLang="en-US" sz="2500" b="1">
                  <a:solidFill>
                    <a:srgbClr val="000000"/>
                  </a:solidFill>
                  <a:latin typeface="宋体" panose="02010600030101010101" pitchFamily="2" charset="-122"/>
                </a:rPr>
                <a:t>递推：对</a:t>
              </a:r>
              <a:endParaRPr kumimoji="1" lang="zh-CN" altLang="en-US" sz="2800" b="1">
                <a:solidFill>
                  <a:srgbClr val="1F2039"/>
                </a:solidFill>
                <a:latin typeface="Times New Roman" panose="02020603050405020304" pitchFamily="18" charset="0"/>
              </a:endParaRPr>
            </a:p>
          </p:txBody>
        </p:sp>
        <p:grpSp>
          <p:nvGrpSpPr>
            <p:cNvPr id="94219" name="Group 48"/>
            <p:cNvGrpSpPr/>
            <p:nvPr/>
          </p:nvGrpSpPr>
          <p:grpSpPr bwMode="auto">
            <a:xfrm>
              <a:off x="2252" y="2439"/>
              <a:ext cx="1344" cy="220"/>
              <a:chOff x="2070" y="2361"/>
              <a:chExt cx="1344" cy="220"/>
            </a:xfrm>
          </p:grpSpPr>
          <p:sp>
            <p:nvSpPr>
              <p:cNvPr id="94275" name="Rectangle 49"/>
              <p:cNvSpPr>
                <a:spLocks noChangeArrowheads="1"/>
              </p:cNvSpPr>
              <p:nvPr/>
            </p:nvSpPr>
            <p:spPr bwMode="auto">
              <a:xfrm>
                <a:off x="3291" y="2382"/>
                <a:ext cx="12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N</a:t>
                </a:r>
                <a:endParaRPr kumimoji="1" lang="en-US" altLang="zh-CN" sz="2800" b="1">
                  <a:solidFill>
                    <a:srgbClr val="1F2039"/>
                  </a:solidFill>
                  <a:latin typeface="Times New Roman" panose="02020603050405020304" pitchFamily="18" charset="0"/>
                </a:endParaRPr>
              </a:p>
            </p:txBody>
          </p:sp>
          <p:sp>
            <p:nvSpPr>
              <p:cNvPr id="94276" name="Rectangle 50"/>
              <p:cNvSpPr>
                <a:spLocks noChangeArrowheads="1"/>
              </p:cNvSpPr>
              <p:nvPr/>
            </p:nvSpPr>
            <p:spPr bwMode="auto">
              <a:xfrm>
                <a:off x="3051" y="2382"/>
                <a:ext cx="5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j</a:t>
                </a:r>
                <a:endParaRPr kumimoji="1" lang="en-US" altLang="zh-CN" sz="2800" b="1">
                  <a:solidFill>
                    <a:srgbClr val="1F2039"/>
                  </a:solidFill>
                  <a:latin typeface="Times New Roman" panose="02020603050405020304" pitchFamily="18" charset="0"/>
                </a:endParaRPr>
              </a:p>
            </p:txBody>
          </p:sp>
          <p:sp>
            <p:nvSpPr>
              <p:cNvPr id="94277" name="Rectangle 51"/>
              <p:cNvSpPr>
                <a:spLocks noChangeArrowheads="1"/>
              </p:cNvSpPr>
              <p:nvPr/>
            </p:nvSpPr>
            <p:spPr bwMode="auto">
              <a:xfrm>
                <a:off x="2549" y="2382"/>
                <a:ext cx="10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T</a:t>
                </a:r>
                <a:endParaRPr kumimoji="1" lang="en-US" altLang="zh-CN" sz="2800" b="1">
                  <a:solidFill>
                    <a:srgbClr val="1F2039"/>
                  </a:solidFill>
                  <a:latin typeface="Times New Roman" panose="02020603050405020304" pitchFamily="18" charset="0"/>
                </a:endParaRPr>
              </a:p>
            </p:txBody>
          </p:sp>
          <p:sp>
            <p:nvSpPr>
              <p:cNvPr id="94278" name="Rectangle 52"/>
              <p:cNvSpPr>
                <a:spLocks noChangeArrowheads="1"/>
              </p:cNvSpPr>
              <p:nvPr/>
            </p:nvSpPr>
            <p:spPr bwMode="auto">
              <a:xfrm>
                <a:off x="2325" y="2382"/>
                <a:ext cx="5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t</a:t>
                </a:r>
                <a:endParaRPr kumimoji="1" lang="en-US" altLang="zh-CN" sz="2800" b="1">
                  <a:solidFill>
                    <a:srgbClr val="1F2039"/>
                  </a:solidFill>
                  <a:latin typeface="Times New Roman" panose="02020603050405020304" pitchFamily="18" charset="0"/>
                </a:endParaRPr>
              </a:p>
            </p:txBody>
          </p:sp>
          <p:sp>
            <p:nvSpPr>
              <p:cNvPr id="94279" name="Rectangle 53"/>
              <p:cNvSpPr>
                <a:spLocks noChangeArrowheads="1"/>
              </p:cNvSpPr>
              <p:nvPr/>
            </p:nvSpPr>
            <p:spPr bwMode="auto">
              <a:xfrm>
                <a:off x="3163" y="2361"/>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80" name="Rectangle 54"/>
              <p:cNvSpPr>
                <a:spLocks noChangeArrowheads="1"/>
              </p:cNvSpPr>
              <p:nvPr/>
            </p:nvSpPr>
            <p:spPr bwMode="auto">
              <a:xfrm>
                <a:off x="2899" y="2361"/>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81" name="Rectangle 55"/>
              <p:cNvSpPr>
                <a:spLocks noChangeArrowheads="1"/>
              </p:cNvSpPr>
              <p:nvPr/>
            </p:nvSpPr>
            <p:spPr bwMode="auto">
              <a:xfrm>
                <a:off x="2440" y="2361"/>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82" name="Rectangle 56"/>
              <p:cNvSpPr>
                <a:spLocks noChangeArrowheads="1"/>
              </p:cNvSpPr>
              <p:nvPr/>
            </p:nvSpPr>
            <p:spPr bwMode="auto">
              <a:xfrm>
                <a:off x="2213" y="2361"/>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83" name="Rectangle 57"/>
              <p:cNvSpPr>
                <a:spLocks noChangeArrowheads="1"/>
              </p:cNvSpPr>
              <p:nvPr/>
            </p:nvSpPr>
            <p:spPr bwMode="auto">
              <a:xfrm>
                <a:off x="2770" y="2382"/>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1</a:t>
                </a:r>
                <a:endParaRPr kumimoji="1" lang="en-US" altLang="zh-CN" sz="2800" b="1">
                  <a:solidFill>
                    <a:srgbClr val="1F2039"/>
                  </a:solidFill>
                  <a:latin typeface="Times New Roman" panose="02020603050405020304" pitchFamily="18" charset="0"/>
                </a:endParaRPr>
              </a:p>
            </p:txBody>
          </p:sp>
          <p:sp>
            <p:nvSpPr>
              <p:cNvPr id="94284" name="Rectangle 58"/>
              <p:cNvSpPr>
                <a:spLocks noChangeArrowheads="1"/>
              </p:cNvSpPr>
              <p:nvPr/>
            </p:nvSpPr>
            <p:spPr bwMode="auto">
              <a:xfrm>
                <a:off x="2667" y="2382"/>
                <a:ext cx="4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85" name="Rectangle 59"/>
              <p:cNvSpPr>
                <a:spLocks noChangeArrowheads="1"/>
              </p:cNvSpPr>
              <p:nvPr/>
            </p:nvSpPr>
            <p:spPr bwMode="auto">
              <a:xfrm>
                <a:off x="2070" y="2382"/>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2</a:t>
                </a:r>
                <a:endParaRPr kumimoji="1" lang="en-US" altLang="zh-CN" sz="2800" b="1">
                  <a:solidFill>
                    <a:srgbClr val="1F2039"/>
                  </a:solidFill>
                  <a:latin typeface="Times New Roman" panose="02020603050405020304" pitchFamily="18" charset="0"/>
                </a:endParaRPr>
              </a:p>
            </p:txBody>
          </p:sp>
          <p:sp>
            <p:nvSpPr>
              <p:cNvPr id="94286" name="Rectangle 60"/>
              <p:cNvSpPr>
                <a:spLocks noChangeArrowheads="1"/>
              </p:cNvSpPr>
              <p:nvPr/>
            </p:nvSpPr>
            <p:spPr bwMode="auto">
              <a:xfrm>
                <a:off x="2706" y="2382"/>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zh-CN" altLang="en-US" sz="2300" b="1">
                    <a:solidFill>
                      <a:srgbClr val="000000"/>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grpSp>
        <p:grpSp>
          <p:nvGrpSpPr>
            <p:cNvPr id="94220" name="Group 61"/>
            <p:cNvGrpSpPr/>
            <p:nvPr/>
          </p:nvGrpSpPr>
          <p:grpSpPr bwMode="auto">
            <a:xfrm>
              <a:off x="1737" y="2765"/>
              <a:ext cx="1962" cy="322"/>
              <a:chOff x="1555" y="2687"/>
              <a:chExt cx="1962" cy="322"/>
            </a:xfrm>
          </p:grpSpPr>
          <p:sp>
            <p:nvSpPr>
              <p:cNvPr id="94246" name="Rectangle 62"/>
              <p:cNvSpPr>
                <a:spLocks noChangeArrowheads="1"/>
              </p:cNvSpPr>
              <p:nvPr/>
            </p:nvSpPr>
            <p:spPr bwMode="auto">
              <a:xfrm>
                <a:off x="3456" y="2708"/>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47" name="Rectangle 63"/>
              <p:cNvSpPr>
                <a:spLocks noChangeArrowheads="1"/>
              </p:cNvSpPr>
              <p:nvPr/>
            </p:nvSpPr>
            <p:spPr bwMode="auto">
              <a:xfrm>
                <a:off x="3256" y="2708"/>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48" name="Rectangle 64"/>
              <p:cNvSpPr>
                <a:spLocks noChangeArrowheads="1"/>
              </p:cNvSpPr>
              <p:nvPr/>
            </p:nvSpPr>
            <p:spPr bwMode="auto">
              <a:xfrm>
                <a:off x="3053" y="2708"/>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49" name="Rectangle 65"/>
              <p:cNvSpPr>
                <a:spLocks noChangeArrowheads="1"/>
              </p:cNvSpPr>
              <p:nvPr/>
            </p:nvSpPr>
            <p:spPr bwMode="auto">
              <a:xfrm>
                <a:off x="2820" y="2708"/>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50" name="Rectangle 66"/>
              <p:cNvSpPr>
                <a:spLocks noChangeArrowheads="1"/>
              </p:cNvSpPr>
              <p:nvPr/>
            </p:nvSpPr>
            <p:spPr bwMode="auto">
              <a:xfrm>
                <a:off x="2704" y="2708"/>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51" name="Rectangle 67"/>
              <p:cNvSpPr>
                <a:spLocks noChangeArrowheads="1"/>
              </p:cNvSpPr>
              <p:nvPr/>
            </p:nvSpPr>
            <p:spPr bwMode="auto">
              <a:xfrm>
                <a:off x="2391" y="2708"/>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52" name="Rectangle 68"/>
              <p:cNvSpPr>
                <a:spLocks noChangeArrowheads="1"/>
              </p:cNvSpPr>
              <p:nvPr/>
            </p:nvSpPr>
            <p:spPr bwMode="auto">
              <a:xfrm>
                <a:off x="2088" y="2708"/>
                <a:ext cx="31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max</a:t>
                </a:r>
                <a:endParaRPr kumimoji="1" lang="en-US" altLang="zh-CN" sz="2800" b="1">
                  <a:solidFill>
                    <a:srgbClr val="1F2039"/>
                  </a:solidFill>
                  <a:latin typeface="Times New Roman" panose="02020603050405020304" pitchFamily="18" charset="0"/>
                </a:endParaRPr>
              </a:p>
            </p:txBody>
          </p:sp>
          <p:sp>
            <p:nvSpPr>
              <p:cNvPr id="94253" name="Rectangle 69"/>
              <p:cNvSpPr>
                <a:spLocks noChangeArrowheads="1"/>
              </p:cNvSpPr>
              <p:nvPr/>
            </p:nvSpPr>
            <p:spPr bwMode="auto">
              <a:xfrm>
                <a:off x="1846" y="2708"/>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54" name="Rectangle 70"/>
              <p:cNvSpPr>
                <a:spLocks noChangeArrowheads="1"/>
              </p:cNvSpPr>
              <p:nvPr/>
            </p:nvSpPr>
            <p:spPr bwMode="auto">
              <a:xfrm>
                <a:off x="1688" y="2708"/>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55" name="Rectangle 71"/>
              <p:cNvSpPr>
                <a:spLocks noChangeArrowheads="1"/>
              </p:cNvSpPr>
              <p:nvPr/>
            </p:nvSpPr>
            <p:spPr bwMode="auto">
              <a:xfrm>
                <a:off x="2625" y="2823"/>
                <a:ext cx="56"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a:solidFill>
                      <a:srgbClr val="000000"/>
                    </a:solidFill>
                    <a:latin typeface="Times New Roman" panose="02020603050405020304" pitchFamily="18" charset="0"/>
                  </a:rPr>
                  <a:t>1</a:t>
                </a:r>
                <a:endParaRPr kumimoji="1" lang="en-US" altLang="zh-CN" sz="2800" b="1">
                  <a:solidFill>
                    <a:srgbClr val="1F2039"/>
                  </a:solidFill>
                  <a:latin typeface="Times New Roman" panose="02020603050405020304" pitchFamily="18" charset="0"/>
                </a:endParaRPr>
              </a:p>
            </p:txBody>
          </p:sp>
          <p:sp>
            <p:nvSpPr>
              <p:cNvPr id="94256" name="Rectangle 72"/>
              <p:cNvSpPr>
                <a:spLocks noChangeArrowheads="1"/>
              </p:cNvSpPr>
              <p:nvPr/>
            </p:nvSpPr>
            <p:spPr bwMode="auto">
              <a:xfrm>
                <a:off x="2067" y="2887"/>
                <a:ext cx="56"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a:solidFill>
                      <a:srgbClr val="000000"/>
                    </a:solidFill>
                    <a:latin typeface="Times New Roman" panose="02020603050405020304" pitchFamily="18" charset="0"/>
                  </a:rPr>
                  <a:t>1</a:t>
                </a:r>
                <a:endParaRPr kumimoji="1" lang="en-US" altLang="zh-CN" sz="2800" b="1">
                  <a:solidFill>
                    <a:srgbClr val="1F2039"/>
                  </a:solidFill>
                  <a:latin typeface="Times New Roman" panose="02020603050405020304" pitchFamily="18" charset="0"/>
                </a:endParaRPr>
              </a:p>
            </p:txBody>
          </p:sp>
          <p:sp>
            <p:nvSpPr>
              <p:cNvPr id="94257" name="Rectangle 73"/>
              <p:cNvSpPr>
                <a:spLocks noChangeArrowheads="1"/>
              </p:cNvSpPr>
              <p:nvPr/>
            </p:nvSpPr>
            <p:spPr bwMode="auto">
              <a:xfrm>
                <a:off x="3386" y="2824"/>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i="1">
                    <a:solidFill>
                      <a:srgbClr val="000000"/>
                    </a:solidFill>
                    <a:latin typeface="Times New Roman" panose="02020603050405020304" pitchFamily="18" charset="0"/>
                  </a:rPr>
                  <a:t>t</a:t>
                </a:r>
                <a:endParaRPr kumimoji="1" lang="en-US" altLang="zh-CN" sz="2800" b="1">
                  <a:solidFill>
                    <a:srgbClr val="1F2039"/>
                  </a:solidFill>
                  <a:latin typeface="Times New Roman" panose="02020603050405020304" pitchFamily="18" charset="0"/>
                </a:endParaRPr>
              </a:p>
            </p:txBody>
          </p:sp>
          <p:sp>
            <p:nvSpPr>
              <p:cNvPr id="94258" name="Rectangle 74"/>
              <p:cNvSpPr>
                <a:spLocks noChangeArrowheads="1"/>
              </p:cNvSpPr>
              <p:nvPr/>
            </p:nvSpPr>
            <p:spPr bwMode="auto">
              <a:xfrm>
                <a:off x="3188" y="2824"/>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i="1">
                    <a:solidFill>
                      <a:srgbClr val="000000"/>
                    </a:solidFill>
                    <a:latin typeface="Times New Roman" panose="02020603050405020304" pitchFamily="18" charset="0"/>
                  </a:rPr>
                  <a:t>j</a:t>
                </a:r>
                <a:endParaRPr kumimoji="1" lang="en-US" altLang="zh-CN" sz="2800" b="1">
                  <a:solidFill>
                    <a:srgbClr val="1F2039"/>
                  </a:solidFill>
                  <a:latin typeface="Times New Roman" panose="02020603050405020304" pitchFamily="18" charset="0"/>
                </a:endParaRPr>
              </a:p>
            </p:txBody>
          </p:sp>
          <p:sp>
            <p:nvSpPr>
              <p:cNvPr id="94259" name="Rectangle 75"/>
              <p:cNvSpPr>
                <a:spLocks noChangeArrowheads="1"/>
              </p:cNvSpPr>
              <p:nvPr/>
            </p:nvSpPr>
            <p:spPr bwMode="auto">
              <a:xfrm>
                <a:off x="2954" y="2824"/>
                <a:ext cx="6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i="1">
                    <a:solidFill>
                      <a:srgbClr val="000000"/>
                    </a:solidFill>
                    <a:latin typeface="Times New Roman" panose="02020603050405020304" pitchFamily="18" charset="0"/>
                  </a:rPr>
                  <a:t>ij</a:t>
                </a:r>
                <a:endParaRPr kumimoji="1" lang="en-US" altLang="zh-CN" sz="2800" b="1">
                  <a:solidFill>
                    <a:srgbClr val="1F2039"/>
                  </a:solidFill>
                  <a:latin typeface="Times New Roman" panose="02020603050405020304" pitchFamily="18" charset="0"/>
                </a:endParaRPr>
              </a:p>
            </p:txBody>
          </p:sp>
          <p:sp>
            <p:nvSpPr>
              <p:cNvPr id="94260" name="Rectangle 76"/>
              <p:cNvSpPr>
                <a:spLocks noChangeArrowheads="1"/>
              </p:cNvSpPr>
              <p:nvPr/>
            </p:nvSpPr>
            <p:spPr bwMode="auto">
              <a:xfrm>
                <a:off x="2527" y="2824"/>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i="1">
                    <a:solidFill>
                      <a:srgbClr val="000000"/>
                    </a:solidFill>
                    <a:latin typeface="Times New Roman" panose="02020603050405020304" pitchFamily="18" charset="0"/>
                  </a:rPr>
                  <a:t>t</a:t>
                </a:r>
                <a:endParaRPr kumimoji="1" lang="en-US" altLang="zh-CN" sz="2800" b="1">
                  <a:solidFill>
                    <a:srgbClr val="1F2039"/>
                  </a:solidFill>
                  <a:latin typeface="Times New Roman" panose="02020603050405020304" pitchFamily="18" charset="0"/>
                </a:endParaRPr>
              </a:p>
            </p:txBody>
          </p:sp>
          <p:sp>
            <p:nvSpPr>
              <p:cNvPr id="94261" name="Rectangle 77"/>
              <p:cNvSpPr>
                <a:spLocks noChangeArrowheads="1"/>
              </p:cNvSpPr>
              <p:nvPr/>
            </p:nvSpPr>
            <p:spPr bwMode="auto">
              <a:xfrm>
                <a:off x="2291" y="2888"/>
                <a:ext cx="7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i="1">
                    <a:solidFill>
                      <a:srgbClr val="000000"/>
                    </a:solidFill>
                    <a:latin typeface="Times New Roman" panose="02020603050405020304" pitchFamily="18" charset="0"/>
                  </a:rPr>
                  <a:t>N</a:t>
                </a:r>
                <a:endParaRPr kumimoji="1" lang="en-US" altLang="zh-CN" sz="2800" b="1">
                  <a:solidFill>
                    <a:srgbClr val="1F2039"/>
                  </a:solidFill>
                  <a:latin typeface="Times New Roman" panose="02020603050405020304" pitchFamily="18" charset="0"/>
                </a:endParaRPr>
              </a:p>
            </p:txBody>
          </p:sp>
          <p:sp>
            <p:nvSpPr>
              <p:cNvPr id="94262" name="Rectangle 78"/>
              <p:cNvSpPr>
                <a:spLocks noChangeArrowheads="1"/>
              </p:cNvSpPr>
              <p:nvPr/>
            </p:nvSpPr>
            <p:spPr bwMode="auto">
              <a:xfrm>
                <a:off x="2182" y="2888"/>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i="1">
                    <a:solidFill>
                      <a:srgbClr val="000000"/>
                    </a:solidFill>
                    <a:latin typeface="Times New Roman" panose="02020603050405020304" pitchFamily="18" charset="0"/>
                  </a:rPr>
                  <a:t>i</a:t>
                </a:r>
                <a:endParaRPr kumimoji="1" lang="en-US" altLang="zh-CN" sz="2800" b="1">
                  <a:solidFill>
                    <a:srgbClr val="1F2039"/>
                  </a:solidFill>
                  <a:latin typeface="Times New Roman" panose="02020603050405020304" pitchFamily="18" charset="0"/>
                </a:endParaRPr>
              </a:p>
            </p:txBody>
          </p:sp>
          <p:sp>
            <p:nvSpPr>
              <p:cNvPr id="94263" name="Rectangle 79"/>
              <p:cNvSpPr>
                <a:spLocks noChangeArrowheads="1"/>
              </p:cNvSpPr>
              <p:nvPr/>
            </p:nvSpPr>
            <p:spPr bwMode="auto">
              <a:xfrm>
                <a:off x="1619" y="2824"/>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i="1">
                    <a:solidFill>
                      <a:srgbClr val="000000"/>
                    </a:solidFill>
                    <a:latin typeface="Times New Roman" panose="02020603050405020304" pitchFamily="18" charset="0"/>
                  </a:rPr>
                  <a:t>t</a:t>
                </a:r>
                <a:endParaRPr kumimoji="1" lang="en-US" altLang="zh-CN" sz="2800" b="1">
                  <a:solidFill>
                    <a:srgbClr val="1F2039"/>
                  </a:solidFill>
                  <a:latin typeface="Times New Roman" panose="02020603050405020304" pitchFamily="18" charset="0"/>
                </a:endParaRPr>
              </a:p>
            </p:txBody>
          </p:sp>
          <p:sp>
            <p:nvSpPr>
              <p:cNvPr id="94264" name="Rectangle 80"/>
              <p:cNvSpPr>
                <a:spLocks noChangeArrowheads="1"/>
              </p:cNvSpPr>
              <p:nvPr/>
            </p:nvSpPr>
            <p:spPr bwMode="auto">
              <a:xfrm>
                <a:off x="3318" y="2708"/>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o</a:t>
                </a:r>
                <a:endParaRPr kumimoji="1" lang="en-US" altLang="zh-CN" sz="2800" b="1">
                  <a:solidFill>
                    <a:srgbClr val="1F2039"/>
                  </a:solidFill>
                  <a:latin typeface="Times New Roman" panose="02020603050405020304" pitchFamily="18" charset="0"/>
                </a:endParaRPr>
              </a:p>
            </p:txBody>
          </p:sp>
          <p:sp>
            <p:nvSpPr>
              <p:cNvPr id="94265" name="Rectangle 81"/>
              <p:cNvSpPr>
                <a:spLocks noChangeArrowheads="1"/>
              </p:cNvSpPr>
              <p:nvPr/>
            </p:nvSpPr>
            <p:spPr bwMode="auto">
              <a:xfrm>
                <a:off x="3104" y="2708"/>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b</a:t>
                </a:r>
                <a:endParaRPr kumimoji="1" lang="en-US" altLang="zh-CN" sz="2800" b="1">
                  <a:solidFill>
                    <a:srgbClr val="1F2039"/>
                  </a:solidFill>
                  <a:latin typeface="Times New Roman" panose="02020603050405020304" pitchFamily="18" charset="0"/>
                </a:endParaRPr>
              </a:p>
            </p:txBody>
          </p:sp>
          <p:sp>
            <p:nvSpPr>
              <p:cNvPr id="94266" name="Rectangle 82"/>
              <p:cNvSpPr>
                <a:spLocks noChangeArrowheads="1"/>
              </p:cNvSpPr>
              <p:nvPr/>
            </p:nvSpPr>
            <p:spPr bwMode="auto">
              <a:xfrm>
                <a:off x="2884" y="2708"/>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a</a:t>
                </a:r>
                <a:endParaRPr kumimoji="1" lang="en-US" altLang="zh-CN" sz="2800" b="1">
                  <a:solidFill>
                    <a:srgbClr val="1F2039"/>
                  </a:solidFill>
                  <a:latin typeface="Times New Roman" panose="02020603050405020304" pitchFamily="18" charset="0"/>
                </a:endParaRPr>
              </a:p>
            </p:txBody>
          </p:sp>
          <p:sp>
            <p:nvSpPr>
              <p:cNvPr id="94267" name="Rectangle 83"/>
              <p:cNvSpPr>
                <a:spLocks noChangeArrowheads="1"/>
              </p:cNvSpPr>
              <p:nvPr/>
            </p:nvSpPr>
            <p:spPr bwMode="auto">
              <a:xfrm>
                <a:off x="2763" y="2708"/>
                <a:ext cx="5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i</a:t>
                </a:r>
                <a:endParaRPr kumimoji="1" lang="en-US" altLang="zh-CN" sz="2800" b="1">
                  <a:solidFill>
                    <a:srgbClr val="1F2039"/>
                  </a:solidFill>
                  <a:latin typeface="Times New Roman" panose="02020603050405020304" pitchFamily="18" charset="0"/>
                </a:endParaRPr>
              </a:p>
            </p:txBody>
          </p:sp>
          <p:sp>
            <p:nvSpPr>
              <p:cNvPr id="94268" name="Rectangle 84"/>
              <p:cNvSpPr>
                <a:spLocks noChangeArrowheads="1"/>
              </p:cNvSpPr>
              <p:nvPr/>
            </p:nvSpPr>
            <p:spPr bwMode="auto">
              <a:xfrm>
                <a:off x="1787" y="2708"/>
                <a:ext cx="5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j</a:t>
                </a:r>
                <a:endParaRPr kumimoji="1" lang="en-US" altLang="zh-CN" sz="2800" b="1">
                  <a:solidFill>
                    <a:srgbClr val="1F2039"/>
                  </a:solidFill>
                  <a:latin typeface="Times New Roman" panose="02020603050405020304" pitchFamily="18" charset="0"/>
                </a:endParaRPr>
              </a:p>
            </p:txBody>
          </p:sp>
          <p:sp>
            <p:nvSpPr>
              <p:cNvPr id="94269" name="Rectangle 85"/>
              <p:cNvSpPr>
                <a:spLocks noChangeArrowheads="1"/>
              </p:cNvSpPr>
              <p:nvPr/>
            </p:nvSpPr>
            <p:spPr bwMode="auto">
              <a:xfrm>
                <a:off x="2581" y="2812"/>
                <a:ext cx="6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70" name="Rectangle 86"/>
              <p:cNvSpPr>
                <a:spLocks noChangeArrowheads="1"/>
              </p:cNvSpPr>
              <p:nvPr/>
            </p:nvSpPr>
            <p:spPr bwMode="auto">
              <a:xfrm>
                <a:off x="2231" y="2876"/>
                <a:ext cx="6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71" name="Rectangle 87"/>
              <p:cNvSpPr>
                <a:spLocks noChangeArrowheads="1"/>
              </p:cNvSpPr>
              <p:nvPr/>
            </p:nvSpPr>
            <p:spPr bwMode="auto">
              <a:xfrm>
                <a:off x="2129" y="2876"/>
                <a:ext cx="6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4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72" name="Rectangle 88"/>
              <p:cNvSpPr>
                <a:spLocks noChangeArrowheads="1"/>
              </p:cNvSpPr>
              <p:nvPr/>
            </p:nvSpPr>
            <p:spPr bwMode="auto">
              <a:xfrm>
                <a:off x="1966" y="2687"/>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73" name="Rectangle 89"/>
              <p:cNvSpPr>
                <a:spLocks noChangeArrowheads="1"/>
              </p:cNvSpPr>
              <p:nvPr/>
            </p:nvSpPr>
            <p:spPr bwMode="auto">
              <a:xfrm>
                <a:off x="2463" y="2687"/>
                <a:ext cx="9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Symbol" panose="05050102010706020507" pitchFamily="18" charset="2"/>
                  </a:rPr>
                  <a:t>d</a:t>
                </a:r>
                <a:endParaRPr kumimoji="1" lang="en-US" altLang="zh-CN" sz="2800" b="1">
                  <a:solidFill>
                    <a:srgbClr val="1F2039"/>
                  </a:solidFill>
                  <a:latin typeface="Times New Roman" panose="02020603050405020304" pitchFamily="18" charset="0"/>
                </a:endParaRPr>
              </a:p>
            </p:txBody>
          </p:sp>
          <p:sp>
            <p:nvSpPr>
              <p:cNvPr id="94274" name="Rectangle 90"/>
              <p:cNvSpPr>
                <a:spLocks noChangeArrowheads="1"/>
              </p:cNvSpPr>
              <p:nvPr/>
            </p:nvSpPr>
            <p:spPr bwMode="auto">
              <a:xfrm>
                <a:off x="1555" y="2687"/>
                <a:ext cx="9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Symbol" panose="05050102010706020507" pitchFamily="18" charset="2"/>
                  </a:rPr>
                  <a:t>d</a:t>
                </a:r>
                <a:endParaRPr kumimoji="1" lang="en-US" altLang="zh-CN" sz="2800" b="1">
                  <a:solidFill>
                    <a:srgbClr val="1F2039"/>
                  </a:solidFill>
                  <a:latin typeface="Times New Roman" panose="02020603050405020304" pitchFamily="18" charset="0"/>
                </a:endParaRPr>
              </a:p>
            </p:txBody>
          </p:sp>
        </p:grpSp>
        <p:grpSp>
          <p:nvGrpSpPr>
            <p:cNvPr id="94221" name="Group 91"/>
            <p:cNvGrpSpPr/>
            <p:nvPr/>
          </p:nvGrpSpPr>
          <p:grpSpPr bwMode="auto">
            <a:xfrm>
              <a:off x="1732" y="3149"/>
              <a:ext cx="1860" cy="349"/>
              <a:chOff x="1550" y="3071"/>
              <a:chExt cx="1860" cy="349"/>
            </a:xfrm>
          </p:grpSpPr>
          <p:sp>
            <p:nvSpPr>
              <p:cNvPr id="94222" name="Rectangle 92"/>
              <p:cNvSpPr>
                <a:spLocks noChangeArrowheads="1"/>
              </p:cNvSpPr>
              <p:nvPr/>
            </p:nvSpPr>
            <p:spPr bwMode="auto">
              <a:xfrm>
                <a:off x="3349" y="3092"/>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23" name="Rectangle 93"/>
              <p:cNvSpPr>
                <a:spLocks noChangeArrowheads="1"/>
              </p:cNvSpPr>
              <p:nvPr/>
            </p:nvSpPr>
            <p:spPr bwMode="auto">
              <a:xfrm>
                <a:off x="3111" y="3092"/>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24" name="Rectangle 94"/>
              <p:cNvSpPr>
                <a:spLocks noChangeArrowheads="1"/>
              </p:cNvSpPr>
              <p:nvPr/>
            </p:nvSpPr>
            <p:spPr bwMode="auto">
              <a:xfrm>
                <a:off x="2994" y="3092"/>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25" name="Rectangle 95"/>
              <p:cNvSpPr>
                <a:spLocks noChangeArrowheads="1"/>
              </p:cNvSpPr>
              <p:nvPr/>
            </p:nvSpPr>
            <p:spPr bwMode="auto">
              <a:xfrm>
                <a:off x="2674" y="3092"/>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26" name="Rectangle 96"/>
              <p:cNvSpPr>
                <a:spLocks noChangeArrowheads="1"/>
              </p:cNvSpPr>
              <p:nvPr/>
            </p:nvSpPr>
            <p:spPr bwMode="auto">
              <a:xfrm>
                <a:off x="2364" y="3092"/>
                <a:ext cx="31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max</a:t>
                </a:r>
                <a:endParaRPr kumimoji="1" lang="en-US" altLang="zh-CN" sz="2800" b="1">
                  <a:solidFill>
                    <a:srgbClr val="1F2039"/>
                  </a:solidFill>
                  <a:latin typeface="Times New Roman" panose="02020603050405020304" pitchFamily="18" charset="0"/>
                </a:endParaRPr>
              </a:p>
            </p:txBody>
          </p:sp>
          <p:sp>
            <p:nvSpPr>
              <p:cNvPr id="94227" name="Rectangle 97"/>
              <p:cNvSpPr>
                <a:spLocks noChangeArrowheads="1"/>
              </p:cNvSpPr>
              <p:nvPr/>
            </p:nvSpPr>
            <p:spPr bwMode="auto">
              <a:xfrm>
                <a:off x="2107" y="3092"/>
                <a:ext cx="235"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arg</a:t>
                </a:r>
                <a:endParaRPr kumimoji="1" lang="en-US" altLang="zh-CN" sz="2800" b="1">
                  <a:solidFill>
                    <a:srgbClr val="1F2039"/>
                  </a:solidFill>
                  <a:latin typeface="Times New Roman" panose="02020603050405020304" pitchFamily="18" charset="0"/>
                </a:endParaRPr>
              </a:p>
            </p:txBody>
          </p:sp>
          <p:sp>
            <p:nvSpPr>
              <p:cNvPr id="94228" name="Rectangle 98"/>
              <p:cNvSpPr>
                <a:spLocks noChangeArrowheads="1"/>
              </p:cNvSpPr>
              <p:nvPr/>
            </p:nvSpPr>
            <p:spPr bwMode="auto">
              <a:xfrm>
                <a:off x="1861" y="3092"/>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29" name="Rectangle 99"/>
              <p:cNvSpPr>
                <a:spLocks noChangeArrowheads="1"/>
              </p:cNvSpPr>
              <p:nvPr/>
            </p:nvSpPr>
            <p:spPr bwMode="auto">
              <a:xfrm>
                <a:off x="1701" y="3092"/>
                <a:ext cx="6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Times New Roman" panose="02020603050405020304" pitchFamily="18" charset="0"/>
                  </a:rPr>
                  <a:t>(</a:t>
                </a:r>
                <a:endParaRPr kumimoji="1" lang="en-US" altLang="zh-CN" sz="2800" b="1">
                  <a:solidFill>
                    <a:srgbClr val="1F2039"/>
                  </a:solidFill>
                  <a:latin typeface="Times New Roman" panose="02020603050405020304" pitchFamily="18" charset="0"/>
                </a:endParaRPr>
              </a:p>
            </p:txBody>
          </p:sp>
          <p:sp>
            <p:nvSpPr>
              <p:cNvPr id="94230" name="Rectangle 100"/>
              <p:cNvSpPr>
                <a:spLocks noChangeArrowheads="1"/>
              </p:cNvSpPr>
              <p:nvPr/>
            </p:nvSpPr>
            <p:spPr bwMode="auto">
              <a:xfrm>
                <a:off x="2918" y="3206"/>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a:solidFill>
                      <a:srgbClr val="000000"/>
                    </a:solidFill>
                    <a:latin typeface="Times New Roman" panose="02020603050405020304" pitchFamily="18" charset="0"/>
                  </a:rPr>
                  <a:t>1</a:t>
                </a:r>
                <a:endParaRPr kumimoji="1" lang="en-US" altLang="zh-CN" sz="2800" b="1">
                  <a:solidFill>
                    <a:srgbClr val="1F2039"/>
                  </a:solidFill>
                  <a:latin typeface="Times New Roman" panose="02020603050405020304" pitchFamily="18" charset="0"/>
                </a:endParaRPr>
              </a:p>
            </p:txBody>
          </p:sp>
          <p:sp>
            <p:nvSpPr>
              <p:cNvPr id="94231" name="Rectangle 101"/>
              <p:cNvSpPr>
                <a:spLocks noChangeArrowheads="1"/>
              </p:cNvSpPr>
              <p:nvPr/>
            </p:nvSpPr>
            <p:spPr bwMode="auto">
              <a:xfrm>
                <a:off x="2221" y="3307"/>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a:solidFill>
                      <a:srgbClr val="000000"/>
                    </a:solidFill>
                    <a:latin typeface="Times New Roman" panose="02020603050405020304" pitchFamily="18" charset="0"/>
                  </a:rPr>
                  <a:t>1</a:t>
                </a:r>
                <a:endParaRPr kumimoji="1" lang="en-US" altLang="zh-CN" sz="2800" b="1">
                  <a:solidFill>
                    <a:srgbClr val="1F2039"/>
                  </a:solidFill>
                  <a:latin typeface="Times New Roman" panose="02020603050405020304" pitchFamily="18" charset="0"/>
                </a:endParaRPr>
              </a:p>
            </p:txBody>
          </p:sp>
          <p:sp>
            <p:nvSpPr>
              <p:cNvPr id="94232" name="Rectangle 102"/>
              <p:cNvSpPr>
                <a:spLocks noChangeArrowheads="1"/>
              </p:cNvSpPr>
              <p:nvPr/>
            </p:nvSpPr>
            <p:spPr bwMode="auto">
              <a:xfrm>
                <a:off x="3252" y="3206"/>
                <a:ext cx="58"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i="1">
                    <a:solidFill>
                      <a:srgbClr val="000000"/>
                    </a:solidFill>
                    <a:latin typeface="Times New Roman" panose="02020603050405020304" pitchFamily="18" charset="0"/>
                  </a:rPr>
                  <a:t>ij</a:t>
                </a:r>
                <a:endParaRPr kumimoji="1" lang="en-US" altLang="zh-CN" sz="2800" b="1">
                  <a:solidFill>
                    <a:srgbClr val="1F2039"/>
                  </a:solidFill>
                  <a:latin typeface="Times New Roman" panose="02020603050405020304" pitchFamily="18" charset="0"/>
                </a:endParaRPr>
              </a:p>
            </p:txBody>
          </p:sp>
          <p:sp>
            <p:nvSpPr>
              <p:cNvPr id="94233" name="Rectangle 103"/>
              <p:cNvSpPr>
                <a:spLocks noChangeArrowheads="1"/>
              </p:cNvSpPr>
              <p:nvPr/>
            </p:nvSpPr>
            <p:spPr bwMode="auto">
              <a:xfrm>
                <a:off x="2815" y="3206"/>
                <a:ext cx="2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i="1">
                    <a:solidFill>
                      <a:srgbClr val="000000"/>
                    </a:solidFill>
                    <a:latin typeface="Times New Roman" panose="02020603050405020304" pitchFamily="18" charset="0"/>
                  </a:rPr>
                  <a:t>t</a:t>
                </a:r>
                <a:endParaRPr kumimoji="1" lang="en-US" altLang="zh-CN" sz="2800" b="1">
                  <a:solidFill>
                    <a:srgbClr val="1F2039"/>
                  </a:solidFill>
                  <a:latin typeface="Times New Roman" panose="02020603050405020304" pitchFamily="18" charset="0"/>
                </a:endParaRPr>
              </a:p>
            </p:txBody>
          </p:sp>
          <p:sp>
            <p:nvSpPr>
              <p:cNvPr id="94234" name="Rectangle 104"/>
              <p:cNvSpPr>
                <a:spLocks noChangeArrowheads="1"/>
              </p:cNvSpPr>
              <p:nvPr/>
            </p:nvSpPr>
            <p:spPr bwMode="auto">
              <a:xfrm>
                <a:off x="2453" y="3307"/>
                <a:ext cx="6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i="1">
                    <a:solidFill>
                      <a:srgbClr val="000000"/>
                    </a:solidFill>
                    <a:latin typeface="Times New Roman" panose="02020603050405020304" pitchFamily="18" charset="0"/>
                  </a:rPr>
                  <a:t>N</a:t>
                </a:r>
                <a:endParaRPr kumimoji="1" lang="en-US" altLang="zh-CN" sz="2800" b="1">
                  <a:solidFill>
                    <a:srgbClr val="1F2039"/>
                  </a:solidFill>
                  <a:latin typeface="Times New Roman" panose="02020603050405020304" pitchFamily="18" charset="0"/>
                </a:endParaRPr>
              </a:p>
            </p:txBody>
          </p:sp>
          <p:sp>
            <p:nvSpPr>
              <p:cNvPr id="94235" name="Rectangle 105"/>
              <p:cNvSpPr>
                <a:spLocks noChangeArrowheads="1"/>
              </p:cNvSpPr>
              <p:nvPr/>
            </p:nvSpPr>
            <p:spPr bwMode="auto">
              <a:xfrm>
                <a:off x="2337" y="3307"/>
                <a:ext cx="2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i="1">
                    <a:solidFill>
                      <a:srgbClr val="000000"/>
                    </a:solidFill>
                    <a:latin typeface="Times New Roman" panose="02020603050405020304" pitchFamily="18" charset="0"/>
                  </a:rPr>
                  <a:t>i</a:t>
                </a:r>
                <a:endParaRPr kumimoji="1" lang="en-US" altLang="zh-CN" sz="2800" b="1">
                  <a:solidFill>
                    <a:srgbClr val="1F2039"/>
                  </a:solidFill>
                  <a:latin typeface="Times New Roman" panose="02020603050405020304" pitchFamily="18" charset="0"/>
                </a:endParaRPr>
              </a:p>
            </p:txBody>
          </p:sp>
          <p:sp>
            <p:nvSpPr>
              <p:cNvPr id="94236" name="Rectangle 106"/>
              <p:cNvSpPr>
                <a:spLocks noChangeArrowheads="1"/>
              </p:cNvSpPr>
              <p:nvPr/>
            </p:nvSpPr>
            <p:spPr bwMode="auto">
              <a:xfrm>
                <a:off x="1632" y="3206"/>
                <a:ext cx="2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i="1">
                    <a:solidFill>
                      <a:srgbClr val="000000"/>
                    </a:solidFill>
                    <a:latin typeface="Times New Roman" panose="02020603050405020304" pitchFamily="18" charset="0"/>
                  </a:rPr>
                  <a:t>t</a:t>
                </a:r>
                <a:endParaRPr kumimoji="1" lang="en-US" altLang="zh-CN" sz="2800" b="1">
                  <a:solidFill>
                    <a:srgbClr val="1F2039"/>
                  </a:solidFill>
                  <a:latin typeface="Times New Roman" panose="02020603050405020304" pitchFamily="18" charset="0"/>
                </a:endParaRPr>
              </a:p>
            </p:txBody>
          </p:sp>
          <p:sp>
            <p:nvSpPr>
              <p:cNvPr id="94237" name="Rectangle 107"/>
              <p:cNvSpPr>
                <a:spLocks noChangeArrowheads="1"/>
              </p:cNvSpPr>
              <p:nvPr/>
            </p:nvSpPr>
            <p:spPr bwMode="auto">
              <a:xfrm>
                <a:off x="3176" y="3092"/>
                <a:ext cx="92"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a</a:t>
                </a:r>
                <a:endParaRPr kumimoji="1" lang="en-US" altLang="zh-CN" sz="2800" b="1">
                  <a:solidFill>
                    <a:srgbClr val="1F2039"/>
                  </a:solidFill>
                  <a:latin typeface="Times New Roman" panose="02020603050405020304" pitchFamily="18" charset="0"/>
                </a:endParaRPr>
              </a:p>
            </p:txBody>
          </p:sp>
          <p:sp>
            <p:nvSpPr>
              <p:cNvPr id="94238" name="Rectangle 108"/>
              <p:cNvSpPr>
                <a:spLocks noChangeArrowheads="1"/>
              </p:cNvSpPr>
              <p:nvPr/>
            </p:nvSpPr>
            <p:spPr bwMode="auto">
              <a:xfrm>
                <a:off x="3054" y="3092"/>
                <a:ext cx="5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i</a:t>
                </a:r>
                <a:endParaRPr kumimoji="1" lang="en-US" altLang="zh-CN" sz="2800" b="1">
                  <a:solidFill>
                    <a:srgbClr val="1F2039"/>
                  </a:solidFill>
                  <a:latin typeface="Times New Roman" panose="02020603050405020304" pitchFamily="18" charset="0"/>
                </a:endParaRPr>
              </a:p>
            </p:txBody>
          </p:sp>
          <p:sp>
            <p:nvSpPr>
              <p:cNvPr id="94239" name="Rectangle 109"/>
              <p:cNvSpPr>
                <a:spLocks noChangeArrowheads="1"/>
              </p:cNvSpPr>
              <p:nvPr/>
            </p:nvSpPr>
            <p:spPr bwMode="auto">
              <a:xfrm>
                <a:off x="1801" y="3092"/>
                <a:ext cx="5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Times New Roman" panose="02020603050405020304" pitchFamily="18" charset="0"/>
                  </a:rPr>
                  <a:t>j</a:t>
                </a:r>
                <a:endParaRPr kumimoji="1" lang="en-US" altLang="zh-CN" sz="2800" b="1">
                  <a:solidFill>
                    <a:srgbClr val="1F2039"/>
                  </a:solidFill>
                  <a:latin typeface="Times New Roman" panose="02020603050405020304" pitchFamily="18" charset="0"/>
                </a:endParaRPr>
              </a:p>
            </p:txBody>
          </p:sp>
          <p:sp>
            <p:nvSpPr>
              <p:cNvPr id="94240" name="Rectangle 110"/>
              <p:cNvSpPr>
                <a:spLocks noChangeArrowheads="1"/>
              </p:cNvSpPr>
              <p:nvPr/>
            </p:nvSpPr>
            <p:spPr bwMode="auto">
              <a:xfrm>
                <a:off x="2872" y="3194"/>
                <a:ext cx="57"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41" name="Rectangle 111"/>
              <p:cNvSpPr>
                <a:spLocks noChangeArrowheads="1"/>
              </p:cNvSpPr>
              <p:nvPr/>
            </p:nvSpPr>
            <p:spPr bwMode="auto">
              <a:xfrm>
                <a:off x="2389" y="3295"/>
                <a:ext cx="57"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42" name="Rectangle 112"/>
              <p:cNvSpPr>
                <a:spLocks noChangeArrowheads="1"/>
              </p:cNvSpPr>
              <p:nvPr/>
            </p:nvSpPr>
            <p:spPr bwMode="auto">
              <a:xfrm>
                <a:off x="2284" y="3295"/>
                <a:ext cx="57"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1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43" name="Rectangle 113"/>
              <p:cNvSpPr>
                <a:spLocks noChangeArrowheads="1"/>
              </p:cNvSpPr>
              <p:nvPr/>
            </p:nvSpPr>
            <p:spPr bwMode="auto">
              <a:xfrm>
                <a:off x="1983" y="3071"/>
                <a:ext cx="10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a:solidFill>
                      <a:srgbClr val="000000"/>
                    </a:solidFill>
                    <a:latin typeface="Symbol" panose="05050102010706020507" pitchFamily="18" charset="2"/>
                  </a:rPr>
                  <a:t>=</a:t>
                </a:r>
                <a:endParaRPr kumimoji="1" lang="en-US" altLang="zh-CN" sz="2800" b="1">
                  <a:solidFill>
                    <a:srgbClr val="1F2039"/>
                  </a:solidFill>
                  <a:latin typeface="Times New Roman" panose="02020603050405020304" pitchFamily="18" charset="0"/>
                </a:endParaRPr>
              </a:p>
            </p:txBody>
          </p:sp>
          <p:sp>
            <p:nvSpPr>
              <p:cNvPr id="94244" name="Rectangle 114"/>
              <p:cNvSpPr>
                <a:spLocks noChangeArrowheads="1"/>
              </p:cNvSpPr>
              <p:nvPr/>
            </p:nvSpPr>
            <p:spPr bwMode="auto">
              <a:xfrm>
                <a:off x="2745" y="3071"/>
                <a:ext cx="9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Symbol" panose="05050102010706020507" pitchFamily="18" charset="2"/>
                  </a:rPr>
                  <a:t>d</a:t>
                </a:r>
                <a:endParaRPr kumimoji="1" lang="en-US" altLang="zh-CN" sz="2800" b="1">
                  <a:solidFill>
                    <a:srgbClr val="1F2039"/>
                  </a:solidFill>
                  <a:latin typeface="Times New Roman" panose="02020603050405020304" pitchFamily="18" charset="0"/>
                </a:endParaRPr>
              </a:p>
            </p:txBody>
          </p:sp>
          <p:sp>
            <p:nvSpPr>
              <p:cNvPr id="94245" name="Rectangle 115"/>
              <p:cNvSpPr>
                <a:spLocks noChangeArrowheads="1"/>
              </p:cNvSpPr>
              <p:nvPr/>
            </p:nvSpPr>
            <p:spPr bwMode="auto">
              <a:xfrm>
                <a:off x="1550" y="3071"/>
                <a:ext cx="11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300" i="1">
                    <a:solidFill>
                      <a:srgbClr val="000000"/>
                    </a:solidFill>
                    <a:latin typeface="Symbol" panose="05050102010706020507" pitchFamily="18" charset="2"/>
                  </a:rPr>
                  <a:t>j</a:t>
                </a:r>
                <a:endParaRPr kumimoji="1" lang="en-US" altLang="zh-CN" sz="2800" b="1">
                  <a:solidFill>
                    <a:srgbClr val="1F2039"/>
                  </a:solidFill>
                  <a:latin typeface="Times New Roman" panose="02020603050405020304" pitchFamily="18" charset="0"/>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aphicFrame>
        <p:nvGraphicFramePr>
          <p:cNvPr id="412675" name="Object 3"/>
          <p:cNvGraphicFramePr>
            <a:graphicFrameLocks noChangeAspect="1"/>
          </p:cNvGraphicFramePr>
          <p:nvPr/>
        </p:nvGraphicFramePr>
        <p:xfrm>
          <a:off x="990600" y="1447800"/>
          <a:ext cx="6267450" cy="4057650"/>
        </p:xfrm>
        <a:graphic>
          <a:graphicData uri="http://schemas.openxmlformats.org/presentationml/2006/ole">
            <mc:AlternateContent xmlns:mc="http://schemas.openxmlformats.org/markup-compatibility/2006">
              <mc:Choice xmlns:v="urn:schemas-microsoft-com:vml" Requires="v">
                <p:oleObj spid="_x0000_s141354" name="Document" r:id="rId1" imgW="6275705" imgH="4062730" progId="Word.Document.8">
                  <p:embed/>
                </p:oleObj>
              </mc:Choice>
              <mc:Fallback>
                <p:oleObj name="Document" r:id="rId1" imgW="6275705" imgH="4062730" progId="Word.Document.8">
                  <p:embed/>
                  <p:pic>
                    <p:nvPicPr>
                      <p:cNvPr id="0"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447800"/>
                        <a:ext cx="6267450" cy="405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12675"/>
                                        </p:tgtEl>
                                        <p:attrNameLst>
                                          <p:attrName>style.visibility</p:attrName>
                                        </p:attrNameLst>
                                      </p:cBhvr>
                                      <p:to>
                                        <p:strVal val="visible"/>
                                      </p:to>
                                    </p:set>
                                    <p:animEffect transition="in" filter="wipe(up)">
                                      <p:cBhvr>
                                        <p:cTn id="7" dur="500"/>
                                        <p:tgtEl>
                                          <p:spTgt spid="412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CN" altLang="en-US" dirty="0" smtClean="0">
                <a:latin typeface="华文中宋" panose="02010600040101010101" pitchFamily="2" charset="-122"/>
                <a:ea typeface="仿宋_GB2312" pitchFamily="49" charset="-122"/>
              </a:rPr>
              <a:t>语音识别算法</a:t>
            </a:r>
            <a:endParaRPr lang="zh-CN" altLang="en-US" dirty="0" smtClean="0">
              <a:solidFill>
                <a:schemeClr val="accent2"/>
              </a:solidFill>
            </a:endParaRPr>
          </a:p>
        </p:txBody>
      </p:sp>
      <p:sp>
        <p:nvSpPr>
          <p:cNvPr id="416771" name="Rectangle 3"/>
          <p:cNvSpPr>
            <a:spLocks noGrp="1" noChangeArrowheads="1"/>
          </p:cNvSpPr>
          <p:nvPr>
            <p:ph type="body" idx="1"/>
          </p:nvPr>
        </p:nvSpPr>
        <p:spPr>
          <a:xfrm>
            <a:off x="457200" y="1600200"/>
            <a:ext cx="8229600" cy="587375"/>
          </a:xfrm>
        </p:spPr>
        <p:txBody>
          <a:bodyPr/>
          <a:lstStyle/>
          <a:p>
            <a:pPr eaLnBrk="1" hangingPunct="1"/>
            <a:r>
              <a:rPr lang="en-US" altLang="zh-CN" sz="2800" b="1" smtClean="0">
                <a:solidFill>
                  <a:srgbClr val="1F2039"/>
                </a:solidFill>
                <a:latin typeface="Times New Roman" panose="02020603050405020304" pitchFamily="18" charset="0"/>
              </a:rPr>
              <a:t>HMM</a:t>
            </a:r>
            <a:r>
              <a:rPr lang="zh-CN" altLang="en-US" sz="2800" b="1" smtClean="0">
                <a:solidFill>
                  <a:srgbClr val="1F2039"/>
                </a:solidFill>
                <a:latin typeface="Times New Roman" panose="02020603050405020304" pitchFamily="18" charset="0"/>
              </a:rPr>
              <a:t>模型的训练</a:t>
            </a:r>
            <a:endParaRPr lang="zh-CN" altLang="en-US" sz="2800" b="1" smtClean="0">
              <a:solidFill>
                <a:srgbClr val="1F2039"/>
              </a:solidFill>
              <a:latin typeface="Times New Roman" panose="02020603050405020304" pitchFamily="18" charset="0"/>
            </a:endParaRPr>
          </a:p>
          <a:p>
            <a:pPr eaLnBrk="1" hangingPunct="1">
              <a:buFontTx/>
              <a:buNone/>
            </a:pPr>
            <a:endParaRPr lang="zh-CN" altLang="en-US" sz="2800" b="1" smtClean="0">
              <a:solidFill>
                <a:srgbClr val="1F2039"/>
              </a:solidFill>
              <a:latin typeface="Times New Roman" panose="02020603050405020304" pitchFamily="18" charset="0"/>
            </a:endParaRPr>
          </a:p>
        </p:txBody>
      </p:sp>
      <p:grpSp>
        <p:nvGrpSpPr>
          <p:cNvPr id="2" name="Group 4"/>
          <p:cNvGrpSpPr/>
          <p:nvPr/>
        </p:nvGrpSpPr>
        <p:grpSpPr bwMode="auto">
          <a:xfrm>
            <a:off x="838200" y="2438400"/>
            <a:ext cx="7023100" cy="976313"/>
            <a:chOff x="518" y="1516"/>
            <a:chExt cx="4424" cy="615"/>
          </a:xfrm>
        </p:grpSpPr>
        <p:sp>
          <p:nvSpPr>
            <p:cNvPr id="110620" name="Text Box 5"/>
            <p:cNvSpPr txBox="1">
              <a:spLocks noChangeArrowheads="1"/>
            </p:cNvSpPr>
            <p:nvPr/>
          </p:nvSpPr>
          <p:spPr bwMode="auto">
            <a:xfrm>
              <a:off x="518" y="1530"/>
              <a:ext cx="23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 给定一个观察值序列</a:t>
              </a:r>
              <a:r>
                <a:rPr kumimoji="1" lang="zh-CN" altLang="en-US" sz="2800" b="1">
                  <a:solidFill>
                    <a:srgbClr val="1F2039"/>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grpSp>
          <p:nvGrpSpPr>
            <p:cNvPr id="110621" name="Group 6"/>
            <p:cNvGrpSpPr/>
            <p:nvPr/>
          </p:nvGrpSpPr>
          <p:grpSpPr bwMode="auto">
            <a:xfrm>
              <a:off x="2736" y="1536"/>
              <a:ext cx="1188" cy="272"/>
              <a:chOff x="1584" y="1920"/>
              <a:chExt cx="1188" cy="272"/>
            </a:xfrm>
          </p:grpSpPr>
          <p:graphicFrame>
            <p:nvGraphicFramePr>
              <p:cNvPr id="110626" name="Object 7"/>
              <p:cNvGraphicFramePr>
                <a:graphicFrameLocks noChangeAspect="1"/>
              </p:cNvGraphicFramePr>
              <p:nvPr/>
            </p:nvGraphicFramePr>
            <p:xfrm>
              <a:off x="1584" y="1952"/>
              <a:ext cx="342" cy="224"/>
            </p:xfrm>
            <a:graphic>
              <a:graphicData uri="http://schemas.openxmlformats.org/presentationml/2006/ole">
                <mc:AlternateContent xmlns:mc="http://schemas.openxmlformats.org/markup-compatibility/2006">
                  <mc:Choice xmlns:v="urn:schemas-microsoft-com:vml" Requires="v">
                    <p:oleObj spid="_x0000_s142758" name="" r:id="rId1" imgW="279400" imgH="177800" progId="">
                      <p:embed/>
                    </p:oleObj>
                  </mc:Choice>
                  <mc:Fallback>
                    <p:oleObj name="" r:id="rId1" imgW="279400" imgH="177800" progId="">
                      <p:embed/>
                      <p:pic>
                        <p:nvPicPr>
                          <p:cNvPr id="0" name="Picture 2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 y="1952"/>
                            <a:ext cx="342" cy="2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627" name="Object 8"/>
              <p:cNvGraphicFramePr>
                <a:graphicFrameLocks noChangeAspect="1"/>
              </p:cNvGraphicFramePr>
              <p:nvPr/>
            </p:nvGraphicFramePr>
            <p:xfrm>
              <a:off x="1920" y="1920"/>
              <a:ext cx="852" cy="272"/>
            </p:xfrm>
            <a:graphic>
              <a:graphicData uri="http://schemas.openxmlformats.org/presentationml/2006/ole">
                <mc:AlternateContent xmlns:mc="http://schemas.openxmlformats.org/markup-compatibility/2006">
                  <mc:Choice xmlns:v="urn:schemas-microsoft-com:vml" Requires="v">
                    <p:oleObj spid="_x0000_s142759" name="" r:id="rId3" imgW="685800" imgH="215900" progId="">
                      <p:embed/>
                    </p:oleObj>
                  </mc:Choice>
                  <mc:Fallback>
                    <p:oleObj name="" r:id="rId3" imgW="685800" imgH="215900" progId="">
                      <p:embed/>
                      <p:pic>
                        <p:nvPicPr>
                          <p:cNvPr id="0" name="Picture 2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 y="1920"/>
                            <a:ext cx="852"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0622" name="Text Box 9"/>
            <p:cNvSpPr txBox="1">
              <a:spLocks noChangeArrowheads="1"/>
            </p:cNvSpPr>
            <p:nvPr/>
          </p:nvSpPr>
          <p:spPr bwMode="auto">
            <a:xfrm>
              <a:off x="3926" y="1516"/>
              <a:ext cx="10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确定一个</a:t>
              </a:r>
              <a:endParaRPr kumimoji="1" lang="zh-CN" altLang="en-US" sz="2800" b="1">
                <a:solidFill>
                  <a:srgbClr val="1F2039"/>
                </a:solidFill>
                <a:latin typeface="Times New Roman" panose="02020603050405020304" pitchFamily="18" charset="0"/>
              </a:endParaRPr>
            </a:p>
          </p:txBody>
        </p:sp>
        <p:sp>
          <p:nvSpPr>
            <p:cNvPr id="110623" name="Text Box 10"/>
            <p:cNvSpPr txBox="1">
              <a:spLocks noChangeArrowheads="1"/>
            </p:cNvSpPr>
            <p:nvPr/>
          </p:nvSpPr>
          <p:spPr bwMode="auto">
            <a:xfrm>
              <a:off x="662" y="1804"/>
              <a:ext cx="399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         ，使         最大。</a:t>
              </a:r>
              <a:endParaRPr kumimoji="1" lang="zh-CN" altLang="en-US" sz="2800" b="1">
                <a:solidFill>
                  <a:srgbClr val="1F2039"/>
                </a:solidFill>
                <a:latin typeface="宋体" panose="02010600030101010101" pitchFamily="2" charset="-122"/>
              </a:endParaRPr>
            </a:p>
          </p:txBody>
        </p:sp>
        <p:graphicFrame>
          <p:nvGraphicFramePr>
            <p:cNvPr id="110624" name="Object 11"/>
            <p:cNvGraphicFramePr>
              <a:graphicFrameLocks noChangeAspect="1"/>
            </p:cNvGraphicFramePr>
            <p:nvPr/>
          </p:nvGraphicFramePr>
          <p:xfrm>
            <a:off x="672" y="1872"/>
            <a:ext cx="1029" cy="254"/>
          </p:xfrm>
          <a:graphic>
            <a:graphicData uri="http://schemas.openxmlformats.org/presentationml/2006/ole">
              <mc:AlternateContent xmlns:mc="http://schemas.openxmlformats.org/markup-compatibility/2006">
                <mc:Choice xmlns:v="urn:schemas-microsoft-com:vml" Requires="v">
                  <p:oleObj spid="_x0000_s142760" name="" r:id="rId5" imgW="812165" imgH="203200" progId="">
                    <p:embed/>
                  </p:oleObj>
                </mc:Choice>
                <mc:Fallback>
                  <p:oleObj name="" r:id="rId5" imgW="812165" imgH="203200" progId="">
                    <p:embed/>
                    <p:pic>
                      <p:nvPicPr>
                        <p:cNvPr id="0" name="Picture 2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2" y="1872"/>
                          <a:ext cx="1029"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625" name="Object 12"/>
            <p:cNvGraphicFramePr>
              <a:graphicFrameLocks noChangeAspect="1"/>
            </p:cNvGraphicFramePr>
            <p:nvPr/>
          </p:nvGraphicFramePr>
          <p:xfrm>
            <a:off x="2400" y="1872"/>
            <a:ext cx="691" cy="255"/>
          </p:xfrm>
          <a:graphic>
            <a:graphicData uri="http://schemas.openxmlformats.org/presentationml/2006/ole">
              <mc:AlternateContent xmlns:mc="http://schemas.openxmlformats.org/markup-compatibility/2006">
                <mc:Choice xmlns:v="urn:schemas-microsoft-com:vml" Requires="v">
                  <p:oleObj spid="_x0000_s142761" name="" r:id="rId7" imgW="545465" imgH="203200" progId="">
                    <p:embed/>
                  </p:oleObj>
                </mc:Choice>
                <mc:Fallback>
                  <p:oleObj name="" r:id="rId7" imgW="545465" imgH="203200" progId="">
                    <p:embed/>
                    <p:pic>
                      <p:nvPicPr>
                        <p:cNvPr id="0" name="Picture 2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0" y="1872"/>
                          <a:ext cx="691" cy="2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Group 13"/>
          <p:cNvGrpSpPr/>
          <p:nvPr/>
        </p:nvGrpSpPr>
        <p:grpSpPr bwMode="auto">
          <a:xfrm>
            <a:off x="1050925" y="3397250"/>
            <a:ext cx="7323138" cy="519113"/>
            <a:chOff x="662" y="2140"/>
            <a:chExt cx="4613" cy="327"/>
          </a:xfrm>
        </p:grpSpPr>
        <p:grpSp>
          <p:nvGrpSpPr>
            <p:cNvPr id="110616" name="Group 14"/>
            <p:cNvGrpSpPr/>
            <p:nvPr/>
          </p:nvGrpSpPr>
          <p:grpSpPr bwMode="auto">
            <a:xfrm>
              <a:off x="662" y="2140"/>
              <a:ext cx="4426" cy="327"/>
              <a:chOff x="662" y="2140"/>
              <a:chExt cx="4426" cy="327"/>
            </a:xfrm>
          </p:grpSpPr>
          <p:sp>
            <p:nvSpPr>
              <p:cNvPr id="110618" name="Text Box 15"/>
              <p:cNvSpPr txBox="1">
                <a:spLocks noChangeArrowheads="1"/>
              </p:cNvSpPr>
              <p:nvPr/>
            </p:nvSpPr>
            <p:spPr bwMode="auto">
              <a:xfrm>
                <a:off x="662" y="2140"/>
                <a:ext cx="44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实际上，不存在一种方法直接估计最佳的</a:t>
                </a:r>
                <a:endParaRPr kumimoji="1" lang="en-US" altLang="zh-CN" sz="2800" b="1">
                  <a:solidFill>
                    <a:srgbClr val="1F2039"/>
                  </a:solidFill>
                  <a:latin typeface="Times New Roman" panose="02020603050405020304" pitchFamily="18" charset="0"/>
                </a:endParaRPr>
              </a:p>
            </p:txBody>
          </p:sp>
          <p:graphicFrame>
            <p:nvGraphicFramePr>
              <p:cNvPr id="110619" name="Object 16"/>
              <p:cNvGraphicFramePr>
                <a:graphicFrameLocks noChangeAspect="1"/>
              </p:cNvGraphicFramePr>
              <p:nvPr/>
            </p:nvGraphicFramePr>
            <p:xfrm>
              <a:off x="4800" y="2208"/>
              <a:ext cx="258" cy="223"/>
            </p:xfrm>
            <a:graphic>
              <a:graphicData uri="http://schemas.openxmlformats.org/presentationml/2006/ole">
                <mc:AlternateContent xmlns:mc="http://schemas.openxmlformats.org/markup-compatibility/2006">
                  <mc:Choice xmlns:v="urn:schemas-microsoft-com:vml" Requires="v">
                    <p:oleObj spid="_x0000_s142762" name="" r:id="rId9" imgW="139700" imgH="177800" progId="">
                      <p:embed/>
                    </p:oleObj>
                  </mc:Choice>
                  <mc:Fallback>
                    <p:oleObj name="" r:id="rId9" imgW="139700" imgH="177800" progId="">
                      <p:embed/>
                      <p:pic>
                        <p:nvPicPr>
                          <p:cNvPr id="0" name="Picture 28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 y="2208"/>
                            <a:ext cx="258" cy="2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0617" name="Text Box 17"/>
            <p:cNvSpPr txBox="1">
              <a:spLocks noChangeArrowheads="1"/>
            </p:cNvSpPr>
            <p:nvPr/>
          </p:nvSpPr>
          <p:spPr bwMode="auto">
            <a:xfrm>
              <a:off x="4934" y="2140"/>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a:t>
              </a:r>
              <a:endParaRPr kumimoji="1" lang="zh-CN" altLang="en-US" sz="2800" b="1">
                <a:solidFill>
                  <a:srgbClr val="1F2039"/>
                </a:solidFill>
                <a:latin typeface="Times New Roman" panose="02020603050405020304" pitchFamily="18" charset="0"/>
              </a:endParaRPr>
            </a:p>
          </p:txBody>
        </p:sp>
      </p:grpSp>
      <p:grpSp>
        <p:nvGrpSpPr>
          <p:cNvPr id="6" name="Group 18"/>
          <p:cNvGrpSpPr/>
          <p:nvPr/>
        </p:nvGrpSpPr>
        <p:grpSpPr bwMode="auto">
          <a:xfrm>
            <a:off x="990600" y="4038600"/>
            <a:ext cx="7840663" cy="2438400"/>
            <a:chOff x="624" y="2544"/>
            <a:chExt cx="4939" cy="1536"/>
          </a:xfrm>
        </p:grpSpPr>
        <p:sp>
          <p:nvSpPr>
            <p:cNvPr id="110599" name="Text Box 19"/>
            <p:cNvSpPr txBox="1">
              <a:spLocks noChangeArrowheads="1"/>
            </p:cNvSpPr>
            <p:nvPr/>
          </p:nvSpPr>
          <p:spPr bwMode="auto">
            <a:xfrm>
              <a:off x="5222" y="3129"/>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a:t>
              </a:r>
              <a:endParaRPr kumimoji="1" lang="zh-CN" altLang="en-US" sz="2800" b="1">
                <a:solidFill>
                  <a:srgbClr val="1F2039"/>
                </a:solidFill>
                <a:latin typeface="Times New Roman" panose="02020603050405020304" pitchFamily="18" charset="0"/>
              </a:endParaRPr>
            </a:p>
          </p:txBody>
        </p:sp>
        <p:grpSp>
          <p:nvGrpSpPr>
            <p:cNvPr id="110600" name="Group 20"/>
            <p:cNvGrpSpPr/>
            <p:nvPr/>
          </p:nvGrpSpPr>
          <p:grpSpPr bwMode="auto">
            <a:xfrm>
              <a:off x="624" y="2544"/>
              <a:ext cx="4699" cy="1536"/>
              <a:chOff x="624" y="2544"/>
              <a:chExt cx="4699" cy="1536"/>
            </a:xfrm>
          </p:grpSpPr>
          <p:sp>
            <p:nvSpPr>
              <p:cNvPr id="110601" name="Text Box 21"/>
              <p:cNvSpPr txBox="1">
                <a:spLocks noChangeArrowheads="1"/>
              </p:cNvSpPr>
              <p:nvPr/>
            </p:nvSpPr>
            <p:spPr bwMode="auto">
              <a:xfrm>
                <a:off x="624" y="2544"/>
                <a:ext cx="16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FF0000"/>
                    </a:solidFill>
                    <a:latin typeface="Times New Roman" panose="02020603050405020304" pitchFamily="18" charset="0"/>
                  </a:rPr>
                  <a:t>替代的方法</a:t>
                </a:r>
                <a:r>
                  <a:rPr kumimoji="1" lang="zh-CN" altLang="en-US" sz="2800" b="1" dirty="0">
                    <a:solidFill>
                      <a:srgbClr val="1F2039"/>
                    </a:solidFill>
                    <a:latin typeface="Times New Roman" panose="02020603050405020304" pitchFamily="18" charset="0"/>
                  </a:rPr>
                  <a:t>是：</a:t>
                </a:r>
                <a:endParaRPr kumimoji="1" lang="zh-CN" altLang="en-US" sz="2800" b="1" dirty="0">
                  <a:solidFill>
                    <a:srgbClr val="1F2039"/>
                  </a:solidFill>
                  <a:latin typeface="Times New Roman" panose="02020603050405020304" pitchFamily="18" charset="0"/>
                </a:endParaRPr>
              </a:p>
            </p:txBody>
          </p:sp>
          <p:sp>
            <p:nvSpPr>
              <p:cNvPr id="110602" name="Text Box 22"/>
              <p:cNvSpPr txBox="1">
                <a:spLocks noChangeArrowheads="1"/>
              </p:cNvSpPr>
              <p:nvPr/>
            </p:nvSpPr>
            <p:spPr bwMode="auto">
              <a:xfrm>
                <a:off x="710" y="2784"/>
                <a:ext cx="332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宋体" panose="02010600030101010101" pitchFamily="2" charset="-122"/>
                  </a:rPr>
                  <a:t>  根据观察值序列选取初始模型</a:t>
                </a:r>
                <a:r>
                  <a:rPr kumimoji="1" lang="zh-CN" altLang="en-US" sz="2800" b="1" dirty="0">
                    <a:solidFill>
                      <a:srgbClr val="1F2039"/>
                    </a:solidFill>
                    <a:latin typeface="Times New Roman" panose="02020603050405020304" pitchFamily="18" charset="0"/>
                  </a:rPr>
                  <a:t> </a:t>
                </a:r>
                <a:endParaRPr kumimoji="1" lang="zh-CN" altLang="en-US" sz="2800" b="1" dirty="0">
                  <a:solidFill>
                    <a:srgbClr val="1F2039"/>
                  </a:solidFill>
                  <a:latin typeface="Times New Roman" panose="02020603050405020304" pitchFamily="18" charset="0"/>
                </a:endParaRPr>
              </a:p>
            </p:txBody>
          </p:sp>
          <p:graphicFrame>
            <p:nvGraphicFramePr>
              <p:cNvPr id="110603" name="Object 23"/>
              <p:cNvGraphicFramePr>
                <a:graphicFrameLocks noChangeAspect="1"/>
              </p:cNvGraphicFramePr>
              <p:nvPr/>
            </p:nvGraphicFramePr>
            <p:xfrm>
              <a:off x="3984" y="2832"/>
              <a:ext cx="1029" cy="254"/>
            </p:xfrm>
            <a:graphic>
              <a:graphicData uri="http://schemas.openxmlformats.org/presentationml/2006/ole">
                <mc:AlternateContent xmlns:mc="http://schemas.openxmlformats.org/markup-compatibility/2006">
                  <mc:Choice xmlns:v="urn:schemas-microsoft-com:vml" Requires="v">
                    <p:oleObj spid="_x0000_s142763" name="" r:id="rId11" imgW="812165" imgH="203200" progId="">
                      <p:embed/>
                    </p:oleObj>
                  </mc:Choice>
                  <mc:Fallback>
                    <p:oleObj name="" r:id="rId11" imgW="812165" imgH="203200" progId="">
                      <p:embed/>
                      <p:pic>
                        <p:nvPicPr>
                          <p:cNvPr id="0" name="Picture 28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4" y="2832"/>
                            <a:ext cx="1029"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604" name="Text Box 24"/>
              <p:cNvSpPr txBox="1">
                <a:spLocks noChangeArrowheads="1"/>
              </p:cNvSpPr>
              <p:nvPr/>
            </p:nvSpPr>
            <p:spPr bwMode="auto">
              <a:xfrm>
                <a:off x="662" y="3114"/>
                <a:ext cx="35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然后依据某种方法</a:t>
                </a:r>
                <a:r>
                  <a:rPr kumimoji="1" lang="zh-CN" altLang="en-US" sz="2800" b="1">
                    <a:solidFill>
                      <a:srgbClr val="1F2039"/>
                    </a:solidFill>
                    <a:latin typeface="宋体" panose="02010600030101010101" pitchFamily="2" charset="-122"/>
                  </a:rPr>
                  <a:t>求得一组新参数</a:t>
                </a:r>
                <a:r>
                  <a:rPr kumimoji="1" lang="zh-CN" altLang="en-US" sz="2800" b="1">
                    <a:solidFill>
                      <a:srgbClr val="1F2039"/>
                    </a:solidFill>
                    <a:latin typeface="Times New Roman" panose="02020603050405020304" pitchFamily="18" charset="0"/>
                  </a:rPr>
                  <a:t> </a:t>
                </a:r>
                <a:endParaRPr kumimoji="1" lang="en-US" altLang="zh-CN" sz="2800" b="1">
                  <a:solidFill>
                    <a:srgbClr val="1F2039"/>
                  </a:solidFill>
                  <a:latin typeface="Times New Roman" panose="02020603050405020304" pitchFamily="18" charset="0"/>
                </a:endParaRPr>
              </a:p>
            </p:txBody>
          </p:sp>
          <p:graphicFrame>
            <p:nvGraphicFramePr>
              <p:cNvPr id="110605" name="Object 25"/>
              <p:cNvGraphicFramePr>
                <a:graphicFrameLocks noChangeAspect="1"/>
              </p:cNvGraphicFramePr>
              <p:nvPr/>
            </p:nvGraphicFramePr>
            <p:xfrm>
              <a:off x="4176" y="3120"/>
              <a:ext cx="1102" cy="287"/>
            </p:xfrm>
            <a:graphic>
              <a:graphicData uri="http://schemas.openxmlformats.org/presentationml/2006/ole">
                <mc:AlternateContent xmlns:mc="http://schemas.openxmlformats.org/markup-compatibility/2006">
                  <mc:Choice xmlns:v="urn:schemas-microsoft-com:vml" Requires="v">
                    <p:oleObj spid="_x0000_s142764" name="" r:id="rId12" imgW="876300" imgH="228600" progId="">
                      <p:embed/>
                    </p:oleObj>
                  </mc:Choice>
                  <mc:Fallback>
                    <p:oleObj name="" r:id="rId12" imgW="876300" imgH="228600" progId="">
                      <p:embed/>
                      <p:pic>
                        <p:nvPicPr>
                          <p:cNvPr id="0" name="Picture 28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76" y="3120"/>
                            <a:ext cx="1102"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606" name="Text Box 26"/>
              <p:cNvSpPr txBox="1">
                <a:spLocks noChangeArrowheads="1"/>
              </p:cNvSpPr>
              <p:nvPr/>
            </p:nvSpPr>
            <p:spPr bwMode="auto">
              <a:xfrm>
                <a:off x="4982" y="2764"/>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a:t>
                </a:r>
                <a:endParaRPr kumimoji="1" lang="zh-CN" altLang="en-US" sz="2800" b="1">
                  <a:solidFill>
                    <a:srgbClr val="1F2039"/>
                  </a:solidFill>
                  <a:latin typeface="Times New Roman" panose="02020603050405020304" pitchFamily="18" charset="0"/>
                </a:endParaRPr>
              </a:p>
            </p:txBody>
          </p:sp>
          <p:grpSp>
            <p:nvGrpSpPr>
              <p:cNvPr id="110607" name="Group 27"/>
              <p:cNvGrpSpPr/>
              <p:nvPr/>
            </p:nvGrpSpPr>
            <p:grpSpPr bwMode="auto">
              <a:xfrm>
                <a:off x="649" y="3417"/>
                <a:ext cx="2298" cy="327"/>
                <a:chOff x="649" y="3388"/>
                <a:chExt cx="2298" cy="327"/>
              </a:xfrm>
            </p:grpSpPr>
            <p:sp>
              <p:nvSpPr>
                <p:cNvPr id="110611" name="Text Box 28"/>
                <p:cNvSpPr txBox="1">
                  <a:spLocks noChangeArrowheads="1"/>
                </p:cNvSpPr>
                <p:nvPr/>
              </p:nvSpPr>
              <p:spPr bwMode="auto">
                <a:xfrm>
                  <a:off x="649" y="3388"/>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保证有</a:t>
                  </a:r>
                  <a:endParaRPr kumimoji="1" lang="zh-CN" altLang="en-US" sz="2800" b="1">
                    <a:solidFill>
                      <a:srgbClr val="1F2039"/>
                    </a:solidFill>
                    <a:latin typeface="Times New Roman" panose="02020603050405020304" pitchFamily="18" charset="0"/>
                  </a:endParaRPr>
                </a:p>
              </p:txBody>
            </p:sp>
            <p:grpSp>
              <p:nvGrpSpPr>
                <p:cNvPr id="110612" name="Group 29"/>
                <p:cNvGrpSpPr/>
                <p:nvPr/>
              </p:nvGrpSpPr>
              <p:grpSpPr bwMode="auto">
                <a:xfrm>
                  <a:off x="1440" y="3415"/>
                  <a:ext cx="1507" cy="288"/>
                  <a:chOff x="1440" y="3415"/>
                  <a:chExt cx="1507" cy="288"/>
                </a:xfrm>
              </p:grpSpPr>
              <p:graphicFrame>
                <p:nvGraphicFramePr>
                  <p:cNvPr id="110613" name="Object 30"/>
                  <p:cNvGraphicFramePr>
                    <a:graphicFrameLocks noChangeAspect="1"/>
                  </p:cNvGraphicFramePr>
                  <p:nvPr/>
                </p:nvGraphicFramePr>
                <p:xfrm>
                  <a:off x="1440" y="3415"/>
                  <a:ext cx="721" cy="288"/>
                </p:xfrm>
                <a:graphic>
                  <a:graphicData uri="http://schemas.openxmlformats.org/presentationml/2006/ole">
                    <mc:AlternateContent xmlns:mc="http://schemas.openxmlformats.org/markup-compatibility/2006">
                      <mc:Choice xmlns:v="urn:schemas-microsoft-com:vml" Requires="v">
                        <p:oleObj spid="_x0000_s142765" name="" r:id="rId14" imgW="571500" imgH="228600" progId="">
                          <p:embed/>
                        </p:oleObj>
                      </mc:Choice>
                      <mc:Fallback>
                        <p:oleObj name="" r:id="rId14" imgW="571500" imgH="228600" progId="">
                          <p:embed/>
                          <p:pic>
                            <p:nvPicPr>
                              <p:cNvPr id="0" name="Picture 28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40" y="3415"/>
                                <a:ext cx="721"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614" name="Object 31"/>
                  <p:cNvGraphicFramePr>
                    <a:graphicFrameLocks noChangeAspect="1"/>
                  </p:cNvGraphicFramePr>
                  <p:nvPr/>
                </p:nvGraphicFramePr>
                <p:xfrm>
                  <a:off x="2256" y="3441"/>
                  <a:ext cx="691" cy="255"/>
                </p:xfrm>
                <a:graphic>
                  <a:graphicData uri="http://schemas.openxmlformats.org/presentationml/2006/ole">
                    <mc:AlternateContent xmlns:mc="http://schemas.openxmlformats.org/markup-compatibility/2006">
                      <mc:Choice xmlns:v="urn:schemas-microsoft-com:vml" Requires="v">
                        <p:oleObj spid="_x0000_s142766" name="" r:id="rId16" imgW="545465" imgH="203200" progId="">
                          <p:embed/>
                        </p:oleObj>
                      </mc:Choice>
                      <mc:Fallback>
                        <p:oleObj name="" r:id="rId16" imgW="545465" imgH="203200" progId="">
                          <p:embed/>
                          <p:pic>
                            <p:nvPicPr>
                              <p:cNvPr id="0" name="Picture 28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56" y="3441"/>
                                <a:ext cx="691" cy="2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615" name="Object 32"/>
                  <p:cNvGraphicFramePr>
                    <a:graphicFrameLocks noChangeAspect="1"/>
                  </p:cNvGraphicFramePr>
                  <p:nvPr/>
                </p:nvGraphicFramePr>
                <p:xfrm>
                  <a:off x="2145" y="3489"/>
                  <a:ext cx="159" cy="159"/>
                </p:xfrm>
                <a:graphic>
                  <a:graphicData uri="http://schemas.openxmlformats.org/presentationml/2006/ole">
                    <mc:AlternateContent xmlns:mc="http://schemas.openxmlformats.org/markup-compatibility/2006">
                      <mc:Choice xmlns:v="urn:schemas-microsoft-com:vml" Requires="v">
                        <p:oleObj spid="_x0000_s142767" name="Equation" r:id="rId18" imgW="127000" imgH="127000" progId="">
                          <p:embed/>
                        </p:oleObj>
                      </mc:Choice>
                      <mc:Fallback>
                        <p:oleObj name="Equation" r:id="rId18" imgW="127000" imgH="127000" progId="">
                          <p:embed/>
                          <p:pic>
                            <p:nvPicPr>
                              <p:cNvPr id="0" name="Picture 28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45" y="3489"/>
                                <a:ext cx="159" cy="1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110608" name="Text Box 33"/>
              <p:cNvSpPr txBox="1">
                <a:spLocks noChangeArrowheads="1"/>
              </p:cNvSpPr>
              <p:nvPr/>
            </p:nvSpPr>
            <p:spPr bwMode="auto">
              <a:xfrm>
                <a:off x="2918" y="3408"/>
                <a:ext cx="23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a:t>
                </a:r>
                <a:r>
                  <a:rPr kumimoji="1" lang="zh-CN" altLang="en-US" sz="2800" b="1">
                    <a:solidFill>
                      <a:srgbClr val="1F2039"/>
                    </a:solidFill>
                    <a:latin typeface="宋体" panose="02010600030101010101" pitchFamily="2" charset="-122"/>
                  </a:rPr>
                  <a:t>重复这个过程，逐步</a:t>
                </a:r>
                <a:endParaRPr kumimoji="1" lang="zh-CN" altLang="en-US" sz="2800" b="1">
                  <a:solidFill>
                    <a:srgbClr val="1F2039"/>
                  </a:solidFill>
                  <a:latin typeface="Times New Roman" panose="02020603050405020304" pitchFamily="18" charset="0"/>
                </a:endParaRPr>
              </a:p>
            </p:txBody>
          </p:sp>
          <p:sp>
            <p:nvSpPr>
              <p:cNvPr id="110609" name="Text Box 34"/>
              <p:cNvSpPr txBox="1">
                <a:spLocks noChangeArrowheads="1"/>
              </p:cNvSpPr>
              <p:nvPr/>
            </p:nvSpPr>
            <p:spPr bwMode="auto">
              <a:xfrm>
                <a:off x="648" y="3738"/>
                <a:ext cx="42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改进模型参数，直到       收敛。</a:t>
                </a:r>
                <a:endParaRPr kumimoji="1" lang="zh-CN" altLang="en-US" sz="2800" b="1">
                  <a:solidFill>
                    <a:srgbClr val="1F2039"/>
                  </a:solidFill>
                  <a:latin typeface="Times New Roman" panose="02020603050405020304" pitchFamily="18" charset="0"/>
                </a:endParaRPr>
              </a:p>
            </p:txBody>
          </p:sp>
          <p:graphicFrame>
            <p:nvGraphicFramePr>
              <p:cNvPr id="110610" name="Object 35"/>
              <p:cNvGraphicFramePr>
                <a:graphicFrameLocks noChangeAspect="1"/>
              </p:cNvGraphicFramePr>
              <p:nvPr/>
            </p:nvGraphicFramePr>
            <p:xfrm>
              <a:off x="2783" y="3792"/>
              <a:ext cx="721" cy="288"/>
            </p:xfrm>
            <a:graphic>
              <a:graphicData uri="http://schemas.openxmlformats.org/presentationml/2006/ole">
                <mc:AlternateContent xmlns:mc="http://schemas.openxmlformats.org/markup-compatibility/2006">
                  <mc:Choice xmlns:v="urn:schemas-microsoft-com:vml" Requires="v">
                    <p:oleObj spid="_x0000_s142768" name="" r:id="rId20" imgW="571500" imgH="228600" progId="">
                      <p:embed/>
                    </p:oleObj>
                  </mc:Choice>
                  <mc:Fallback>
                    <p:oleObj name="" r:id="rId20" imgW="571500" imgH="228600" progId="">
                      <p:embed/>
                      <p:pic>
                        <p:nvPicPr>
                          <p:cNvPr id="0" name="Picture 28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83" y="3792"/>
                            <a:ext cx="721"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Effect transition="in" filter="wipe(up)">
                                      <p:cBhvr>
                                        <p:cTn id="7" dur="500"/>
                                        <p:tgtEl>
                                          <p:spTgt spid="416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1" grpId="0" autoUpdateAnimBg="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语音识别算法</a:t>
            </a:r>
            <a:endParaRPr lang="zh-CN" altLang="en-US">
              <a:solidFill>
                <a:schemeClr val="accent2"/>
              </a:solidFill>
            </a:endParaRPr>
          </a:p>
        </p:txBody>
      </p:sp>
      <p:sp>
        <p:nvSpPr>
          <p:cNvPr id="416771" name="Rectangle 3"/>
          <p:cNvSpPr>
            <a:spLocks noGrp="1" noChangeArrowheads="1"/>
          </p:cNvSpPr>
          <p:nvPr>
            <p:ph type="body" idx="1"/>
          </p:nvPr>
        </p:nvSpPr>
        <p:spPr>
          <a:xfrm>
            <a:off x="457200" y="1600200"/>
            <a:ext cx="8229600" cy="4565650"/>
          </a:xfrm>
        </p:spPr>
        <p:txBody>
          <a:bodyPr/>
          <a:lstStyle/>
          <a:p>
            <a:pPr eaLnBrk="1" hangingPunct="1">
              <a:defRPr/>
            </a:pPr>
            <a:r>
              <a:rPr lang="en-US" altLang="zh-CN" sz="2800" b="1" dirty="0">
                <a:solidFill>
                  <a:srgbClr val="1F2039"/>
                </a:solidFill>
                <a:latin typeface="Times New Roman" panose="02020603050405020304" pitchFamily="18" charset="0"/>
              </a:rPr>
              <a:t>MLE</a:t>
            </a:r>
            <a:r>
              <a:rPr lang="zh-CN" altLang="en-US" sz="2800" b="1" dirty="0">
                <a:solidFill>
                  <a:srgbClr val="1F2039"/>
                </a:solidFill>
                <a:latin typeface="Times New Roman" panose="02020603050405020304" pitchFamily="18" charset="0"/>
              </a:rPr>
              <a:t>和</a:t>
            </a:r>
            <a:r>
              <a:rPr lang="en-US" altLang="zh-CN" sz="2800" b="1" dirty="0">
                <a:solidFill>
                  <a:srgbClr val="1F2039"/>
                </a:solidFill>
                <a:latin typeface="Times New Roman" panose="02020603050405020304" pitchFamily="18" charset="0"/>
              </a:rPr>
              <a:t>EM</a:t>
            </a:r>
            <a:endParaRPr lang="en-US" altLang="zh-CN" sz="2800" b="1" dirty="0">
              <a:solidFill>
                <a:srgbClr val="1F2039"/>
              </a:solidFill>
              <a:latin typeface="Times New Roman" panose="02020603050405020304" pitchFamily="18" charset="0"/>
            </a:endParaRPr>
          </a:p>
          <a:p>
            <a:pPr lvl="1" eaLnBrk="1" hangingPunct="1">
              <a:defRPr/>
            </a:pPr>
            <a:r>
              <a:rPr lang="en-US" altLang="zh-CN" sz="2400" b="1" dirty="0">
                <a:solidFill>
                  <a:srgbClr val="1F2039"/>
                </a:solidFill>
                <a:latin typeface="Times New Roman" panose="02020603050405020304" pitchFamily="18" charset="0"/>
              </a:rPr>
              <a:t>MLE---</a:t>
            </a:r>
            <a:r>
              <a:rPr lang="zh-CN" altLang="en-US" sz="2400" b="1" dirty="0">
                <a:solidFill>
                  <a:srgbClr val="0070C0"/>
                </a:solidFill>
                <a:latin typeface="Times New Roman" panose="02020603050405020304" pitchFamily="18" charset="0"/>
              </a:rPr>
              <a:t>一元高斯分布的学习</a:t>
            </a:r>
            <a:endParaRPr lang="en-US" altLang="zh-CN" sz="2400" b="1" dirty="0">
              <a:solidFill>
                <a:srgbClr val="1F2039"/>
              </a:solidFill>
              <a:latin typeface="Times New Roman" panose="02020603050405020304" pitchFamily="18" charset="0"/>
            </a:endParaRPr>
          </a:p>
          <a:p>
            <a:pPr lvl="1" eaLnBrk="1" hangingPunct="1">
              <a:defRPr/>
            </a:pPr>
            <a:endParaRPr lang="en-US" altLang="zh-CN" sz="2400" b="1" dirty="0">
              <a:solidFill>
                <a:srgbClr val="1F2039"/>
              </a:solidFill>
              <a:latin typeface="Times New Roman" panose="02020603050405020304" pitchFamily="18" charset="0"/>
            </a:endParaRPr>
          </a:p>
          <a:p>
            <a:pPr lvl="1" eaLnBrk="1" hangingPunct="1">
              <a:defRPr/>
            </a:pPr>
            <a:endParaRPr lang="en-US" altLang="zh-CN" sz="2400" b="1" dirty="0">
              <a:solidFill>
                <a:srgbClr val="1F2039"/>
              </a:solidFill>
              <a:latin typeface="Times New Roman" panose="02020603050405020304" pitchFamily="18" charset="0"/>
            </a:endParaRPr>
          </a:p>
          <a:p>
            <a:pPr lvl="1" eaLnBrk="1" hangingPunct="1">
              <a:defRPr/>
            </a:pPr>
            <a:endParaRPr lang="en-US" altLang="zh-CN" sz="2400" b="1" dirty="0">
              <a:solidFill>
                <a:srgbClr val="1F2039"/>
              </a:solidFill>
              <a:latin typeface="Times New Roman" panose="02020603050405020304" pitchFamily="18" charset="0"/>
            </a:endParaRPr>
          </a:p>
          <a:p>
            <a:pPr marL="457200" lvl="1" indent="0" eaLnBrk="1" hangingPunct="1">
              <a:buFontTx/>
              <a:buNone/>
              <a:defRPr/>
            </a:pPr>
            <a:r>
              <a:rPr lang="zh-CN" altLang="en-US" sz="2400" b="1" dirty="0">
                <a:solidFill>
                  <a:srgbClr val="1F2039"/>
                </a:solidFill>
                <a:latin typeface="Times New Roman" panose="02020603050405020304" pitchFamily="18" charset="0"/>
              </a:rPr>
              <a:t>改变目标函数</a:t>
            </a:r>
            <a:endParaRPr lang="zh-CN" altLang="en-US" sz="2400" b="1" dirty="0">
              <a:solidFill>
                <a:srgbClr val="1F2039"/>
              </a:solidFill>
              <a:latin typeface="Times New Roman" panose="02020603050405020304" pitchFamily="18" charset="0"/>
            </a:endParaRPr>
          </a:p>
        </p:txBody>
      </p:sp>
      <p:grpSp>
        <p:nvGrpSpPr>
          <p:cNvPr id="7" name="组合 6"/>
          <p:cNvGrpSpPr/>
          <p:nvPr/>
        </p:nvGrpSpPr>
        <p:grpSpPr bwMode="auto">
          <a:xfrm>
            <a:off x="1116013" y="2586038"/>
            <a:ext cx="7078662" cy="1130300"/>
            <a:chOff x="1331640" y="2492896"/>
            <a:chExt cx="7079689" cy="1131570"/>
          </a:xfrm>
        </p:grpSpPr>
        <p:pic>
          <p:nvPicPr>
            <p:cNvPr id="100358"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31640" y="2859258"/>
              <a:ext cx="4118610" cy="636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9"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2492896"/>
              <a:ext cx="3263265" cy="113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4352925"/>
            <a:ext cx="4149725"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Effect transition="in" filter="wipe(up)">
                                      <p:cBhvr>
                                        <p:cTn id="7" dur="500"/>
                                        <p:tgtEl>
                                          <p:spTgt spid="416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16771">
                                            <p:txEl>
                                              <p:pRg st="1" end="1"/>
                                            </p:txEl>
                                          </p:spTgt>
                                        </p:tgtEl>
                                        <p:attrNameLst>
                                          <p:attrName>style.visibility</p:attrName>
                                        </p:attrNameLst>
                                      </p:cBhvr>
                                      <p:to>
                                        <p:strVal val="visible"/>
                                      </p:to>
                                    </p:set>
                                    <p:animEffect transition="in" filter="wipe(up)">
                                      <p:cBhvr>
                                        <p:cTn id="12" dur="500"/>
                                        <p:tgtEl>
                                          <p:spTgt spid="4167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16771">
                                            <p:txEl>
                                              <p:pRg st="5" end="5"/>
                                            </p:txEl>
                                          </p:spTgt>
                                        </p:tgtEl>
                                        <p:attrNameLst>
                                          <p:attrName>style.visibility</p:attrName>
                                        </p:attrNameLst>
                                      </p:cBhvr>
                                      <p:to>
                                        <p:strVal val="visible"/>
                                      </p:to>
                                    </p:set>
                                    <p:animEffect transition="in" filter="wipe(up)">
                                      <p:cBhvr>
                                        <p:cTn id="22" dur="500"/>
                                        <p:tgtEl>
                                          <p:spTgt spid="41677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1" grpId="0" build="p"/>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语音识别算法</a:t>
            </a:r>
            <a:endParaRPr lang="zh-CN" altLang="en-US">
              <a:solidFill>
                <a:schemeClr val="accent2"/>
              </a:solidFill>
            </a:endParaRPr>
          </a:p>
        </p:txBody>
      </p:sp>
      <p:sp>
        <p:nvSpPr>
          <p:cNvPr id="2" name="内容占位符 1"/>
          <p:cNvSpPr>
            <a:spLocks noGrp="1"/>
          </p:cNvSpPr>
          <p:nvPr>
            <p:ph idx="1"/>
          </p:nvPr>
        </p:nvSpPr>
        <p:spPr>
          <a:xfrm>
            <a:off x="323850" y="1600200"/>
            <a:ext cx="8229600" cy="4525963"/>
          </a:xfrm>
        </p:spPr>
        <p:txBody>
          <a:bodyPr/>
          <a:lstStyle/>
          <a:p>
            <a:pPr marL="0" indent="0">
              <a:buFontTx/>
              <a:buNone/>
            </a:pPr>
            <a:endParaRPr lang="en-US" altLang="zh-CN"/>
          </a:p>
          <a:p>
            <a:pPr marL="0" indent="0">
              <a:buFontTx/>
              <a:buNone/>
            </a:pPr>
            <a:endParaRPr lang="en-US" altLang="zh-CN"/>
          </a:p>
          <a:p>
            <a:pPr marL="0" indent="0">
              <a:buFontTx/>
              <a:buNone/>
            </a:pPr>
            <a:endParaRPr lang="en-US" altLang="zh-CN"/>
          </a:p>
          <a:p>
            <a:pPr marL="0" indent="0">
              <a:buFontTx/>
              <a:buNone/>
            </a:pPr>
            <a:endParaRPr lang="en-US" altLang="zh-CN"/>
          </a:p>
          <a:p>
            <a:pPr marL="0" indent="0">
              <a:buFontTx/>
              <a:buNone/>
            </a:pPr>
            <a:r>
              <a:rPr lang="zh-CN" altLang="en-US"/>
              <a:t>求极值</a:t>
            </a:r>
            <a:endParaRPr lang="zh-CN" altLang="en-US"/>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63713" y="1600200"/>
            <a:ext cx="5510212"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a:spLocks noChangeArrowheads="1"/>
          </p:cNvSpPr>
          <p:nvPr/>
        </p:nvSpPr>
        <p:spPr bwMode="auto">
          <a:xfrm>
            <a:off x="3348038" y="2924175"/>
            <a:ext cx="2447925" cy="1368425"/>
          </a:xfrm>
          <a:prstGeom prst="ellipse">
            <a:avLst/>
          </a:prstGeom>
          <a:noFill/>
          <a:ln w="19050" algn="ctr">
            <a:solidFill>
              <a:srgbClr val="C00000"/>
            </a:solidFill>
            <a:round/>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 name="矩形标注 8"/>
          <p:cNvSpPr>
            <a:spLocks noChangeArrowheads="1"/>
          </p:cNvSpPr>
          <p:nvPr/>
        </p:nvSpPr>
        <p:spPr bwMode="auto">
          <a:xfrm>
            <a:off x="6518275" y="2420938"/>
            <a:ext cx="1511300" cy="720725"/>
          </a:xfrm>
          <a:prstGeom prst="wedgeRectCallout">
            <a:avLst>
              <a:gd name="adj1" fmla="val -97426"/>
              <a:gd name="adj2" fmla="val 137750"/>
            </a:avLst>
          </a:prstGeom>
          <a:noFill/>
          <a:ln w="22225" algn="ctr">
            <a:solidFill>
              <a:srgbClr val="C00000"/>
            </a:solidFill>
            <a:round/>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t>目标函数</a:t>
            </a:r>
            <a:endParaRPr lang="zh-CN" altLang="en-US" sz="1800"/>
          </a:p>
        </p:txBody>
      </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99300" y="2725738"/>
            <a:ext cx="6969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对象 10"/>
          <p:cNvGraphicFramePr>
            <a:graphicFrameLocks noChangeAspect="1"/>
          </p:cNvGraphicFramePr>
          <p:nvPr/>
        </p:nvGraphicFramePr>
        <p:xfrm>
          <a:off x="1858963" y="4287838"/>
          <a:ext cx="2305050" cy="1565275"/>
        </p:xfrm>
        <a:graphic>
          <a:graphicData uri="http://schemas.openxmlformats.org/presentationml/2006/ole">
            <mc:AlternateContent xmlns:mc="http://schemas.openxmlformats.org/markup-compatibility/2006">
              <mc:Choice xmlns:v="urn:schemas-microsoft-com:vml" Requires="v">
                <p:oleObj spid="_x0000_s102441" name="BMP 图像" r:id="rId3" imgW="5762625" imgH="3914775" progId="Paint.Picture">
                  <p:embed/>
                </p:oleObj>
              </mc:Choice>
              <mc:Fallback>
                <p:oleObj name="BMP 图像" r:id="rId3" imgW="5762625" imgH="3914775" progId="Paint.Picture">
                  <p:embed/>
                  <p:pic>
                    <p:nvPicPr>
                      <p:cNvPr id="0"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8963" y="4287838"/>
                        <a:ext cx="2305050" cy="156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 name="图片 1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35600" y="4292600"/>
            <a:ext cx="2870200"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309813" y="5994400"/>
            <a:ext cx="1404937" cy="72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922963" y="6011863"/>
            <a:ext cx="189547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下箭头 17"/>
          <p:cNvSpPr>
            <a:spLocks noChangeArrowheads="1"/>
          </p:cNvSpPr>
          <p:nvPr/>
        </p:nvSpPr>
        <p:spPr bwMode="auto">
          <a:xfrm flipH="1">
            <a:off x="6851650" y="5738813"/>
            <a:ext cx="96838" cy="279400"/>
          </a:xfrm>
          <a:prstGeom prst="downArrow">
            <a:avLst>
              <a:gd name="adj1" fmla="val 50000"/>
              <a:gd name="adj2" fmla="val 49730"/>
            </a:avLst>
          </a:prstGeom>
          <a:solidFill>
            <a:srgbClr val="C0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9" name="下箭头 18"/>
          <p:cNvSpPr>
            <a:spLocks noChangeArrowheads="1"/>
          </p:cNvSpPr>
          <p:nvPr/>
        </p:nvSpPr>
        <p:spPr bwMode="auto">
          <a:xfrm flipH="1">
            <a:off x="2843213" y="5791200"/>
            <a:ext cx="96837" cy="279400"/>
          </a:xfrm>
          <a:prstGeom prst="downArrow">
            <a:avLst>
              <a:gd name="adj1" fmla="val 50000"/>
              <a:gd name="adj2" fmla="val 49731"/>
            </a:avLst>
          </a:prstGeom>
          <a:solidFill>
            <a:srgbClr val="C0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par>
                                <p:cTn id="18" presetID="1"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wipe(up)">
                                      <p:cBhvr>
                                        <p:cTn id="24" dur="500"/>
                                        <p:tgtEl>
                                          <p:spTgt spid="2">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500"/>
                                        <p:tgtEl>
                                          <p:spTgt spid="11"/>
                                        </p:tgtEl>
                                      </p:cBhvr>
                                    </p:animEffect>
                                  </p:childTnLst>
                                </p:cTn>
                              </p:par>
                              <p:par>
                                <p:cTn id="30" presetID="22" presetClass="entr" presetSubtype="1"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up)">
                                      <p:cBhvr>
                                        <p:cTn id="37" dur="500"/>
                                        <p:tgtEl>
                                          <p:spTgt spid="19"/>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up)">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up)">
                                      <p:cBhvr>
                                        <p:cTn id="45" dur="500"/>
                                        <p:tgtEl>
                                          <p:spTgt spid="13"/>
                                        </p:tgtEl>
                                      </p:cBhvr>
                                    </p:animEffect>
                                  </p:childTnLst>
                                </p:cTn>
                              </p:par>
                              <p:par>
                                <p:cTn id="46" presetID="22" presetClass="entr" presetSubtype="1" fill="hold"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up)">
                                      <p:cBhvr>
                                        <p:cTn id="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9" grpId="0" bldLvl="0" animBg="1"/>
      <p:bldP spid="18" grpId="0" bldLvl="0" animBg="1"/>
      <p:bldP spid="19"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语音识别算法</a:t>
            </a:r>
            <a:endParaRPr lang="zh-CN" altLang="en-US">
              <a:solidFill>
                <a:schemeClr val="accent2"/>
              </a:solidFill>
            </a:endParaRPr>
          </a:p>
        </p:txBody>
      </p:sp>
      <p:sp>
        <p:nvSpPr>
          <p:cNvPr id="416771" name="Rectangle 3"/>
          <p:cNvSpPr>
            <a:spLocks noGrp="1" noChangeArrowheads="1"/>
          </p:cNvSpPr>
          <p:nvPr>
            <p:ph type="body" idx="1"/>
          </p:nvPr>
        </p:nvSpPr>
        <p:spPr>
          <a:xfrm>
            <a:off x="457200" y="1600200"/>
            <a:ext cx="8229600" cy="4565650"/>
          </a:xfrm>
        </p:spPr>
        <p:txBody>
          <a:bodyPr/>
          <a:lstStyle/>
          <a:p>
            <a:pPr marL="457200" lvl="1" indent="0" eaLnBrk="1" hangingPunct="1">
              <a:buFontTx/>
              <a:buNone/>
              <a:defRPr/>
            </a:pPr>
            <a:r>
              <a:rPr lang="en-US" altLang="zh-CN" sz="2400" b="1" dirty="0">
                <a:solidFill>
                  <a:srgbClr val="1F2039"/>
                </a:solidFill>
                <a:latin typeface="Times New Roman" panose="02020603050405020304" pitchFamily="18" charset="0"/>
              </a:rPr>
              <a:t>MLE---</a:t>
            </a:r>
            <a:r>
              <a:rPr lang="zh-CN" altLang="en-US" sz="2400" b="1" dirty="0">
                <a:solidFill>
                  <a:srgbClr val="0070C0"/>
                </a:solidFill>
                <a:latin typeface="Times New Roman" panose="02020603050405020304" pitchFamily="18" charset="0"/>
              </a:rPr>
              <a:t>多元高斯分布的学习</a:t>
            </a:r>
            <a:endParaRPr lang="en-US" altLang="zh-CN" sz="2400" b="1" dirty="0">
              <a:solidFill>
                <a:srgbClr val="1F2039"/>
              </a:solidFill>
              <a:latin typeface="Times New Roman" panose="02020603050405020304" pitchFamily="18" charset="0"/>
            </a:endParaRPr>
          </a:p>
          <a:p>
            <a:pPr lvl="1" eaLnBrk="1" hangingPunct="1">
              <a:defRPr/>
            </a:pPr>
            <a:endParaRPr lang="en-US" altLang="zh-CN" sz="2400" b="1" dirty="0">
              <a:solidFill>
                <a:srgbClr val="1F2039"/>
              </a:solidFill>
              <a:latin typeface="Times New Roman" panose="02020603050405020304" pitchFamily="18" charset="0"/>
            </a:endParaRPr>
          </a:p>
          <a:p>
            <a:pPr marL="457200" lvl="1" indent="0" eaLnBrk="1" hangingPunct="1">
              <a:buFontTx/>
              <a:buNone/>
              <a:defRPr/>
            </a:pPr>
            <a:endParaRPr lang="en-US" altLang="zh-CN" sz="2400" b="1" dirty="0">
              <a:solidFill>
                <a:srgbClr val="1F2039"/>
              </a:solidFill>
              <a:latin typeface="Times New Roman" panose="02020603050405020304" pitchFamily="18" charset="0"/>
            </a:endParaRPr>
          </a:p>
          <a:p>
            <a:pPr marL="457200" lvl="1" indent="0" eaLnBrk="1" hangingPunct="1">
              <a:buFontTx/>
              <a:buNone/>
              <a:defRPr/>
            </a:pPr>
            <a:r>
              <a:rPr lang="zh-CN" altLang="en-US" sz="2400" b="1" dirty="0">
                <a:solidFill>
                  <a:srgbClr val="1F2039"/>
                </a:solidFill>
                <a:latin typeface="Times New Roman" panose="02020603050405020304" pitchFamily="18" charset="0"/>
              </a:rPr>
              <a:t>有</a:t>
            </a:r>
            <a:endParaRPr lang="en-US" altLang="zh-CN" sz="2400" b="1" dirty="0">
              <a:solidFill>
                <a:srgbClr val="1F2039"/>
              </a:solidFill>
              <a:latin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39750" y="2060575"/>
            <a:ext cx="557212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32525" y="823913"/>
            <a:ext cx="2876550"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9038" y="3357563"/>
            <a:ext cx="6731000" cy="309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Effect transition="in" filter="wipe(up)">
                                      <p:cBhvr>
                                        <p:cTn id="7" dur="500"/>
                                        <p:tgtEl>
                                          <p:spTgt spid="416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16771">
                                            <p:txEl>
                                              <p:pRg st="3" end="3"/>
                                            </p:txEl>
                                          </p:spTgt>
                                        </p:tgtEl>
                                        <p:attrNameLst>
                                          <p:attrName>style.visibility</p:attrName>
                                        </p:attrNameLst>
                                      </p:cBhvr>
                                      <p:to>
                                        <p:strVal val="visible"/>
                                      </p:to>
                                    </p:set>
                                    <p:animEffect transition="in" filter="wipe(up)">
                                      <p:cBhvr>
                                        <p:cTn id="12" dur="500"/>
                                        <p:tgtEl>
                                          <p:spTgt spid="41677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par>
                                <p:cTn id="18" presetID="22" presetClass="entr" presetSubtype="1"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up)">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1"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语音识别算法</a:t>
            </a:r>
            <a:endParaRPr lang="zh-CN" altLang="en-US">
              <a:solidFill>
                <a:schemeClr val="accent2"/>
              </a:solidFill>
            </a:endParaRPr>
          </a:p>
        </p:txBody>
      </p:sp>
      <p:sp>
        <p:nvSpPr>
          <p:cNvPr id="106499" name="内容占位符 2"/>
          <p:cNvSpPr>
            <a:spLocks noGrp="1"/>
          </p:cNvSpPr>
          <p:nvPr>
            <p:ph idx="1"/>
          </p:nvPr>
        </p:nvSpPr>
        <p:spPr>
          <a:xfrm>
            <a:off x="471488" y="1612900"/>
            <a:ext cx="8229600" cy="4525963"/>
          </a:xfrm>
        </p:spPr>
        <p:txBody>
          <a:bodyPr/>
          <a:lstStyle/>
          <a:p>
            <a:pPr marL="0" indent="0">
              <a:buFontTx/>
              <a:buNone/>
            </a:pPr>
            <a:endParaRPr lang="en-US" altLang="zh-CN"/>
          </a:p>
          <a:p>
            <a:pPr marL="0" indent="0">
              <a:buFontTx/>
              <a:buNone/>
            </a:pPr>
            <a:endParaRPr lang="zh-CN" altLang="en-US"/>
          </a:p>
        </p:txBody>
      </p:sp>
      <p:pic>
        <p:nvPicPr>
          <p:cNvPr id="106500"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9563" y="1516063"/>
            <a:ext cx="4605337" cy="217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1"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64125" y="1484313"/>
            <a:ext cx="3481388"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下箭头 9"/>
          <p:cNvSpPr>
            <a:spLocks noChangeArrowheads="1"/>
          </p:cNvSpPr>
          <p:nvPr/>
        </p:nvSpPr>
        <p:spPr bwMode="auto">
          <a:xfrm flipH="1">
            <a:off x="6780213" y="3870325"/>
            <a:ext cx="95250" cy="279400"/>
          </a:xfrm>
          <a:prstGeom prst="downArrow">
            <a:avLst>
              <a:gd name="adj1" fmla="val 50000"/>
              <a:gd name="adj2" fmla="val 50559"/>
            </a:avLst>
          </a:prstGeom>
          <a:solidFill>
            <a:srgbClr val="C0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1" name="下箭头 10"/>
          <p:cNvSpPr>
            <a:spLocks noChangeArrowheads="1"/>
          </p:cNvSpPr>
          <p:nvPr/>
        </p:nvSpPr>
        <p:spPr bwMode="auto">
          <a:xfrm flipH="1">
            <a:off x="1763713" y="4014788"/>
            <a:ext cx="96837" cy="277812"/>
          </a:xfrm>
          <a:prstGeom prst="downArrow">
            <a:avLst>
              <a:gd name="adj1" fmla="val 50000"/>
              <a:gd name="adj2" fmla="val 49448"/>
            </a:avLst>
          </a:prstGeom>
          <a:solidFill>
            <a:srgbClr val="C00000"/>
          </a:solidFill>
          <a:ln w="9525" algn="ctr">
            <a:solidFill>
              <a:schemeClr val="tx1"/>
            </a:solidFill>
            <a:round/>
          </a:ln>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35063" y="4670425"/>
            <a:ext cx="14922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64163" y="4694238"/>
            <a:ext cx="268605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010025" y="2444750"/>
            <a:ext cx="4676775" cy="1704975"/>
          </a:xfrm>
          <a:prstGeom prst="rect">
            <a:avLst/>
          </a:prstGeom>
          <a:solidFill>
            <a:srgbClr val="FFFF00"/>
          </a:solidFill>
          <a:ln w="25400">
            <a:solidFill>
              <a:schemeClr val="accent1"/>
            </a:solidFill>
            <a:miter lim="800000"/>
            <a:headEnd/>
            <a:tailEnd/>
          </a:ln>
        </p:spPr>
      </p:pic>
      <p:pic>
        <p:nvPicPr>
          <p:cNvPr id="3" name="图片 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010025" y="4278313"/>
            <a:ext cx="3467100" cy="876300"/>
          </a:xfrm>
          <a:prstGeom prst="rect">
            <a:avLst/>
          </a:prstGeom>
          <a:noFill/>
          <a:ln w="222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106508" name="图片 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2730500"/>
            <a:ext cx="59213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par>
                                <p:cTn id="16" presetID="22" presetClass="entr" presetSubtype="1"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up)">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2"/>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zh-CN" altLang="en-US">
                <a:latin typeface="华文中宋" panose="02010600040101010101" pitchFamily="2" charset="-122"/>
                <a:ea typeface="仿宋_GB2312" pitchFamily="49" charset="-122"/>
              </a:rPr>
              <a:t>语音识别算法</a:t>
            </a:r>
            <a:endParaRPr lang="zh-CN" altLang="en-US">
              <a:solidFill>
                <a:schemeClr val="accent2"/>
              </a:solidFill>
            </a:endParaRPr>
          </a:p>
        </p:txBody>
      </p:sp>
      <p:sp>
        <p:nvSpPr>
          <p:cNvPr id="416771" name="Rectangle 3"/>
          <p:cNvSpPr>
            <a:spLocks noGrp="1" noChangeArrowheads="1"/>
          </p:cNvSpPr>
          <p:nvPr>
            <p:ph type="body" idx="1"/>
          </p:nvPr>
        </p:nvSpPr>
        <p:spPr>
          <a:xfrm>
            <a:off x="457200" y="1600200"/>
            <a:ext cx="8229600" cy="4565650"/>
          </a:xfrm>
        </p:spPr>
        <p:txBody>
          <a:bodyPr/>
          <a:lstStyle/>
          <a:p>
            <a:pPr marL="457200" lvl="1" indent="0" eaLnBrk="1" hangingPunct="1">
              <a:buFontTx/>
              <a:buNone/>
              <a:defRPr/>
            </a:pPr>
            <a:r>
              <a:rPr lang="en-US" altLang="zh-CN" sz="2400" b="1" dirty="0">
                <a:solidFill>
                  <a:srgbClr val="1F2039"/>
                </a:solidFill>
                <a:latin typeface="Times New Roman" panose="02020603050405020304" pitchFamily="18" charset="0"/>
              </a:rPr>
              <a:t>EM---</a:t>
            </a:r>
            <a:r>
              <a:rPr lang="zh-CN" altLang="en-US" sz="2400" b="1" dirty="0">
                <a:solidFill>
                  <a:srgbClr val="0070C0"/>
                </a:solidFill>
                <a:latin typeface="Times New Roman" panose="02020603050405020304" pitchFamily="18" charset="0"/>
              </a:rPr>
              <a:t>混合高斯分布的学习</a:t>
            </a:r>
            <a:endParaRPr lang="en-US" altLang="zh-CN" sz="2400" b="1" dirty="0">
              <a:solidFill>
                <a:srgbClr val="1F2039"/>
              </a:solidFill>
              <a:latin typeface="Times New Roman" panose="02020603050405020304" pitchFamily="18" charset="0"/>
            </a:endParaRPr>
          </a:p>
          <a:p>
            <a:pPr marL="457200" lvl="1" indent="0" eaLnBrk="1" hangingPunct="1">
              <a:buFontTx/>
              <a:buNone/>
              <a:defRPr/>
            </a:pPr>
            <a:endParaRPr lang="en-US" altLang="zh-CN" sz="2400" b="1" dirty="0">
              <a:solidFill>
                <a:srgbClr val="1F2039"/>
              </a:solidFill>
              <a:latin typeface="Times New Roman" panose="02020603050405020304" pitchFamily="18" charset="0"/>
            </a:endParaRPr>
          </a:p>
          <a:p>
            <a:pPr marL="457200" lvl="1" indent="0" eaLnBrk="1" hangingPunct="1">
              <a:buFontTx/>
              <a:buNone/>
              <a:defRPr/>
            </a:pPr>
            <a:endParaRPr lang="en-US" altLang="zh-CN" sz="2400" b="1" dirty="0">
              <a:solidFill>
                <a:srgbClr val="1F2039"/>
              </a:solidFill>
              <a:latin typeface="Times New Roman" panose="02020603050405020304" pitchFamily="18" charset="0"/>
            </a:endParaRPr>
          </a:p>
          <a:p>
            <a:pPr marL="457200" lvl="1" indent="0" eaLnBrk="1" hangingPunct="1">
              <a:buFontTx/>
              <a:buNone/>
              <a:defRPr/>
            </a:pPr>
            <a:endParaRPr lang="en-US" altLang="zh-CN" sz="2400" b="1" dirty="0">
              <a:solidFill>
                <a:srgbClr val="1F2039"/>
              </a:solidFill>
              <a:latin typeface="Times New Roman" panose="02020603050405020304" pitchFamily="18" charset="0"/>
            </a:endParaRPr>
          </a:p>
          <a:p>
            <a:pPr lvl="1" eaLnBrk="1" hangingPunct="1">
              <a:lnSpc>
                <a:spcPct val="120000"/>
              </a:lnSpc>
              <a:defRPr/>
            </a:pPr>
            <a:r>
              <a:rPr lang="zh-CN" altLang="en-US" sz="2400" b="1" dirty="0">
                <a:solidFill>
                  <a:srgbClr val="1F2039"/>
                </a:solidFill>
                <a:latin typeface="Times New Roman" panose="02020603050405020304" pitchFamily="18" charset="0"/>
              </a:rPr>
              <a:t>由于</a:t>
            </a:r>
            <a:r>
              <a:rPr lang="zh-CN" altLang="en-US" sz="2400" b="1" dirty="0">
                <a:solidFill>
                  <a:srgbClr val="0070C0"/>
                </a:solidFill>
                <a:latin typeface="Times New Roman" panose="02020603050405020304" pitchFamily="18" charset="0"/>
              </a:rPr>
              <a:t>求和式出现对数函数中</a:t>
            </a:r>
            <a:r>
              <a:rPr lang="zh-CN" altLang="en-US" sz="2400" b="1" dirty="0">
                <a:solidFill>
                  <a:srgbClr val="1F2039"/>
                </a:solidFill>
                <a:latin typeface="Times New Roman" panose="02020603050405020304" pitchFamily="18" charset="0"/>
              </a:rPr>
              <a:t>，因而求极值而得到的方程组不是线性方程组，无法求解</a:t>
            </a:r>
            <a:endParaRPr lang="en-US" altLang="zh-CN" sz="2400" b="1" dirty="0">
              <a:solidFill>
                <a:srgbClr val="1F2039"/>
              </a:solidFill>
              <a:latin typeface="Times New Roman" panose="02020603050405020304" pitchFamily="18" charset="0"/>
            </a:endParaRPr>
          </a:p>
          <a:p>
            <a:pPr lvl="1" eaLnBrk="1" hangingPunct="1">
              <a:lnSpc>
                <a:spcPct val="120000"/>
              </a:lnSpc>
              <a:defRPr/>
            </a:pPr>
            <a:r>
              <a:rPr lang="zh-CN" altLang="en-US" sz="2400" b="1" dirty="0"/>
              <a:t>用</a:t>
            </a:r>
            <a:r>
              <a:rPr lang="zh-CN" altLang="en-US" sz="2400" b="1" dirty="0">
                <a:solidFill>
                  <a:srgbClr val="0070C0"/>
                </a:solidFill>
              </a:rPr>
              <a:t>迭代的方法</a:t>
            </a:r>
            <a:r>
              <a:rPr lang="zh-CN" altLang="en-US" sz="2400" b="1" dirty="0"/>
              <a:t>来求解</a:t>
            </a:r>
            <a:endParaRPr lang="en-US" altLang="zh-CN" sz="2400" b="1" dirty="0">
              <a:solidFill>
                <a:srgbClr val="1F2039"/>
              </a:solidFill>
              <a:latin typeface="Times New Roman" panose="02020603050405020304" pitchFamily="18" charset="0"/>
            </a:endParaRPr>
          </a:p>
          <a:p>
            <a:pPr marL="457200" lvl="1" indent="0" eaLnBrk="1" hangingPunct="1">
              <a:lnSpc>
                <a:spcPct val="120000"/>
              </a:lnSpc>
              <a:buFontTx/>
              <a:buNone/>
              <a:defRPr/>
            </a:pPr>
            <a:endParaRPr lang="en-US" altLang="zh-CN" sz="2400" b="1" dirty="0">
              <a:solidFill>
                <a:srgbClr val="1F2039"/>
              </a:solidFill>
              <a:latin typeface="Times New Roman" panose="02020603050405020304" pitchFamily="18" charset="0"/>
            </a:endParaRPr>
          </a:p>
          <a:p>
            <a:pPr lvl="1" eaLnBrk="1" hangingPunct="1">
              <a:defRPr/>
            </a:pPr>
            <a:endParaRPr lang="en-US" altLang="zh-CN" sz="2400" b="1" dirty="0">
              <a:solidFill>
                <a:srgbClr val="1F2039"/>
              </a:solidFill>
              <a:latin typeface="Times New Roman" panose="02020603050405020304" pitchFamily="18" charset="0"/>
            </a:endParaRPr>
          </a:p>
          <a:p>
            <a:pPr marL="457200" lvl="1" indent="0" eaLnBrk="1" hangingPunct="1">
              <a:buFontTx/>
              <a:buNone/>
              <a:defRPr/>
            </a:pPr>
            <a:endParaRPr lang="en-US" altLang="zh-CN" sz="2400" b="1" dirty="0">
              <a:solidFill>
                <a:srgbClr val="1F2039"/>
              </a:solidFill>
              <a:latin typeface="Times New Roman" panose="02020603050405020304" pitchFamily="18" charset="0"/>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67400" y="1484313"/>
            <a:ext cx="2444750" cy="182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132856"/>
            <a:ext cx="3905822" cy="1250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Effect transition="in" filter="wipe(up)">
                                      <p:cBhvr>
                                        <p:cTn id="7" dur="500"/>
                                        <p:tgtEl>
                                          <p:spTgt spid="416771">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416771">
                                            <p:txEl>
                                              <p:pRg st="4" end="4"/>
                                            </p:txEl>
                                          </p:spTgt>
                                        </p:tgtEl>
                                        <p:attrNameLst>
                                          <p:attrName>style.visibility</p:attrName>
                                        </p:attrNameLst>
                                      </p:cBhvr>
                                      <p:to>
                                        <p:strVal val="visible"/>
                                      </p:to>
                                    </p:set>
                                    <p:animEffect transition="in" filter="wipe(up)">
                                      <p:cBhvr>
                                        <p:cTn id="20" dur="500"/>
                                        <p:tgtEl>
                                          <p:spTgt spid="416771">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416771">
                                            <p:txEl>
                                              <p:pRg st="5" end="5"/>
                                            </p:txEl>
                                          </p:spTgt>
                                        </p:tgtEl>
                                        <p:attrNameLst>
                                          <p:attrName>style.visibility</p:attrName>
                                        </p:attrNameLst>
                                      </p:cBhvr>
                                      <p:to>
                                        <p:strVal val="visible"/>
                                      </p:to>
                                    </p:set>
                                    <p:animEffect transition="in" filter="wipe(up)">
                                      <p:cBhvr>
                                        <p:cTn id="25" dur="500"/>
                                        <p:tgtEl>
                                          <p:spTgt spid="4167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418819" name="Text Box 3"/>
          <p:cNvSpPr txBox="1">
            <a:spLocks noChangeArrowheads="1"/>
          </p:cNvSpPr>
          <p:nvPr/>
        </p:nvSpPr>
        <p:spPr bwMode="auto">
          <a:xfrm>
            <a:off x="457200" y="2286000"/>
            <a:ext cx="7848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kumimoji="1" lang="zh-CN" altLang="en-US" sz="2800" b="1">
                <a:solidFill>
                  <a:srgbClr val="1F2039"/>
                </a:solidFill>
                <a:latin typeface="Times New Roman" panose="02020603050405020304" pitchFamily="18" charset="0"/>
              </a:rPr>
              <a:t> 这一方法，未必能求得全局最大值、而有可能  得到一局部极值点</a:t>
            </a:r>
            <a:endParaRPr kumimoji="1" lang="zh-CN" altLang="en-US" sz="2800" b="1">
              <a:solidFill>
                <a:srgbClr val="1F2039"/>
              </a:solidFill>
              <a:latin typeface="Times New Roman" panose="02020603050405020304" pitchFamily="18" charset="0"/>
            </a:endParaRPr>
          </a:p>
          <a:p>
            <a:pPr eaLnBrk="1" hangingPunct="1">
              <a:spcBef>
                <a:spcPct val="0"/>
              </a:spcBef>
              <a:buFont typeface="Wingdings" panose="05000000000000000000" pitchFamily="2" charset="2"/>
              <a:buChar char="Ø"/>
            </a:pPr>
            <a:r>
              <a:rPr kumimoji="1" lang="zh-CN" altLang="en-US" sz="2800" b="1">
                <a:solidFill>
                  <a:srgbClr val="1F2039"/>
                </a:solidFill>
                <a:latin typeface="Times New Roman" panose="02020603050405020304" pitchFamily="18" charset="0"/>
              </a:rPr>
              <a:t> 经典的方法：</a:t>
            </a:r>
            <a:r>
              <a:rPr kumimoji="1" lang="en-US" altLang="zh-CN" sz="2800" b="1">
                <a:solidFill>
                  <a:srgbClr val="1F2039"/>
                </a:solidFill>
                <a:latin typeface="Times New Roman" panose="02020603050405020304" pitchFamily="18" charset="0"/>
              </a:rPr>
              <a:t>Baum-Welch</a:t>
            </a:r>
            <a:r>
              <a:rPr kumimoji="1" lang="zh-CN" altLang="en-US" sz="2800" b="1">
                <a:solidFill>
                  <a:srgbClr val="1F2039"/>
                </a:solidFill>
                <a:latin typeface="宋体" panose="02010600030101010101" pitchFamily="2" charset="-122"/>
              </a:rPr>
              <a:t>算法。</a:t>
            </a:r>
            <a:endParaRPr kumimoji="1" lang="zh-CN" altLang="en-US" sz="2800" b="1">
              <a:solidFill>
                <a:srgbClr val="1F2039"/>
              </a:solidFill>
              <a:latin typeface="宋体" panose="02010600030101010101" pitchFamily="2" charset="-122"/>
            </a:endParaRPr>
          </a:p>
          <a:p>
            <a:pPr eaLnBrk="1" hangingPunct="1">
              <a:spcBef>
                <a:spcPct val="0"/>
              </a:spcBef>
              <a:buFont typeface="Wingdings" panose="05000000000000000000" pitchFamily="2" charset="2"/>
              <a:buChar char="Ø"/>
            </a:pPr>
            <a:r>
              <a:rPr kumimoji="1" lang="zh-CN" altLang="en-US" sz="2800" b="1">
                <a:solidFill>
                  <a:srgbClr val="1F2039"/>
                </a:solidFill>
                <a:latin typeface="宋体" panose="02010600030101010101" pitchFamily="2" charset="-122"/>
              </a:rPr>
              <a:t> </a:t>
            </a:r>
            <a:r>
              <a:rPr kumimoji="1" lang="en-US" altLang="zh-CN" sz="2800" b="1">
                <a:solidFill>
                  <a:srgbClr val="1F2039"/>
                </a:solidFill>
                <a:latin typeface="Times New Roman" panose="02020603050405020304" pitchFamily="18" charset="0"/>
              </a:rPr>
              <a:t>Baum-Welch</a:t>
            </a:r>
            <a:r>
              <a:rPr kumimoji="1" lang="zh-CN" altLang="en-US" sz="2800" b="1">
                <a:solidFill>
                  <a:srgbClr val="1F2039"/>
                </a:solidFill>
                <a:latin typeface="宋体" panose="02010600030101010101" pitchFamily="2" charset="-122"/>
              </a:rPr>
              <a:t>算法的理论基础是</a:t>
            </a:r>
            <a:r>
              <a:rPr kumimoji="1" lang="en-US" altLang="zh-CN" sz="2800" b="1">
                <a:solidFill>
                  <a:srgbClr val="1F2039"/>
                </a:solidFill>
                <a:latin typeface="宋体" panose="02010600030101010101" pitchFamily="2" charset="-122"/>
              </a:rPr>
              <a:t>EM</a:t>
            </a:r>
            <a:r>
              <a:rPr kumimoji="1" lang="zh-CN" altLang="en-US" sz="2800" b="1">
                <a:solidFill>
                  <a:srgbClr val="1F2039"/>
                </a:solidFill>
                <a:latin typeface="宋体" panose="02010600030101010101" pitchFamily="2" charset="-122"/>
              </a:rPr>
              <a:t>算法。</a:t>
            </a:r>
            <a:endParaRPr kumimoji="1" lang="zh-CN" altLang="en-US" sz="2800" b="1">
              <a:solidFill>
                <a:srgbClr val="1F2039"/>
              </a:solidFill>
              <a:latin typeface="宋体" panose="02010600030101010101" pitchFamily="2" charset="-122"/>
            </a:endParaRPr>
          </a:p>
        </p:txBody>
      </p:sp>
      <p:sp>
        <p:nvSpPr>
          <p:cNvPr id="418820" name="Text Box 4"/>
          <p:cNvSpPr txBox="1">
            <a:spLocks noChangeArrowheads="1"/>
          </p:cNvSpPr>
          <p:nvPr/>
        </p:nvSpPr>
        <p:spPr bwMode="auto">
          <a:xfrm>
            <a:off x="395288" y="4333875"/>
            <a:ext cx="6718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定义辅助函数</a:t>
            </a:r>
            <a:endParaRPr kumimoji="1" lang="zh-CN" altLang="en-US" sz="2800" b="1">
              <a:solidFill>
                <a:srgbClr val="1F2039"/>
              </a:solidFill>
              <a:latin typeface="Times New Roman" panose="02020603050405020304" pitchFamily="18" charset="0"/>
            </a:endParaRPr>
          </a:p>
        </p:txBody>
      </p:sp>
      <p:grpSp>
        <p:nvGrpSpPr>
          <p:cNvPr id="3" name="组合 2"/>
          <p:cNvGrpSpPr/>
          <p:nvPr/>
        </p:nvGrpSpPr>
        <p:grpSpPr bwMode="auto">
          <a:xfrm>
            <a:off x="1533525" y="4938713"/>
            <a:ext cx="5356225" cy="1190625"/>
            <a:chOff x="1533361" y="4939022"/>
            <a:chExt cx="5356290" cy="1190625"/>
          </a:xfrm>
        </p:grpSpPr>
        <p:pic>
          <p:nvPicPr>
            <p:cNvPr id="11264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55776" y="4939022"/>
              <a:ext cx="43338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2647" name="对象 7"/>
            <p:cNvGraphicFramePr>
              <a:graphicFrameLocks noChangeAspect="1"/>
            </p:cNvGraphicFramePr>
            <p:nvPr/>
          </p:nvGraphicFramePr>
          <p:xfrm>
            <a:off x="1533361" y="5230336"/>
            <a:ext cx="1145232" cy="502920"/>
          </p:xfrm>
          <a:graphic>
            <a:graphicData uri="http://schemas.openxmlformats.org/presentationml/2006/ole">
              <mc:AlternateContent xmlns:mc="http://schemas.openxmlformats.org/markup-compatibility/2006">
                <mc:Choice xmlns:v="urn:schemas-microsoft-com:vml" Requires="v">
                  <p:oleObj spid="_x0000_s143402" name="公式" r:id="rId2" imgW="520700" imgH="228600" progId="Equation.3">
                    <p:embed/>
                  </p:oleObj>
                </mc:Choice>
                <mc:Fallback>
                  <p:oleObj name="公式" r:id="rId2" imgW="520700" imgH="228600" progId="Equation.3">
                    <p:embed/>
                    <p:pic>
                      <p:nvPicPr>
                        <p:cNvPr id="0"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3361" y="5230336"/>
                          <a:ext cx="1145232" cy="502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8819">
                                            <p:txEl>
                                              <p:pRg st="0" end="0"/>
                                            </p:txEl>
                                          </p:spTgt>
                                        </p:tgtEl>
                                        <p:attrNameLst>
                                          <p:attrName>style.visibility</p:attrName>
                                        </p:attrNameLst>
                                      </p:cBhvr>
                                      <p:to>
                                        <p:strVal val="visible"/>
                                      </p:to>
                                    </p:set>
                                    <p:animEffect transition="in" filter="wipe(up)">
                                      <p:cBhvr>
                                        <p:cTn id="7" dur="500"/>
                                        <p:tgtEl>
                                          <p:spTgt spid="418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18819">
                                            <p:txEl>
                                              <p:pRg st="1" end="1"/>
                                            </p:txEl>
                                          </p:spTgt>
                                        </p:tgtEl>
                                        <p:attrNameLst>
                                          <p:attrName>style.visibility</p:attrName>
                                        </p:attrNameLst>
                                      </p:cBhvr>
                                      <p:to>
                                        <p:strVal val="visible"/>
                                      </p:to>
                                    </p:set>
                                    <p:animEffect transition="in" filter="wipe(up)">
                                      <p:cBhvr>
                                        <p:cTn id="12" dur="500"/>
                                        <p:tgtEl>
                                          <p:spTgt spid="418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18819">
                                            <p:txEl>
                                              <p:pRg st="2" end="2"/>
                                            </p:txEl>
                                          </p:spTgt>
                                        </p:tgtEl>
                                        <p:attrNameLst>
                                          <p:attrName>style.visibility</p:attrName>
                                        </p:attrNameLst>
                                      </p:cBhvr>
                                      <p:to>
                                        <p:strVal val="visible"/>
                                      </p:to>
                                    </p:set>
                                    <p:animEffect transition="in" filter="wipe(up)">
                                      <p:cBhvr>
                                        <p:cTn id="17" dur="500"/>
                                        <p:tgtEl>
                                          <p:spTgt spid="418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18820">
                                            <p:txEl>
                                              <p:pRg st="0" end="0"/>
                                            </p:txEl>
                                          </p:spTgt>
                                        </p:tgtEl>
                                        <p:attrNameLst>
                                          <p:attrName>style.visibility</p:attrName>
                                        </p:attrNameLst>
                                      </p:cBhvr>
                                      <p:to>
                                        <p:strVal val="visible"/>
                                      </p:to>
                                    </p:set>
                                    <p:animEffect transition="in" filter="wipe(up)">
                                      <p:cBhvr>
                                        <p:cTn id="22" dur="500"/>
                                        <p:tgtEl>
                                          <p:spTgt spid="41882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autoUpdateAnimBg="0" build="p"/>
      <p:bldP spid="418820" grpId="0" autoUpdateAnimBg="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114691" name="Text Box 3"/>
          <p:cNvSpPr txBox="1">
            <a:spLocks noChangeArrowheads="1"/>
          </p:cNvSpPr>
          <p:nvPr/>
        </p:nvSpPr>
        <p:spPr bwMode="auto">
          <a:xfrm>
            <a:off x="593725" y="1836738"/>
            <a:ext cx="7864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宋体" panose="02010600030101010101" pitchFamily="2" charset="-122"/>
              </a:rPr>
              <a:t>可以证明</a:t>
            </a:r>
            <a:r>
              <a:rPr kumimoji="1" lang="zh-CN" altLang="en-US" sz="2800" b="1">
                <a:solidFill>
                  <a:srgbClr val="1F2039"/>
                </a:solidFill>
                <a:latin typeface="Times New Roman" panose="02020603050405020304" pitchFamily="18" charset="0"/>
              </a:rPr>
              <a:t>：若                          则有</a:t>
            </a:r>
            <a:endParaRPr kumimoji="1" lang="zh-CN" altLang="en-US" sz="2800" b="1">
              <a:solidFill>
                <a:srgbClr val="1F2039"/>
              </a:solidFill>
              <a:latin typeface="Times New Roman" panose="02020603050405020304" pitchFamily="18" charset="0"/>
            </a:endParaRPr>
          </a:p>
        </p:txBody>
      </p:sp>
      <p:graphicFrame>
        <p:nvGraphicFramePr>
          <p:cNvPr id="114692" name="对象 2"/>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144540" name="公式" r:id="rId1" imgW="391160" imgH="739140" progId="Equation.3">
                  <p:embed/>
                </p:oleObj>
              </mc:Choice>
              <mc:Fallback>
                <p:oleObj name="公式" r:id="rId1" imgW="391160" imgH="739140" progId="Equation.3">
                  <p:embed/>
                  <p:pic>
                    <p:nvPicPr>
                      <p:cNvPr id="0"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4693" name="对象 3"/>
          <p:cNvGraphicFramePr>
            <a:graphicFrameLocks noChangeAspect="1"/>
          </p:cNvGraphicFramePr>
          <p:nvPr/>
        </p:nvGraphicFramePr>
        <p:xfrm>
          <a:off x="2897188" y="1865313"/>
          <a:ext cx="2035175" cy="411162"/>
        </p:xfrm>
        <a:graphic>
          <a:graphicData uri="http://schemas.openxmlformats.org/presentationml/2006/ole">
            <mc:AlternateContent xmlns:mc="http://schemas.openxmlformats.org/markup-compatibility/2006">
              <mc:Choice xmlns:v="urn:schemas-microsoft-com:vml" Requires="v">
                <p:oleObj spid="_x0000_s144541" name="公式" r:id="rId3" imgW="1130300" imgH="228600" progId="Equation.3">
                  <p:embed/>
                </p:oleObj>
              </mc:Choice>
              <mc:Fallback>
                <p:oleObj name="公式" r:id="rId3" imgW="1130300" imgH="228600" progId="Equation.3">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7188" y="1865313"/>
                        <a:ext cx="2035175"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4694" name="对象 15"/>
          <p:cNvGraphicFramePr>
            <a:graphicFrameLocks noChangeAspect="1"/>
          </p:cNvGraphicFramePr>
          <p:nvPr/>
        </p:nvGraphicFramePr>
        <p:xfrm>
          <a:off x="5870575" y="1906588"/>
          <a:ext cx="2171700" cy="411162"/>
        </p:xfrm>
        <a:graphic>
          <a:graphicData uri="http://schemas.openxmlformats.org/presentationml/2006/ole">
            <mc:AlternateContent xmlns:mc="http://schemas.openxmlformats.org/markup-compatibility/2006">
              <mc:Choice xmlns:v="urn:schemas-microsoft-com:vml" Requires="v">
                <p:oleObj spid="_x0000_s144542" name="公式" r:id="rId5" imgW="1206500" imgH="228600" progId="Equation.3">
                  <p:embed/>
                </p:oleObj>
              </mc:Choice>
              <mc:Fallback>
                <p:oleObj name="公式" r:id="rId5" imgW="1206500" imgH="228600" progId="Equation.3">
                  <p:embed/>
                  <p:pic>
                    <p:nvPicPr>
                      <p:cNvPr id="0" name="Picture 1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0575" y="1906588"/>
                        <a:ext cx="2171700"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组合 5"/>
          <p:cNvGrpSpPr/>
          <p:nvPr/>
        </p:nvGrpSpPr>
        <p:grpSpPr bwMode="auto">
          <a:xfrm>
            <a:off x="1044575" y="3213100"/>
            <a:ext cx="6415088" cy="2536825"/>
            <a:chOff x="1045288" y="3212976"/>
            <a:chExt cx="6414712" cy="2537460"/>
          </a:xfrm>
        </p:grpSpPr>
        <p:pic>
          <p:nvPicPr>
            <p:cNvPr id="114696" name="图片 4"/>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131840" y="3212976"/>
              <a:ext cx="4328160" cy="253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4697" name="对象 17"/>
            <p:cNvGraphicFramePr>
              <a:graphicFrameLocks noChangeAspect="1"/>
            </p:cNvGraphicFramePr>
            <p:nvPr/>
          </p:nvGraphicFramePr>
          <p:xfrm>
            <a:off x="1045288" y="3356992"/>
            <a:ext cx="2158560" cy="457200"/>
          </p:xfrm>
          <a:graphic>
            <a:graphicData uri="http://schemas.openxmlformats.org/presentationml/2006/ole">
              <mc:AlternateContent xmlns:mc="http://schemas.openxmlformats.org/markup-compatibility/2006">
                <mc:Choice xmlns:v="urn:schemas-microsoft-com:vml" Requires="v">
                  <p:oleObj spid="_x0000_s144543" name="公式" r:id="rId8" imgW="1079500" imgH="228600" progId="Equation.3">
                    <p:embed/>
                  </p:oleObj>
                </mc:Choice>
                <mc:Fallback>
                  <p:oleObj name="公式" r:id="rId8" imgW="1079500" imgH="228600" progId="Equation.3">
                    <p:embed/>
                    <p:pic>
                      <p:nvPicPr>
                        <p:cNvPr id="0" name="Picture 10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5288" y="3356992"/>
                          <a:ext cx="215856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pSp>
        <p:nvGrpSpPr>
          <p:cNvPr id="3" name="Group 10"/>
          <p:cNvGrpSpPr/>
          <p:nvPr/>
        </p:nvGrpSpPr>
        <p:grpSpPr bwMode="auto">
          <a:xfrm>
            <a:off x="609600" y="1196975"/>
            <a:ext cx="8229600" cy="1470025"/>
            <a:chOff x="384" y="3168"/>
            <a:chExt cx="5184" cy="926"/>
          </a:xfrm>
        </p:grpSpPr>
        <p:graphicFrame>
          <p:nvGraphicFramePr>
            <p:cNvPr id="116745" name="Object 11"/>
            <p:cNvGraphicFramePr>
              <a:graphicFrameLocks noChangeAspect="1"/>
            </p:cNvGraphicFramePr>
            <p:nvPr/>
          </p:nvGraphicFramePr>
          <p:xfrm>
            <a:off x="1008" y="3168"/>
            <a:ext cx="857" cy="422"/>
          </p:xfrm>
          <a:graphic>
            <a:graphicData uri="http://schemas.openxmlformats.org/presentationml/2006/ole">
              <mc:AlternateContent xmlns:mc="http://schemas.openxmlformats.org/markup-compatibility/2006">
                <mc:Choice xmlns:v="urn:schemas-microsoft-com:vml" Requires="v">
                  <p:oleObj spid="_x0000_s145526" name="Equation" r:id="rId1" imgW="850265" imgH="419100" progId="Equation.3">
                    <p:embed/>
                  </p:oleObj>
                </mc:Choice>
                <mc:Fallback>
                  <p:oleObj name="Equation" r:id="rId1" imgW="850265" imgH="419100" progId="Equation.3">
                    <p:embed/>
                    <p:pic>
                      <p:nvPicPr>
                        <p:cNvPr id="0" name="Picture 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 y="3168"/>
                          <a:ext cx="857" cy="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6746" name="Text Box 12"/>
            <p:cNvSpPr txBox="1">
              <a:spLocks noChangeArrowheads="1"/>
            </p:cNvSpPr>
            <p:nvPr/>
          </p:nvSpPr>
          <p:spPr bwMode="auto">
            <a:xfrm>
              <a:off x="384" y="3216"/>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计算</a:t>
              </a:r>
              <a:endParaRPr kumimoji="1" lang="zh-CN" altLang="en-US" sz="2800" b="1">
                <a:solidFill>
                  <a:srgbClr val="1F2039"/>
                </a:solidFill>
                <a:latin typeface="Times New Roman" panose="02020603050405020304" pitchFamily="18" charset="0"/>
              </a:endParaRPr>
            </a:p>
          </p:txBody>
        </p:sp>
        <p:sp>
          <p:nvSpPr>
            <p:cNvPr id="116747" name="Text Box 13"/>
            <p:cNvSpPr txBox="1">
              <a:spLocks noChangeArrowheads="1"/>
            </p:cNvSpPr>
            <p:nvPr/>
          </p:nvSpPr>
          <p:spPr bwMode="auto">
            <a:xfrm>
              <a:off x="1862" y="3239"/>
              <a:ext cx="35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，得到一组求取     的公式，这一组</a:t>
              </a:r>
              <a:endParaRPr kumimoji="1" lang="zh-CN" altLang="en-US" sz="2800" b="1">
                <a:solidFill>
                  <a:srgbClr val="1F2039"/>
                </a:solidFill>
                <a:latin typeface="Times New Roman" panose="02020603050405020304" pitchFamily="18" charset="0"/>
              </a:endParaRPr>
            </a:p>
          </p:txBody>
        </p:sp>
        <p:graphicFrame>
          <p:nvGraphicFramePr>
            <p:cNvPr id="116748" name="Object 14"/>
            <p:cNvGraphicFramePr>
              <a:graphicFrameLocks noChangeAspect="1"/>
            </p:cNvGraphicFramePr>
            <p:nvPr/>
          </p:nvGraphicFramePr>
          <p:xfrm>
            <a:off x="3552" y="3264"/>
            <a:ext cx="190" cy="253"/>
          </p:xfrm>
          <a:graphic>
            <a:graphicData uri="http://schemas.openxmlformats.org/presentationml/2006/ole">
              <mc:AlternateContent xmlns:mc="http://schemas.openxmlformats.org/markup-compatibility/2006">
                <mc:Choice xmlns:v="urn:schemas-microsoft-com:vml" Requires="v">
                  <p:oleObj spid="_x0000_s145527" name="Equation" r:id="rId3" imgW="152400" imgH="203200" progId="Equation.3">
                    <p:embed/>
                  </p:oleObj>
                </mc:Choice>
                <mc:Fallback>
                  <p:oleObj name="Equation" r:id="rId3" imgW="152400" imgH="20320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3264"/>
                          <a:ext cx="190" cy="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6749" name="Text Box 15"/>
            <p:cNvSpPr txBox="1">
              <a:spLocks noChangeArrowheads="1"/>
            </p:cNvSpPr>
            <p:nvPr/>
          </p:nvSpPr>
          <p:spPr bwMode="auto">
            <a:xfrm>
              <a:off x="470" y="3498"/>
              <a:ext cx="5098"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公式就称为重估（</a:t>
              </a:r>
              <a:r>
                <a:rPr kumimoji="1" lang="en-US" altLang="zh-CN" sz="2800" b="1">
                  <a:solidFill>
                    <a:srgbClr val="1F2039"/>
                  </a:solidFill>
                  <a:latin typeface="Times New Roman" panose="02020603050405020304" pitchFamily="18" charset="0"/>
                </a:rPr>
                <a:t>Re-Estimation </a:t>
              </a:r>
              <a:r>
                <a:rPr kumimoji="1" lang="zh-CN" altLang="en-US" sz="2800" b="1">
                  <a:solidFill>
                    <a:srgbClr val="1F2039"/>
                  </a:solidFill>
                  <a:latin typeface="Times New Roman" panose="02020603050405020304" pitchFamily="18" charset="0"/>
                </a:rPr>
                <a:t>）公式，它们是</a:t>
              </a:r>
              <a:r>
                <a:rPr kumimoji="1" lang="en-US" altLang="zh-CN" sz="2800" b="1">
                  <a:solidFill>
                    <a:srgbClr val="1F2039"/>
                  </a:solidFill>
                  <a:latin typeface="Times New Roman" panose="02020603050405020304" pitchFamily="18" charset="0"/>
                </a:rPr>
                <a:t>Baum-Welch</a:t>
              </a:r>
              <a:r>
                <a:rPr kumimoji="1" lang="zh-CN" altLang="en-US" sz="2800" b="1">
                  <a:solidFill>
                    <a:srgbClr val="1F2039"/>
                  </a:solidFill>
                  <a:latin typeface="宋体" panose="02010600030101010101" pitchFamily="2" charset="-122"/>
                </a:rPr>
                <a:t>算法</a:t>
              </a:r>
              <a:r>
                <a:rPr kumimoji="1" lang="zh-CN" altLang="en-US" sz="2800" b="1">
                  <a:solidFill>
                    <a:srgbClr val="1F2039"/>
                  </a:solidFill>
                  <a:latin typeface="Times New Roman" panose="02020603050405020304" pitchFamily="18" charset="0"/>
                </a:rPr>
                <a:t> 的核心内容。</a:t>
              </a:r>
              <a:endParaRPr kumimoji="1" lang="zh-CN" altLang="en-US" sz="2800" b="1">
                <a:solidFill>
                  <a:srgbClr val="1F2039"/>
                </a:solidFill>
                <a:latin typeface="Times New Roman" panose="02020603050405020304" pitchFamily="18" charset="0"/>
              </a:endParaRPr>
            </a:p>
          </p:txBody>
        </p:sp>
      </p:grpSp>
      <p:grpSp>
        <p:nvGrpSpPr>
          <p:cNvPr id="7" name="组合 6"/>
          <p:cNvGrpSpPr/>
          <p:nvPr/>
        </p:nvGrpSpPr>
        <p:grpSpPr bwMode="auto">
          <a:xfrm>
            <a:off x="827088" y="2930525"/>
            <a:ext cx="3536950" cy="714375"/>
            <a:chOff x="827584" y="2930649"/>
            <a:chExt cx="3536429" cy="714375"/>
          </a:xfrm>
        </p:grpSpPr>
        <p:pic>
          <p:nvPicPr>
            <p:cNvPr id="116743" name="图片 1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63688" y="2930649"/>
              <a:ext cx="260032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6744" name="对象 18"/>
            <p:cNvGraphicFramePr>
              <a:graphicFrameLocks noChangeAspect="1"/>
            </p:cNvGraphicFramePr>
            <p:nvPr/>
          </p:nvGraphicFramePr>
          <p:xfrm>
            <a:off x="827584" y="3086100"/>
            <a:ext cx="780840" cy="342900"/>
          </p:xfrm>
          <a:graphic>
            <a:graphicData uri="http://schemas.openxmlformats.org/presentationml/2006/ole">
              <mc:AlternateContent xmlns:mc="http://schemas.openxmlformats.org/markup-compatibility/2006">
                <mc:Choice xmlns:v="urn:schemas-microsoft-com:vml" Requires="v">
                  <p:oleObj spid="_x0000_s145528" name="公式" r:id="rId6" imgW="520700" imgH="228600" progId="Equation.3">
                    <p:embed/>
                  </p:oleObj>
                </mc:Choice>
                <mc:Fallback>
                  <p:oleObj name="公式" r:id="rId6" imgW="520700" imgH="228600" progId="Equation.3">
                    <p:embed/>
                    <p:pic>
                      <p:nvPicPr>
                        <p:cNvPr id="0" name="Picture 7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584" y="3086100"/>
                          <a:ext cx="78084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5" name="图片 4"/>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617663" y="3805238"/>
            <a:ext cx="4857750" cy="85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323850" y="4818063"/>
            <a:ext cx="84963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58888" y="2276475"/>
            <a:ext cx="62293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3"/>
          <p:cNvSpPr txBox="1">
            <a:spLocks noChangeArrowheads="1"/>
          </p:cNvSpPr>
          <p:nvPr/>
        </p:nvSpPr>
        <p:spPr bwMode="auto">
          <a:xfrm>
            <a:off x="611188" y="1773238"/>
            <a:ext cx="786447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      的重估</a:t>
            </a:r>
            <a:endParaRPr kumimoji="1" lang="en-US" altLang="zh-CN" sz="2800" b="1">
              <a:solidFill>
                <a:srgbClr val="1F2039"/>
              </a:solidFill>
              <a:latin typeface="Times New Roman" panose="02020603050405020304" pitchFamily="18" charset="0"/>
            </a:endParaRPr>
          </a:p>
          <a:p>
            <a:pPr eaLnBrk="1" hangingPunct="1">
              <a:spcBef>
                <a:spcPct val="0"/>
              </a:spcBef>
              <a:buFontTx/>
              <a:buNone/>
            </a:pPr>
            <a:endParaRPr kumimoji="1" lang="en-US" altLang="zh-CN" sz="2800" b="1">
              <a:solidFill>
                <a:srgbClr val="1F2039"/>
              </a:solidFill>
              <a:latin typeface="Times New Roman" panose="02020603050405020304" pitchFamily="18" charset="0"/>
            </a:endParaRPr>
          </a:p>
          <a:p>
            <a:pPr eaLnBrk="1" hangingPunct="1">
              <a:spcBef>
                <a:spcPct val="0"/>
              </a:spcBef>
              <a:buFontTx/>
              <a:buNone/>
            </a:pPr>
            <a:endParaRPr kumimoji="1" lang="en-US" altLang="zh-CN" sz="2800" b="1">
              <a:solidFill>
                <a:srgbClr val="1F2039"/>
              </a:solidFill>
              <a:latin typeface="Times New Roman" panose="02020603050405020304" pitchFamily="18" charset="0"/>
            </a:endParaRPr>
          </a:p>
          <a:p>
            <a:pPr eaLnBrk="1" hangingPunct="1">
              <a:spcBef>
                <a:spcPct val="0"/>
              </a:spcBef>
              <a:buFontTx/>
              <a:buNone/>
            </a:pPr>
            <a:r>
              <a:rPr kumimoji="1" lang="zh-CN" altLang="en-US" sz="2800" b="1">
                <a:solidFill>
                  <a:srgbClr val="1F2039"/>
                </a:solidFill>
                <a:latin typeface="Times New Roman" panose="02020603050405020304" pitchFamily="18" charset="0"/>
              </a:rPr>
              <a:t>以及约束条件</a:t>
            </a:r>
            <a:endParaRPr kumimoji="1" lang="en-US" altLang="zh-CN" sz="2800" b="1">
              <a:solidFill>
                <a:srgbClr val="1F2039"/>
              </a:solidFill>
              <a:latin typeface="Times New Roman" panose="02020603050405020304" pitchFamily="18" charset="0"/>
            </a:endParaRPr>
          </a:p>
          <a:p>
            <a:pPr eaLnBrk="1" hangingPunct="1">
              <a:spcBef>
                <a:spcPct val="0"/>
              </a:spcBef>
              <a:buFontTx/>
              <a:buNone/>
            </a:pPr>
            <a:endParaRPr kumimoji="1" lang="en-US" altLang="zh-CN" sz="2800" b="1">
              <a:solidFill>
                <a:srgbClr val="1F2039"/>
              </a:solidFill>
              <a:latin typeface="Times New Roman" panose="02020603050405020304" pitchFamily="18" charset="0"/>
            </a:endParaRPr>
          </a:p>
          <a:p>
            <a:pPr eaLnBrk="1" hangingPunct="1">
              <a:spcBef>
                <a:spcPct val="0"/>
              </a:spcBef>
              <a:buFontTx/>
              <a:buNone/>
            </a:pPr>
            <a:r>
              <a:rPr kumimoji="1" lang="zh-CN" altLang="en-US" sz="2800" b="1">
                <a:solidFill>
                  <a:srgbClr val="1F2039"/>
                </a:solidFill>
                <a:latin typeface="Times New Roman" panose="02020603050405020304" pitchFamily="18" charset="0"/>
              </a:rPr>
              <a:t>根据拉格朗日乘子法</a:t>
            </a:r>
            <a:endParaRPr kumimoji="1" lang="zh-CN" altLang="en-US" sz="2800" b="1">
              <a:solidFill>
                <a:srgbClr val="1F2039"/>
              </a:solidFill>
              <a:latin typeface="Times New Roman" panose="02020603050405020304" pitchFamily="18" charset="0"/>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3813" y="4437063"/>
            <a:ext cx="60864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9"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aphicFrame>
        <p:nvGraphicFramePr>
          <p:cNvPr id="118790" name="对象 14"/>
          <p:cNvGraphicFramePr>
            <a:graphicFrameLocks noChangeAspect="1"/>
          </p:cNvGraphicFramePr>
          <p:nvPr/>
        </p:nvGraphicFramePr>
        <p:xfrm>
          <a:off x="825500" y="1773238"/>
          <a:ext cx="365125" cy="504825"/>
        </p:xfrm>
        <a:graphic>
          <a:graphicData uri="http://schemas.openxmlformats.org/presentationml/2006/ole">
            <mc:AlternateContent xmlns:mc="http://schemas.openxmlformats.org/markup-compatibility/2006">
              <mc:Choice xmlns:v="urn:schemas-microsoft-com:vml" Requires="v">
                <p:oleObj spid="_x0000_s146474" name="公式" r:id="rId3" imgW="165100" imgH="228600" progId="Equation.3">
                  <p:embed/>
                </p:oleObj>
              </mc:Choice>
              <mc:Fallback>
                <p:oleObj name="公式" r:id="rId3" imgW="165100" imgH="228600" progId="Equation.3">
                  <p:embed/>
                  <p:pic>
                    <p:nvPicPr>
                      <p:cNvPr id="0"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00" y="1773238"/>
                        <a:ext cx="36512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图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563938" y="2997200"/>
            <a:ext cx="12287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5416550"/>
            <a:ext cx="4240213"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xEl>
                                              <p:pRg st="3" end="3"/>
                                            </p:txEl>
                                          </p:spTgt>
                                        </p:tgtEl>
                                        <p:attrNameLst>
                                          <p:attrName>style.visibility</p:attrName>
                                        </p:attrNameLst>
                                      </p:cBhvr>
                                      <p:to>
                                        <p:strVal val="visible"/>
                                      </p:to>
                                    </p:set>
                                    <p:animEffect transition="in" filter="wipe(up)">
                                      <p:cBhvr>
                                        <p:cTn id="7" dur="500"/>
                                        <p:tgtEl>
                                          <p:spTgt spid="1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animEffect transition="in" filter="wipe(up)">
                                      <p:cBhvr>
                                        <p:cTn id="17" dur="500"/>
                                        <p:tgtEl>
                                          <p:spTgt spid="14">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3"/>
          <p:cNvSpPr txBox="1">
            <a:spLocks noChangeArrowheads="1"/>
          </p:cNvSpPr>
          <p:nvPr/>
        </p:nvSpPr>
        <p:spPr bwMode="auto">
          <a:xfrm>
            <a:off x="611188" y="1773238"/>
            <a:ext cx="786447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      的重估</a:t>
            </a:r>
            <a:endParaRPr kumimoji="1" lang="en-US" altLang="zh-CN" sz="2800" b="1">
              <a:solidFill>
                <a:srgbClr val="1F2039"/>
              </a:solidFill>
              <a:latin typeface="Times New Roman" panose="02020603050405020304" pitchFamily="18" charset="0"/>
            </a:endParaRPr>
          </a:p>
          <a:p>
            <a:pPr eaLnBrk="1" hangingPunct="1">
              <a:spcBef>
                <a:spcPct val="0"/>
              </a:spcBef>
              <a:buFontTx/>
              <a:buNone/>
            </a:pPr>
            <a:endParaRPr kumimoji="1" lang="en-US" altLang="zh-CN" sz="2800" b="1">
              <a:solidFill>
                <a:srgbClr val="1F2039"/>
              </a:solidFill>
              <a:latin typeface="Times New Roman" panose="02020603050405020304" pitchFamily="18" charset="0"/>
            </a:endParaRPr>
          </a:p>
          <a:p>
            <a:pPr eaLnBrk="1" hangingPunct="1">
              <a:spcBef>
                <a:spcPct val="0"/>
              </a:spcBef>
              <a:buFontTx/>
              <a:buNone/>
            </a:pPr>
            <a:endParaRPr kumimoji="1" lang="en-US" altLang="zh-CN" sz="2800" b="1">
              <a:solidFill>
                <a:srgbClr val="1F2039"/>
              </a:solidFill>
              <a:latin typeface="Times New Roman" panose="02020603050405020304" pitchFamily="18" charset="0"/>
            </a:endParaRPr>
          </a:p>
          <a:p>
            <a:pPr eaLnBrk="1" hangingPunct="1">
              <a:spcBef>
                <a:spcPct val="0"/>
              </a:spcBef>
              <a:buFontTx/>
              <a:buNone/>
            </a:pPr>
            <a:r>
              <a:rPr kumimoji="1" lang="zh-CN" altLang="en-US" sz="2800" b="1">
                <a:solidFill>
                  <a:srgbClr val="1F2039"/>
                </a:solidFill>
                <a:latin typeface="Times New Roman" panose="02020603050405020304" pitchFamily="18" charset="0"/>
              </a:rPr>
              <a:t>以及约束条件</a:t>
            </a:r>
            <a:endParaRPr kumimoji="1" lang="en-US" altLang="zh-CN" sz="2800" b="1">
              <a:solidFill>
                <a:srgbClr val="1F2039"/>
              </a:solidFill>
              <a:latin typeface="Times New Roman" panose="02020603050405020304" pitchFamily="18" charset="0"/>
            </a:endParaRPr>
          </a:p>
          <a:p>
            <a:pPr eaLnBrk="1" hangingPunct="1">
              <a:spcBef>
                <a:spcPct val="0"/>
              </a:spcBef>
              <a:buFontTx/>
              <a:buNone/>
            </a:pPr>
            <a:endParaRPr kumimoji="1" lang="en-US" altLang="zh-CN" sz="2800" b="1">
              <a:solidFill>
                <a:srgbClr val="1F2039"/>
              </a:solidFill>
              <a:latin typeface="Times New Roman" panose="02020603050405020304" pitchFamily="18" charset="0"/>
            </a:endParaRPr>
          </a:p>
          <a:p>
            <a:pPr eaLnBrk="1" hangingPunct="1">
              <a:spcBef>
                <a:spcPct val="0"/>
              </a:spcBef>
              <a:buFontTx/>
              <a:buNone/>
            </a:pPr>
            <a:endParaRPr kumimoji="1" lang="en-US" altLang="zh-CN" sz="2800" b="1">
              <a:solidFill>
                <a:srgbClr val="1F2039"/>
              </a:solidFill>
              <a:latin typeface="Times New Roman" panose="02020603050405020304" pitchFamily="18" charset="0"/>
            </a:endParaRPr>
          </a:p>
          <a:p>
            <a:pPr eaLnBrk="1" hangingPunct="1">
              <a:spcBef>
                <a:spcPct val="0"/>
              </a:spcBef>
              <a:buFontTx/>
              <a:buNone/>
            </a:pPr>
            <a:endParaRPr kumimoji="1" lang="en-US" altLang="zh-CN" sz="2800" b="1">
              <a:solidFill>
                <a:srgbClr val="1F2039"/>
              </a:solidFill>
              <a:latin typeface="Times New Roman" panose="02020603050405020304" pitchFamily="18" charset="0"/>
            </a:endParaRPr>
          </a:p>
          <a:p>
            <a:pPr eaLnBrk="1" hangingPunct="1">
              <a:spcBef>
                <a:spcPct val="0"/>
              </a:spcBef>
              <a:buFontTx/>
              <a:buNone/>
            </a:pPr>
            <a:r>
              <a:rPr kumimoji="1" lang="zh-CN" altLang="en-US" sz="2800" b="1">
                <a:solidFill>
                  <a:srgbClr val="1F2039"/>
                </a:solidFill>
                <a:latin typeface="Times New Roman" panose="02020603050405020304" pitchFamily="18" charset="0"/>
              </a:rPr>
              <a:t>以此类推，去重估观察概率。</a:t>
            </a:r>
            <a:endParaRPr kumimoji="1" lang="en-US" altLang="zh-CN" sz="2800" b="1">
              <a:solidFill>
                <a:srgbClr val="1F2039"/>
              </a:solidFill>
              <a:latin typeface="Times New Roman" panose="02020603050405020304" pitchFamily="18" charset="0"/>
            </a:endParaRPr>
          </a:p>
          <a:p>
            <a:pPr eaLnBrk="1" hangingPunct="1">
              <a:spcBef>
                <a:spcPct val="0"/>
              </a:spcBef>
              <a:buFontTx/>
              <a:buNone/>
            </a:pPr>
            <a:endParaRPr kumimoji="1" lang="en-US" altLang="zh-CN" sz="2800" b="1">
              <a:solidFill>
                <a:srgbClr val="1F2039"/>
              </a:solidFill>
              <a:latin typeface="Times New Roman" panose="02020603050405020304" pitchFamily="18" charset="0"/>
            </a:endParaRPr>
          </a:p>
        </p:txBody>
      </p:sp>
      <p:sp>
        <p:nvSpPr>
          <p:cNvPr id="120835"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aphicFrame>
        <p:nvGraphicFramePr>
          <p:cNvPr id="120836" name="对象 14"/>
          <p:cNvGraphicFramePr>
            <a:graphicFrameLocks noChangeAspect="1"/>
          </p:cNvGraphicFramePr>
          <p:nvPr/>
        </p:nvGraphicFramePr>
        <p:xfrm>
          <a:off x="811213" y="1758950"/>
          <a:ext cx="393700" cy="533400"/>
        </p:xfrm>
        <a:graphic>
          <a:graphicData uri="http://schemas.openxmlformats.org/presentationml/2006/ole">
            <mc:AlternateContent xmlns:mc="http://schemas.openxmlformats.org/markup-compatibility/2006">
              <mc:Choice xmlns:v="urn:schemas-microsoft-com:vml" Requires="v">
                <p:oleObj spid="_x0000_s147498" name="公式" r:id="rId1" imgW="177800" imgH="241300" progId="Equation.3">
                  <p:embed/>
                </p:oleObj>
              </mc:Choice>
              <mc:Fallback>
                <p:oleObj name="公式" r:id="rId1" imgW="177800" imgH="241300" progId="Equation.3">
                  <p:embed/>
                  <p:pic>
                    <p:nvPicPr>
                      <p:cNvPr id="0"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213" y="1758950"/>
                        <a:ext cx="3937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0837"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251075"/>
            <a:ext cx="5703888"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8" name="图片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94100" y="3138488"/>
            <a:ext cx="97790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pSp>
        <p:nvGrpSpPr>
          <p:cNvPr id="2" name="Group 3"/>
          <p:cNvGrpSpPr/>
          <p:nvPr/>
        </p:nvGrpSpPr>
        <p:grpSpPr bwMode="auto">
          <a:xfrm>
            <a:off x="457200" y="1905000"/>
            <a:ext cx="8077200" cy="1800225"/>
            <a:chOff x="288" y="1200"/>
            <a:chExt cx="5088" cy="1134"/>
          </a:xfrm>
        </p:grpSpPr>
        <p:grpSp>
          <p:nvGrpSpPr>
            <p:cNvPr id="122896" name="Group 4"/>
            <p:cNvGrpSpPr/>
            <p:nvPr/>
          </p:nvGrpSpPr>
          <p:grpSpPr bwMode="auto">
            <a:xfrm>
              <a:off x="288" y="1200"/>
              <a:ext cx="5088" cy="1134"/>
              <a:chOff x="288" y="1200"/>
              <a:chExt cx="5088" cy="1134"/>
            </a:xfrm>
          </p:grpSpPr>
          <p:sp>
            <p:nvSpPr>
              <p:cNvPr id="122899" name="Text Box 5"/>
              <p:cNvSpPr txBox="1">
                <a:spLocks noChangeArrowheads="1"/>
              </p:cNvSpPr>
              <p:nvPr/>
            </p:nvSpPr>
            <p:spPr bwMode="auto">
              <a:xfrm>
                <a:off x="288" y="1200"/>
                <a:ext cx="5088"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1F2039"/>
                    </a:solidFill>
                    <a:latin typeface="Times New Roman" panose="02020603050405020304" pitchFamily="18" charset="0"/>
                  </a:rPr>
                  <a:t>Baum-Welch</a:t>
                </a:r>
                <a:r>
                  <a:rPr kumimoji="1" lang="zh-CN" altLang="en-US" sz="2800" b="1">
                    <a:solidFill>
                      <a:srgbClr val="1F2039"/>
                    </a:solidFill>
                    <a:latin typeface="宋体" panose="02010600030101010101" pitchFamily="2" charset="-122"/>
                  </a:rPr>
                  <a:t>算法</a:t>
                </a:r>
                <a:endParaRPr kumimoji="1" lang="zh-CN" altLang="en-US" sz="2800" b="1">
                  <a:solidFill>
                    <a:srgbClr val="1F2039"/>
                  </a:solidFill>
                  <a:latin typeface="宋体" panose="02010600030101010101" pitchFamily="2" charset="-122"/>
                </a:endParaRPr>
              </a:p>
              <a:p>
                <a:pPr eaLnBrk="1" hangingPunct="1">
                  <a:spcBef>
                    <a:spcPct val="0"/>
                  </a:spcBef>
                  <a:buFont typeface="Wingdings" panose="05000000000000000000" pitchFamily="2" charset="2"/>
                  <a:buChar char="Ø"/>
                </a:pPr>
                <a:r>
                  <a:rPr kumimoji="1" lang="zh-CN" altLang="en-US" sz="2800" b="1">
                    <a:solidFill>
                      <a:srgbClr val="1F2039"/>
                    </a:solidFill>
                    <a:latin typeface="宋体" panose="02010600030101010101" pitchFamily="2" charset="-122"/>
                  </a:rPr>
                  <a:t>定义      为给定训练序列  和模型  时，</a:t>
                </a:r>
                <a:r>
                  <a:rPr kumimoji="1" lang="en-US" altLang="zh-CN" sz="2800" b="1">
                    <a:solidFill>
                      <a:srgbClr val="1F2039"/>
                    </a:solidFill>
                    <a:latin typeface="Times New Roman" panose="02020603050405020304" pitchFamily="18" charset="0"/>
                  </a:rPr>
                  <a:t>HMM</a:t>
                </a:r>
                <a:r>
                  <a:rPr kumimoji="1" lang="zh-CN" altLang="en-US" sz="2800" b="1">
                    <a:solidFill>
                      <a:srgbClr val="1F2039"/>
                    </a:solidFill>
                    <a:latin typeface="宋体" panose="02010600030101010101" pitchFamily="2" charset="-122"/>
                  </a:rPr>
                  <a:t>模型在</a:t>
                </a:r>
                <a:r>
                  <a:rPr kumimoji="1" lang="en-US" altLang="zh-CN" sz="2800" b="1" i="1">
                    <a:solidFill>
                      <a:srgbClr val="1F2039"/>
                    </a:solidFill>
                    <a:latin typeface="宋体" panose="02010600030101010101" pitchFamily="2" charset="-122"/>
                  </a:rPr>
                  <a:t>t</a:t>
                </a:r>
                <a:r>
                  <a:rPr kumimoji="1" lang="zh-CN" altLang="en-US" sz="2800" b="1">
                    <a:solidFill>
                      <a:srgbClr val="1F2039"/>
                    </a:solidFill>
                    <a:latin typeface="宋体" panose="02010600030101010101" pitchFamily="2" charset="-122"/>
                  </a:rPr>
                  <a:t>时刻处于状态</a:t>
                </a:r>
                <a:r>
                  <a:rPr kumimoji="1" lang="en-US" altLang="zh-CN" sz="2800" b="1" i="1">
                    <a:solidFill>
                      <a:srgbClr val="1F2039"/>
                    </a:solidFill>
                    <a:latin typeface="宋体" panose="02010600030101010101" pitchFamily="2" charset="-122"/>
                  </a:rPr>
                  <a:t>i</a:t>
                </a:r>
                <a:r>
                  <a:rPr kumimoji="1" lang="en-US" altLang="zh-CN" sz="2800" b="1">
                    <a:solidFill>
                      <a:srgbClr val="1F2039"/>
                    </a:solidFill>
                    <a:latin typeface="宋体" panose="02010600030101010101" pitchFamily="2" charset="-122"/>
                  </a:rPr>
                  <a:t>，</a:t>
                </a:r>
                <a:r>
                  <a:rPr kumimoji="1" lang="en-US" altLang="zh-CN" sz="2800" b="1" i="1">
                    <a:solidFill>
                      <a:srgbClr val="1F2039"/>
                    </a:solidFill>
                    <a:latin typeface="宋体" panose="02010600030101010101" pitchFamily="2" charset="-122"/>
                  </a:rPr>
                  <a:t>t</a:t>
                </a:r>
                <a:r>
                  <a:rPr kumimoji="1" lang="en-US" altLang="zh-CN" sz="2800" b="1">
                    <a:solidFill>
                      <a:srgbClr val="1F2039"/>
                    </a:solidFill>
                    <a:latin typeface="宋体" panose="02010600030101010101" pitchFamily="2" charset="-122"/>
                  </a:rPr>
                  <a:t>+1</a:t>
                </a:r>
                <a:r>
                  <a:rPr kumimoji="1" lang="zh-CN" altLang="en-US" sz="2800" b="1">
                    <a:solidFill>
                      <a:srgbClr val="1F2039"/>
                    </a:solidFill>
                    <a:latin typeface="宋体" panose="02010600030101010101" pitchFamily="2" charset="-122"/>
                  </a:rPr>
                  <a:t>时刻处于状态</a:t>
                </a:r>
                <a:r>
                  <a:rPr kumimoji="1" lang="en-US" altLang="zh-CN" sz="2800" b="1" i="1">
                    <a:solidFill>
                      <a:srgbClr val="1F2039"/>
                    </a:solidFill>
                    <a:latin typeface="宋体" panose="02010600030101010101" pitchFamily="2" charset="-122"/>
                  </a:rPr>
                  <a:t>j</a:t>
                </a:r>
                <a:r>
                  <a:rPr kumimoji="1" lang="zh-CN" altLang="en-US" sz="2800" b="1">
                    <a:solidFill>
                      <a:srgbClr val="1F2039"/>
                    </a:solidFill>
                    <a:latin typeface="宋体" panose="02010600030101010101" pitchFamily="2" charset="-122"/>
                  </a:rPr>
                  <a:t>的概率。</a:t>
                </a:r>
                <a:endParaRPr kumimoji="1" lang="zh-CN" altLang="en-US" sz="2800" b="1">
                  <a:solidFill>
                    <a:srgbClr val="1F2039"/>
                  </a:solidFill>
                  <a:latin typeface="Times New Roman" panose="02020603050405020304" pitchFamily="18" charset="0"/>
                </a:endParaRPr>
              </a:p>
            </p:txBody>
          </p:sp>
          <p:graphicFrame>
            <p:nvGraphicFramePr>
              <p:cNvPr id="122900" name="Object 6"/>
              <p:cNvGraphicFramePr>
                <a:graphicFrameLocks noChangeAspect="1"/>
              </p:cNvGraphicFramePr>
              <p:nvPr/>
            </p:nvGraphicFramePr>
            <p:xfrm>
              <a:off x="974" y="1488"/>
              <a:ext cx="562" cy="287"/>
            </p:xfrm>
            <a:graphic>
              <a:graphicData uri="http://schemas.openxmlformats.org/presentationml/2006/ole">
                <mc:AlternateContent xmlns:mc="http://schemas.openxmlformats.org/markup-compatibility/2006">
                  <mc:Choice xmlns:v="urn:schemas-microsoft-com:vml" Requires="v">
                    <p:oleObj spid="_x0000_s148826" name="" r:id="rId1" imgW="444500" imgH="228600" progId="Equation.3">
                      <p:embed/>
                    </p:oleObj>
                  </mc:Choice>
                  <mc:Fallback>
                    <p:oleObj name="" r:id="rId1" imgW="444500" imgH="228600" progId="Equation.3">
                      <p:embed/>
                      <p:pic>
                        <p:nvPicPr>
                          <p:cNvPr id="0" name="Picture 2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4" y="1488"/>
                            <a:ext cx="562"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22897" name="Object 7"/>
            <p:cNvGraphicFramePr>
              <a:graphicFrameLocks noChangeAspect="1"/>
            </p:cNvGraphicFramePr>
            <p:nvPr/>
          </p:nvGraphicFramePr>
          <p:xfrm>
            <a:off x="3270" y="1536"/>
            <a:ext cx="186" cy="221"/>
          </p:xfrm>
          <a:graphic>
            <a:graphicData uri="http://schemas.openxmlformats.org/presentationml/2006/ole">
              <mc:AlternateContent xmlns:mc="http://schemas.openxmlformats.org/markup-compatibility/2006">
                <mc:Choice xmlns:v="urn:schemas-microsoft-com:vml" Requires="v">
                  <p:oleObj spid="_x0000_s148827" name="" r:id="rId3" imgW="152400" imgH="177800" progId="Equation.3">
                    <p:embed/>
                  </p:oleObj>
                </mc:Choice>
                <mc:Fallback>
                  <p:oleObj name="" r:id="rId3" imgW="152400" imgH="177800" progId="Equation.3">
                    <p:embed/>
                    <p:pic>
                      <p:nvPicPr>
                        <p:cNvPr id="0" name="Picture 2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0" y="1536"/>
                          <a:ext cx="186" cy="2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898" name="Object 8"/>
            <p:cNvGraphicFramePr>
              <a:graphicFrameLocks noChangeAspect="1"/>
            </p:cNvGraphicFramePr>
            <p:nvPr/>
          </p:nvGraphicFramePr>
          <p:xfrm>
            <a:off x="4143" y="1536"/>
            <a:ext cx="177" cy="225"/>
          </p:xfrm>
          <a:graphic>
            <a:graphicData uri="http://schemas.openxmlformats.org/presentationml/2006/ole">
              <mc:AlternateContent xmlns:mc="http://schemas.openxmlformats.org/markup-compatibility/2006">
                <mc:Choice xmlns:v="urn:schemas-microsoft-com:vml" Requires="v">
                  <p:oleObj spid="_x0000_s148828" name="" r:id="rId5" imgW="139700" imgH="177800" progId="Equation.3">
                    <p:embed/>
                  </p:oleObj>
                </mc:Choice>
                <mc:Fallback>
                  <p:oleObj name="" r:id="rId5" imgW="139700" imgH="177800" progId="Equation.3">
                    <p:embed/>
                    <p:pic>
                      <p:nvPicPr>
                        <p:cNvPr id="0" name="Picture 2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3" y="1536"/>
                          <a:ext cx="177" cy="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27017" name="Object 9"/>
          <p:cNvGraphicFramePr>
            <a:graphicFrameLocks noChangeAspect="1"/>
          </p:cNvGraphicFramePr>
          <p:nvPr/>
        </p:nvGraphicFramePr>
        <p:xfrm>
          <a:off x="2590800" y="3581400"/>
          <a:ext cx="3908425" cy="457200"/>
        </p:xfrm>
        <a:graphic>
          <a:graphicData uri="http://schemas.openxmlformats.org/presentationml/2006/ole">
            <mc:AlternateContent xmlns:mc="http://schemas.openxmlformats.org/markup-compatibility/2006">
              <mc:Choice xmlns:v="urn:schemas-microsoft-com:vml" Requires="v">
                <p:oleObj spid="_x0000_s148829" name="" r:id="rId7" imgW="1955800" imgH="228600" progId="Equation.3">
                  <p:embed/>
                </p:oleObj>
              </mc:Choice>
              <mc:Fallback>
                <p:oleObj name="" r:id="rId7" imgW="1955800" imgH="228600" progId="Equation.3">
                  <p:embed/>
                  <p:pic>
                    <p:nvPicPr>
                      <p:cNvPr id="0" name="Picture 2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0800" y="3581400"/>
                        <a:ext cx="39084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10"/>
          <p:cNvGrpSpPr/>
          <p:nvPr/>
        </p:nvGrpSpPr>
        <p:grpSpPr bwMode="auto">
          <a:xfrm>
            <a:off x="457200" y="4006850"/>
            <a:ext cx="6858000" cy="1022350"/>
            <a:chOff x="288" y="2524"/>
            <a:chExt cx="4320" cy="644"/>
          </a:xfrm>
        </p:grpSpPr>
        <p:sp>
          <p:nvSpPr>
            <p:cNvPr id="122892" name="Text Box 11"/>
            <p:cNvSpPr txBox="1">
              <a:spLocks noChangeArrowheads="1"/>
            </p:cNvSpPr>
            <p:nvPr/>
          </p:nvSpPr>
          <p:spPr bwMode="auto">
            <a:xfrm>
              <a:off x="288" y="2524"/>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易证</a:t>
              </a:r>
              <a:endParaRPr kumimoji="1" lang="zh-CN" altLang="en-US" sz="2800" b="1">
                <a:solidFill>
                  <a:srgbClr val="1F2039"/>
                </a:solidFill>
                <a:latin typeface="Times New Roman" panose="02020603050405020304" pitchFamily="18" charset="0"/>
              </a:endParaRPr>
            </a:p>
          </p:txBody>
        </p:sp>
        <p:grpSp>
          <p:nvGrpSpPr>
            <p:cNvPr id="122893" name="Group 12"/>
            <p:cNvGrpSpPr/>
            <p:nvPr/>
          </p:nvGrpSpPr>
          <p:grpSpPr bwMode="auto">
            <a:xfrm>
              <a:off x="1359" y="2866"/>
              <a:ext cx="3249" cy="302"/>
              <a:chOff x="1104" y="2866"/>
              <a:chExt cx="3249" cy="302"/>
            </a:xfrm>
          </p:grpSpPr>
          <p:graphicFrame>
            <p:nvGraphicFramePr>
              <p:cNvPr id="122894" name="Object 13"/>
              <p:cNvGraphicFramePr>
                <a:graphicFrameLocks noChangeAspect="1"/>
              </p:cNvGraphicFramePr>
              <p:nvPr/>
            </p:nvGraphicFramePr>
            <p:xfrm>
              <a:off x="1680" y="2866"/>
              <a:ext cx="2673" cy="302"/>
            </p:xfrm>
            <a:graphic>
              <a:graphicData uri="http://schemas.openxmlformats.org/presentationml/2006/ole">
                <mc:AlternateContent xmlns:mc="http://schemas.openxmlformats.org/markup-compatibility/2006">
                  <mc:Choice xmlns:v="urn:schemas-microsoft-com:vml" Requires="v">
                    <p:oleObj spid="_x0000_s148830" name="" r:id="rId9" imgW="2108200" imgH="241300" progId="Equation.3">
                      <p:embed/>
                    </p:oleObj>
                  </mc:Choice>
                  <mc:Fallback>
                    <p:oleObj name="" r:id="rId9" imgW="2108200" imgH="241300" progId="Equation.3">
                      <p:embed/>
                      <p:pic>
                        <p:nvPicPr>
                          <p:cNvPr id="0" name="Picture 2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80" y="2866"/>
                            <a:ext cx="2673" cy="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895" name="Object 14"/>
              <p:cNvGraphicFramePr>
                <a:graphicFrameLocks noChangeAspect="1"/>
              </p:cNvGraphicFramePr>
              <p:nvPr/>
            </p:nvGraphicFramePr>
            <p:xfrm>
              <a:off x="1104" y="2866"/>
              <a:ext cx="562" cy="287"/>
            </p:xfrm>
            <a:graphic>
              <a:graphicData uri="http://schemas.openxmlformats.org/presentationml/2006/ole">
                <mc:AlternateContent xmlns:mc="http://schemas.openxmlformats.org/markup-compatibility/2006">
                  <mc:Choice xmlns:v="urn:schemas-microsoft-com:vml" Requires="v">
                    <p:oleObj spid="_x0000_s148831" name="" r:id="rId11" imgW="444500" imgH="228600" progId="Equation.3">
                      <p:embed/>
                    </p:oleObj>
                  </mc:Choice>
                  <mc:Fallback>
                    <p:oleObj name="" r:id="rId11" imgW="444500" imgH="228600" progId="Equation.3">
                      <p:embed/>
                      <p:pic>
                        <p:nvPicPr>
                          <p:cNvPr id="0" name="Picture 2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 y="2866"/>
                            <a:ext cx="562"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6" name="Group 15"/>
          <p:cNvGrpSpPr/>
          <p:nvPr/>
        </p:nvGrpSpPr>
        <p:grpSpPr bwMode="auto">
          <a:xfrm>
            <a:off x="593725" y="5095875"/>
            <a:ext cx="8131175" cy="519113"/>
            <a:chOff x="374" y="3210"/>
            <a:chExt cx="5122" cy="327"/>
          </a:xfrm>
        </p:grpSpPr>
        <p:sp>
          <p:nvSpPr>
            <p:cNvPr id="122890" name="Text Box 16"/>
            <p:cNvSpPr txBox="1">
              <a:spLocks noChangeArrowheads="1"/>
            </p:cNvSpPr>
            <p:nvPr/>
          </p:nvSpPr>
          <p:spPr bwMode="auto">
            <a:xfrm>
              <a:off x="374" y="3210"/>
              <a:ext cx="512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 typeface="Wingdings" panose="05000000000000000000" pitchFamily="2" charset="2"/>
                <a:buChar char="Ø"/>
              </a:pPr>
              <a:r>
                <a:rPr kumimoji="1" lang="zh-CN" altLang="en-US" sz="2800" b="1">
                  <a:solidFill>
                    <a:srgbClr val="1F2039"/>
                  </a:solidFill>
                  <a:latin typeface="Times New Roman" panose="02020603050405020304" pitchFamily="18" charset="0"/>
                </a:rPr>
                <a:t>定义</a:t>
              </a:r>
              <a:r>
                <a:rPr kumimoji="1" lang="en-US" altLang="zh-CN" sz="2800" b="1">
                  <a:solidFill>
                    <a:srgbClr val="1F2039"/>
                  </a:solidFill>
                  <a:latin typeface="Times New Roman" panose="02020603050405020304" pitchFamily="18" charset="0"/>
                </a:rPr>
                <a:t>HMM</a:t>
              </a:r>
              <a:r>
                <a:rPr kumimoji="1" lang="zh-CN" altLang="en-US" sz="2800" b="1">
                  <a:solidFill>
                    <a:srgbClr val="1F2039"/>
                  </a:solidFill>
                  <a:latin typeface="宋体" panose="02010600030101010101" pitchFamily="2" charset="-122"/>
                </a:rPr>
                <a:t>模型在</a:t>
              </a:r>
              <a:r>
                <a:rPr kumimoji="1" lang="en-US" altLang="zh-CN" sz="2800" i="1">
                  <a:solidFill>
                    <a:srgbClr val="1F2039"/>
                  </a:solidFill>
                  <a:latin typeface="Times New Roman" panose="02020603050405020304" pitchFamily="18" charset="0"/>
                </a:rPr>
                <a:t>t</a:t>
              </a:r>
              <a:r>
                <a:rPr kumimoji="1" lang="zh-CN" altLang="en-US" sz="2800" b="1">
                  <a:solidFill>
                    <a:srgbClr val="1F2039"/>
                  </a:solidFill>
                  <a:latin typeface="宋体" panose="02010600030101010101" pitchFamily="2" charset="-122"/>
                </a:rPr>
                <a:t>时刻处于状态</a:t>
              </a:r>
              <a:r>
                <a:rPr kumimoji="1" lang="en-US" altLang="zh-CN" sz="2800" i="1">
                  <a:solidFill>
                    <a:srgbClr val="1F2039"/>
                  </a:solidFill>
                  <a:latin typeface="Times New Roman" panose="02020603050405020304" pitchFamily="18" charset="0"/>
                </a:rPr>
                <a:t>i</a:t>
              </a:r>
              <a:r>
                <a:rPr kumimoji="1" lang="zh-CN" altLang="en-US" sz="2800" b="1">
                  <a:solidFill>
                    <a:srgbClr val="1F2039"/>
                  </a:solidFill>
                  <a:latin typeface="宋体" panose="02010600030101010101" pitchFamily="2" charset="-122"/>
                </a:rPr>
                <a:t>的概率为    。</a:t>
              </a:r>
              <a:r>
                <a:rPr kumimoji="1" lang="zh-CN" altLang="en-US" sz="2800" b="1">
                  <a:solidFill>
                    <a:srgbClr val="1F2039"/>
                  </a:solidFill>
                  <a:latin typeface="Times New Roman" panose="02020603050405020304" pitchFamily="18" charset="0"/>
                </a:rPr>
                <a:t> </a:t>
              </a:r>
              <a:endParaRPr kumimoji="1" lang="zh-CN" altLang="en-US" sz="2800" b="1">
                <a:solidFill>
                  <a:srgbClr val="1F2039"/>
                </a:solidFill>
                <a:latin typeface="Times New Roman" panose="02020603050405020304" pitchFamily="18" charset="0"/>
              </a:endParaRPr>
            </a:p>
          </p:txBody>
        </p:sp>
        <p:graphicFrame>
          <p:nvGraphicFramePr>
            <p:cNvPr id="122891" name="Object 17"/>
            <p:cNvGraphicFramePr>
              <a:graphicFrameLocks noChangeAspect="1"/>
            </p:cNvGraphicFramePr>
            <p:nvPr/>
          </p:nvGraphicFramePr>
          <p:xfrm>
            <a:off x="4783" y="3216"/>
            <a:ext cx="401" cy="288"/>
          </p:xfrm>
          <a:graphic>
            <a:graphicData uri="http://schemas.openxmlformats.org/presentationml/2006/ole">
              <mc:AlternateContent xmlns:mc="http://schemas.openxmlformats.org/markup-compatibility/2006">
                <mc:Choice xmlns:v="urn:schemas-microsoft-com:vml" Requires="v">
                  <p:oleObj spid="_x0000_s148832" name="Equation" r:id="rId12" imgW="317500" imgH="228600" progId="Equation.3">
                    <p:embed/>
                  </p:oleObj>
                </mc:Choice>
                <mc:Fallback>
                  <p:oleObj name="Equation" r:id="rId12" imgW="317500" imgH="228600" progId="Equation.3">
                    <p:embed/>
                    <p:pic>
                      <p:nvPicPr>
                        <p:cNvPr id="0" name="Picture 23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83" y="3216"/>
                          <a:ext cx="401"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 name="Group 18"/>
          <p:cNvGrpSpPr/>
          <p:nvPr/>
        </p:nvGrpSpPr>
        <p:grpSpPr bwMode="auto">
          <a:xfrm>
            <a:off x="914400" y="5665788"/>
            <a:ext cx="6988175" cy="887412"/>
            <a:chOff x="576" y="3569"/>
            <a:chExt cx="4402" cy="559"/>
          </a:xfrm>
        </p:grpSpPr>
        <p:graphicFrame>
          <p:nvGraphicFramePr>
            <p:cNvPr id="122888" name="Object 19"/>
            <p:cNvGraphicFramePr>
              <a:graphicFrameLocks noChangeAspect="1"/>
            </p:cNvGraphicFramePr>
            <p:nvPr/>
          </p:nvGraphicFramePr>
          <p:xfrm>
            <a:off x="576" y="3569"/>
            <a:ext cx="2618" cy="559"/>
          </p:xfrm>
          <a:graphic>
            <a:graphicData uri="http://schemas.openxmlformats.org/presentationml/2006/ole">
              <mc:AlternateContent xmlns:mc="http://schemas.openxmlformats.org/markup-compatibility/2006">
                <mc:Choice xmlns:v="urn:schemas-microsoft-com:vml" Requires="v">
                  <p:oleObj spid="_x0000_s148833" name="" r:id="rId14" imgW="2094865" imgH="444500" progId="Equation.3">
                    <p:embed/>
                  </p:oleObj>
                </mc:Choice>
                <mc:Fallback>
                  <p:oleObj name="" r:id="rId14" imgW="2094865" imgH="444500" progId="Equation.3">
                    <p:embed/>
                    <p:pic>
                      <p:nvPicPr>
                        <p:cNvPr id="0" name="Picture 2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6" y="3569"/>
                          <a:ext cx="2618" cy="5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889" name="Object 20"/>
            <p:cNvGraphicFramePr>
              <a:graphicFrameLocks noChangeAspect="1"/>
            </p:cNvGraphicFramePr>
            <p:nvPr/>
          </p:nvGraphicFramePr>
          <p:xfrm>
            <a:off x="3264" y="3696"/>
            <a:ext cx="1714" cy="288"/>
          </p:xfrm>
          <a:graphic>
            <a:graphicData uri="http://schemas.openxmlformats.org/presentationml/2006/ole">
              <mc:AlternateContent xmlns:mc="http://schemas.openxmlformats.org/markup-compatibility/2006">
                <mc:Choice xmlns:v="urn:schemas-microsoft-com:vml" Requires="v">
                  <p:oleObj spid="_x0000_s148834" name="" r:id="rId16" imgW="1358900" imgH="228600" progId="Equation.3">
                    <p:embed/>
                  </p:oleObj>
                </mc:Choice>
                <mc:Fallback>
                  <p:oleObj name="" r:id="rId16" imgW="1358900" imgH="228600" progId="Equation.3">
                    <p:embed/>
                    <p:pic>
                      <p:nvPicPr>
                        <p:cNvPr id="0" name="Picture 23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64" y="3696"/>
                          <a:ext cx="1714"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27017"/>
                                        </p:tgtEl>
                                        <p:attrNameLst>
                                          <p:attrName>style.visibility</p:attrName>
                                        </p:attrNameLst>
                                      </p:cBhvr>
                                      <p:to>
                                        <p:strVal val="visible"/>
                                      </p:to>
                                    </p:set>
                                    <p:animEffect transition="in" filter="wipe(up)">
                                      <p:cBhvr>
                                        <p:cTn id="12" dur="500"/>
                                        <p:tgtEl>
                                          <p:spTgt spid="4270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429059" name="Text Box 3"/>
          <p:cNvSpPr txBox="1">
            <a:spLocks noChangeArrowheads="1"/>
          </p:cNvSpPr>
          <p:nvPr/>
        </p:nvSpPr>
        <p:spPr bwMode="auto">
          <a:xfrm>
            <a:off x="669925" y="2178050"/>
            <a:ext cx="41132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重估公式可写成如下形式</a:t>
            </a:r>
            <a:endParaRPr kumimoji="1" lang="zh-CN" altLang="en-US" sz="2800" b="1">
              <a:solidFill>
                <a:srgbClr val="1F2039"/>
              </a:solidFill>
              <a:latin typeface="Times New Roman" panose="02020603050405020304" pitchFamily="18" charset="0"/>
            </a:endParaRPr>
          </a:p>
        </p:txBody>
      </p:sp>
      <p:graphicFrame>
        <p:nvGraphicFramePr>
          <p:cNvPr id="429060" name="Object 4"/>
          <p:cNvGraphicFramePr>
            <a:graphicFrameLocks noChangeAspect="1"/>
          </p:cNvGraphicFramePr>
          <p:nvPr/>
        </p:nvGraphicFramePr>
        <p:xfrm>
          <a:off x="3962400" y="2971800"/>
          <a:ext cx="1216025" cy="455613"/>
        </p:xfrm>
        <a:graphic>
          <a:graphicData uri="http://schemas.openxmlformats.org/presentationml/2006/ole">
            <mc:AlternateContent xmlns:mc="http://schemas.openxmlformats.org/markup-compatibility/2006">
              <mc:Choice xmlns:v="urn:schemas-microsoft-com:vml" Requires="v">
                <p:oleObj spid="_x0000_s149622" name="" r:id="rId1" imgW="609600" imgH="228600" progId="Equation.3">
                  <p:embed/>
                </p:oleObj>
              </mc:Choice>
              <mc:Fallback>
                <p:oleObj name="" r:id="rId1" imgW="609600" imgH="228600" progId="Equation.3">
                  <p:embed/>
                  <p:pic>
                    <p:nvPicPr>
                      <p:cNvPr id="0" name="Picture 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2971800"/>
                        <a:ext cx="1216025"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9061" name="Object 5"/>
          <p:cNvGraphicFramePr>
            <a:graphicFrameLocks noChangeAspect="1"/>
          </p:cNvGraphicFramePr>
          <p:nvPr/>
        </p:nvGraphicFramePr>
        <p:xfrm>
          <a:off x="3352800" y="3505200"/>
          <a:ext cx="3325813" cy="865188"/>
        </p:xfrm>
        <a:graphic>
          <a:graphicData uri="http://schemas.openxmlformats.org/presentationml/2006/ole">
            <mc:AlternateContent xmlns:mc="http://schemas.openxmlformats.org/markup-compatibility/2006">
              <mc:Choice xmlns:v="urn:schemas-microsoft-com:vml" Requires="v">
                <p:oleObj spid="_x0000_s149623" name="" r:id="rId3" imgW="1651000" imgH="431800" progId="Equation.3">
                  <p:embed/>
                </p:oleObj>
              </mc:Choice>
              <mc:Fallback>
                <p:oleObj name="" r:id="rId3" imgW="1651000" imgH="43180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3505200"/>
                        <a:ext cx="3325813" cy="86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9062" name="Text Box 6"/>
          <p:cNvSpPr txBox="1">
            <a:spLocks noChangeArrowheads="1"/>
          </p:cNvSpPr>
          <p:nvPr/>
        </p:nvSpPr>
        <p:spPr bwMode="auto">
          <a:xfrm>
            <a:off x="822325" y="4616450"/>
            <a:ext cx="3756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若观察概率采用离散值</a:t>
            </a:r>
            <a:endParaRPr kumimoji="1" lang="zh-CN" altLang="en-US" sz="2800" b="1">
              <a:solidFill>
                <a:srgbClr val="1F2039"/>
              </a:solidFill>
              <a:latin typeface="Times New Roman" panose="02020603050405020304" pitchFamily="18" charset="0"/>
            </a:endParaRPr>
          </a:p>
        </p:txBody>
      </p:sp>
      <p:graphicFrame>
        <p:nvGraphicFramePr>
          <p:cNvPr id="429063" name="Object 7"/>
          <p:cNvGraphicFramePr>
            <a:graphicFrameLocks noChangeAspect="1"/>
          </p:cNvGraphicFramePr>
          <p:nvPr/>
        </p:nvGraphicFramePr>
        <p:xfrm>
          <a:off x="3073400" y="5334000"/>
          <a:ext cx="3162300" cy="1096963"/>
        </p:xfrm>
        <a:graphic>
          <a:graphicData uri="http://schemas.openxmlformats.org/presentationml/2006/ole">
            <mc:AlternateContent xmlns:mc="http://schemas.openxmlformats.org/markup-compatibility/2006">
              <mc:Choice xmlns:v="urn:schemas-microsoft-com:vml" Requires="v">
                <p:oleObj spid="_x0000_s149624" name="Equation" r:id="rId5" imgW="1562100" imgH="546100" progId="Equation.3">
                  <p:embed/>
                </p:oleObj>
              </mc:Choice>
              <mc:Fallback>
                <p:oleObj name="Equation" r:id="rId5" imgW="1562100" imgH="546100" progId="Equation.3">
                  <p:embed/>
                  <p:pic>
                    <p:nvPicPr>
                      <p:cNvPr id="0" name="Picture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3400" y="5334000"/>
                        <a:ext cx="3162300" cy="1096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29059"/>
                                        </p:tgtEl>
                                        <p:attrNameLst>
                                          <p:attrName>style.visibility</p:attrName>
                                        </p:attrNameLst>
                                      </p:cBhvr>
                                      <p:to>
                                        <p:strVal val="visible"/>
                                      </p:to>
                                    </p:set>
                                    <p:animEffect transition="in" filter="wipe(up)">
                                      <p:cBhvr>
                                        <p:cTn id="7" dur="500"/>
                                        <p:tgtEl>
                                          <p:spTgt spid="4290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29060"/>
                                        </p:tgtEl>
                                        <p:attrNameLst>
                                          <p:attrName>style.visibility</p:attrName>
                                        </p:attrNameLst>
                                      </p:cBhvr>
                                      <p:to>
                                        <p:strVal val="visible"/>
                                      </p:to>
                                    </p:set>
                                    <p:animEffect transition="in" filter="wipe(up)">
                                      <p:cBhvr>
                                        <p:cTn id="12" dur="500"/>
                                        <p:tgtEl>
                                          <p:spTgt spid="4290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29061"/>
                                        </p:tgtEl>
                                        <p:attrNameLst>
                                          <p:attrName>style.visibility</p:attrName>
                                        </p:attrNameLst>
                                      </p:cBhvr>
                                      <p:to>
                                        <p:strVal val="visible"/>
                                      </p:to>
                                    </p:set>
                                    <p:animEffect transition="in" filter="wipe(up)">
                                      <p:cBhvr>
                                        <p:cTn id="17" dur="500"/>
                                        <p:tgtEl>
                                          <p:spTgt spid="42906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29062"/>
                                        </p:tgtEl>
                                        <p:attrNameLst>
                                          <p:attrName>style.visibility</p:attrName>
                                        </p:attrNameLst>
                                      </p:cBhvr>
                                      <p:to>
                                        <p:strVal val="visible"/>
                                      </p:to>
                                    </p:set>
                                    <p:animEffect transition="in" filter="wipe(up)">
                                      <p:cBhvr>
                                        <p:cTn id="22" dur="500"/>
                                        <p:tgtEl>
                                          <p:spTgt spid="4290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29063"/>
                                        </p:tgtEl>
                                        <p:attrNameLst>
                                          <p:attrName>style.visibility</p:attrName>
                                        </p:attrNameLst>
                                      </p:cBhvr>
                                      <p:to>
                                        <p:strVal val="visible"/>
                                      </p:to>
                                    </p:set>
                                    <p:animEffect transition="in" filter="wipe(up)">
                                      <p:cBhvr>
                                        <p:cTn id="27" dur="500"/>
                                        <p:tgtEl>
                                          <p:spTgt spid="429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59" grpId="0" autoUpdateAnimBg="0"/>
      <p:bldP spid="429062"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431107" name="Text Box 3"/>
          <p:cNvSpPr txBox="1">
            <a:spLocks noChangeArrowheads="1"/>
          </p:cNvSpPr>
          <p:nvPr/>
        </p:nvSpPr>
        <p:spPr bwMode="auto">
          <a:xfrm>
            <a:off x="811213" y="1971675"/>
            <a:ext cx="76469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若观察概率为多维连续高斯概率密度函数形式，即 </a:t>
            </a:r>
            <a:endParaRPr kumimoji="1" lang="en-US" altLang="zh-CN" sz="2800" b="1">
              <a:solidFill>
                <a:srgbClr val="1F2039"/>
              </a:solidFill>
              <a:latin typeface="Times New Roman" panose="02020603050405020304" pitchFamily="18" charset="0"/>
            </a:endParaRPr>
          </a:p>
        </p:txBody>
      </p:sp>
      <p:grpSp>
        <p:nvGrpSpPr>
          <p:cNvPr id="2" name="Group 4"/>
          <p:cNvGrpSpPr/>
          <p:nvPr/>
        </p:nvGrpSpPr>
        <p:grpSpPr bwMode="auto">
          <a:xfrm>
            <a:off x="533400" y="2895600"/>
            <a:ext cx="8243888" cy="1219200"/>
            <a:chOff x="336" y="1824"/>
            <a:chExt cx="5193" cy="768"/>
          </a:xfrm>
        </p:grpSpPr>
        <p:sp>
          <p:nvSpPr>
            <p:cNvPr id="126985" name="Rectangle 5"/>
            <p:cNvSpPr>
              <a:spLocks noChangeArrowheads="1"/>
            </p:cNvSpPr>
            <p:nvPr/>
          </p:nvSpPr>
          <p:spPr bwMode="auto">
            <a:xfrm>
              <a:off x="384" y="1824"/>
              <a:ext cx="81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126986" name="Object 6"/>
            <p:cNvGraphicFramePr>
              <a:graphicFrameLocks noChangeAspect="1"/>
            </p:cNvGraphicFramePr>
            <p:nvPr/>
          </p:nvGraphicFramePr>
          <p:xfrm>
            <a:off x="480" y="1824"/>
            <a:ext cx="5049" cy="653"/>
          </p:xfrm>
          <a:graphic>
            <a:graphicData uri="http://schemas.openxmlformats.org/presentationml/2006/ole">
              <mc:AlternateContent xmlns:mc="http://schemas.openxmlformats.org/markup-compatibility/2006">
                <mc:Choice xmlns:v="urn:schemas-microsoft-com:vml" Requires="v">
                  <p:oleObj spid="_x0000_s150684" name="" r:id="rId1" imgW="4051300" imgH="520700" progId="">
                    <p:embed/>
                  </p:oleObj>
                </mc:Choice>
                <mc:Fallback>
                  <p:oleObj name="" r:id="rId1" imgW="4051300" imgH="520700" progId="">
                    <p:embed/>
                    <p:pic>
                      <p:nvPicPr>
                        <p:cNvPr id="0"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 y="1824"/>
                          <a:ext cx="5049" cy="6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6987" name="Rectangle 7"/>
            <p:cNvSpPr>
              <a:spLocks noChangeArrowheads="1"/>
            </p:cNvSpPr>
            <p:nvPr/>
          </p:nvSpPr>
          <p:spPr bwMode="auto">
            <a:xfrm>
              <a:off x="336" y="1824"/>
              <a:ext cx="864" cy="7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126988" name="Object 8"/>
            <p:cNvGraphicFramePr>
              <a:graphicFrameLocks noChangeAspect="1"/>
            </p:cNvGraphicFramePr>
            <p:nvPr/>
          </p:nvGraphicFramePr>
          <p:xfrm>
            <a:off x="720" y="1968"/>
            <a:ext cx="431" cy="287"/>
          </p:xfrm>
          <a:graphic>
            <a:graphicData uri="http://schemas.openxmlformats.org/presentationml/2006/ole">
              <mc:AlternateContent xmlns:mc="http://schemas.openxmlformats.org/markup-compatibility/2006">
                <mc:Choice xmlns:v="urn:schemas-microsoft-com:vml" Requires="v">
                  <p:oleObj spid="_x0000_s150685" name="Equation" r:id="rId3" imgW="342900" imgH="228600" progId="Equation.3">
                    <p:embed/>
                  </p:oleObj>
                </mc:Choice>
                <mc:Fallback>
                  <p:oleObj name="Equation" r:id="rId3" imgW="342900" imgH="228600" progId="Equation.3">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 y="1968"/>
                          <a:ext cx="431" cy="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9"/>
          <p:cNvGrpSpPr/>
          <p:nvPr/>
        </p:nvGrpSpPr>
        <p:grpSpPr bwMode="auto">
          <a:xfrm>
            <a:off x="838200" y="3886200"/>
            <a:ext cx="2590800" cy="2133600"/>
            <a:chOff x="528" y="2448"/>
            <a:chExt cx="1632" cy="1344"/>
          </a:xfrm>
        </p:grpSpPr>
        <p:graphicFrame>
          <p:nvGraphicFramePr>
            <p:cNvPr id="126983" name="Object 10"/>
            <p:cNvGraphicFramePr>
              <a:graphicFrameLocks noChangeAspect="1"/>
            </p:cNvGraphicFramePr>
            <p:nvPr/>
          </p:nvGraphicFramePr>
          <p:xfrm>
            <a:off x="1008" y="2736"/>
            <a:ext cx="1152" cy="1056"/>
          </p:xfrm>
          <a:graphic>
            <a:graphicData uri="http://schemas.openxmlformats.org/presentationml/2006/ole">
              <mc:AlternateContent xmlns:mc="http://schemas.openxmlformats.org/markup-compatibility/2006">
                <mc:Choice xmlns:v="urn:schemas-microsoft-com:vml" Requires="v">
                  <p:oleObj spid="_x0000_s150686" name="Equation" r:id="rId5" imgW="914400" imgH="838200" progId="Equation.3">
                    <p:embed/>
                  </p:oleObj>
                </mc:Choice>
                <mc:Fallback>
                  <p:oleObj name="Equation" r:id="rId5" imgW="914400" imgH="838200" progId="Equation.3">
                    <p:embed/>
                    <p:pic>
                      <p:nvPicPr>
                        <p:cNvPr id="0" name="Picture 1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8" y="2736"/>
                          <a:ext cx="1152" cy="1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6984" name="Text Box 11"/>
            <p:cNvSpPr txBox="1">
              <a:spLocks noChangeArrowheads="1"/>
            </p:cNvSpPr>
            <p:nvPr/>
          </p:nvSpPr>
          <p:spPr bwMode="auto">
            <a:xfrm>
              <a:off x="528" y="2448"/>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则</a:t>
              </a:r>
              <a:endParaRPr kumimoji="1" lang="zh-CN" altLang="en-US" sz="2800" b="1">
                <a:solidFill>
                  <a:srgbClr val="1F2039"/>
                </a:solidFill>
                <a:latin typeface="Times New Roman" panose="02020603050405020304" pitchFamily="18" charset="0"/>
              </a:endParaRPr>
            </a:p>
          </p:txBody>
        </p:sp>
      </p:grpSp>
      <p:graphicFrame>
        <p:nvGraphicFramePr>
          <p:cNvPr id="431116" name="Object 12"/>
          <p:cNvGraphicFramePr>
            <a:graphicFrameLocks noChangeAspect="1"/>
          </p:cNvGraphicFramePr>
          <p:nvPr/>
        </p:nvGraphicFramePr>
        <p:xfrm>
          <a:off x="4686300" y="4343400"/>
          <a:ext cx="3640138" cy="1676400"/>
        </p:xfrm>
        <a:graphic>
          <a:graphicData uri="http://schemas.openxmlformats.org/presentationml/2006/ole">
            <mc:AlternateContent xmlns:mc="http://schemas.openxmlformats.org/markup-compatibility/2006">
              <mc:Choice xmlns:v="urn:schemas-microsoft-com:vml" Requires="v">
                <p:oleObj spid="_x0000_s150687" name="Equation" r:id="rId7" imgW="1816100" imgH="838200" progId="Equation.3">
                  <p:embed/>
                </p:oleObj>
              </mc:Choice>
              <mc:Fallback>
                <p:oleObj name="Equation" r:id="rId7" imgW="1816100" imgH="838200" progId="Equation.3">
                  <p:embed/>
                  <p:pic>
                    <p:nvPicPr>
                      <p:cNvPr id="0" name="Picture 1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6300" y="4343400"/>
                        <a:ext cx="3640138"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1107"/>
                                        </p:tgtEl>
                                        <p:attrNameLst>
                                          <p:attrName>style.visibility</p:attrName>
                                        </p:attrNameLst>
                                      </p:cBhvr>
                                      <p:to>
                                        <p:strVal val="visible"/>
                                      </p:to>
                                    </p:set>
                                    <p:animEffect transition="in" filter="wipe(up)">
                                      <p:cBhvr>
                                        <p:cTn id="7" dur="500"/>
                                        <p:tgtEl>
                                          <p:spTgt spid="4311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31116"/>
                                        </p:tgtEl>
                                        <p:attrNameLst>
                                          <p:attrName>style.visibility</p:attrName>
                                        </p:attrNameLst>
                                      </p:cBhvr>
                                      <p:to>
                                        <p:strVal val="visible"/>
                                      </p:to>
                                    </p:set>
                                    <p:animEffect transition="in" filter="wipe(up)">
                                      <p:cBhvr>
                                        <p:cTn id="22" dur="500"/>
                                        <p:tgtEl>
                                          <p:spTgt spid="431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433155" name="Text Box 3"/>
          <p:cNvSpPr txBox="1">
            <a:spLocks noChangeArrowheads="1"/>
          </p:cNvSpPr>
          <p:nvPr/>
        </p:nvSpPr>
        <p:spPr bwMode="auto">
          <a:xfrm>
            <a:off x="811213" y="1971675"/>
            <a:ext cx="7646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若观察概率为</a:t>
            </a:r>
            <a:r>
              <a:rPr kumimoji="1" lang="zh-CN" altLang="en-US" sz="2800" b="1">
                <a:solidFill>
                  <a:srgbClr val="1F2039"/>
                </a:solidFill>
                <a:latin typeface="宋体" panose="02010600030101010101" pitchFamily="2" charset="-122"/>
              </a:rPr>
              <a:t>混合高斯分布</a:t>
            </a:r>
            <a:r>
              <a:rPr kumimoji="1" lang="zh-CN" altLang="en-US" sz="2800" b="1">
                <a:solidFill>
                  <a:srgbClr val="1F2039"/>
                </a:solidFill>
                <a:latin typeface="Times New Roman" panose="02020603050405020304" pitchFamily="18" charset="0"/>
              </a:rPr>
              <a:t>形式，即 </a:t>
            </a:r>
            <a:endParaRPr kumimoji="1" lang="en-US" altLang="zh-CN" sz="2800" b="1">
              <a:solidFill>
                <a:srgbClr val="1F2039"/>
              </a:solidFill>
              <a:latin typeface="Times New Roman" panose="02020603050405020304" pitchFamily="18" charset="0"/>
            </a:endParaRPr>
          </a:p>
        </p:txBody>
      </p:sp>
      <p:graphicFrame>
        <p:nvGraphicFramePr>
          <p:cNvPr id="433156" name="Object 4"/>
          <p:cNvGraphicFramePr>
            <a:graphicFrameLocks noChangeAspect="1"/>
          </p:cNvGraphicFramePr>
          <p:nvPr/>
        </p:nvGraphicFramePr>
        <p:xfrm>
          <a:off x="2438400" y="2819400"/>
          <a:ext cx="3675063" cy="865188"/>
        </p:xfrm>
        <a:graphic>
          <a:graphicData uri="http://schemas.openxmlformats.org/presentationml/2006/ole">
            <mc:AlternateContent xmlns:mc="http://schemas.openxmlformats.org/markup-compatibility/2006">
              <mc:Choice xmlns:v="urn:schemas-microsoft-com:vml" Requires="v">
                <p:oleObj spid="_x0000_s151670" name="" r:id="rId1" imgW="1816100" imgH="431800" progId="Equation.3">
                  <p:embed/>
                </p:oleObj>
              </mc:Choice>
              <mc:Fallback>
                <p:oleObj name="" r:id="rId1" imgW="1816100" imgH="431800" progId="Equation.3">
                  <p:embed/>
                  <p:pic>
                    <p:nvPicPr>
                      <p:cNvPr id="0" name="Picture 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819400"/>
                        <a:ext cx="3675063" cy="86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3157" name="Text Box 5"/>
          <p:cNvSpPr txBox="1">
            <a:spLocks noChangeArrowheads="1"/>
          </p:cNvSpPr>
          <p:nvPr/>
        </p:nvSpPr>
        <p:spPr bwMode="auto">
          <a:xfrm>
            <a:off x="974725" y="3625850"/>
            <a:ext cx="2684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则重估公式写为</a:t>
            </a:r>
            <a:endParaRPr kumimoji="1" lang="zh-CN" altLang="en-US" sz="2800" b="1">
              <a:solidFill>
                <a:srgbClr val="1F2039"/>
              </a:solidFill>
              <a:latin typeface="Times New Roman" panose="02020603050405020304" pitchFamily="18" charset="0"/>
            </a:endParaRPr>
          </a:p>
        </p:txBody>
      </p:sp>
      <p:graphicFrame>
        <p:nvGraphicFramePr>
          <p:cNvPr id="433158" name="Object 6"/>
          <p:cNvGraphicFramePr>
            <a:graphicFrameLocks noChangeAspect="1"/>
          </p:cNvGraphicFramePr>
          <p:nvPr/>
        </p:nvGraphicFramePr>
        <p:xfrm>
          <a:off x="1219200" y="4419600"/>
          <a:ext cx="2036763" cy="1674813"/>
        </p:xfrm>
        <a:graphic>
          <a:graphicData uri="http://schemas.openxmlformats.org/presentationml/2006/ole">
            <mc:AlternateContent xmlns:mc="http://schemas.openxmlformats.org/markup-compatibility/2006">
              <mc:Choice xmlns:v="urn:schemas-microsoft-com:vml" Requires="v">
                <p:oleObj spid="_x0000_s151671" name="" r:id="rId3" imgW="1016000" imgH="838200" progId="Equation.3">
                  <p:embed/>
                </p:oleObj>
              </mc:Choice>
              <mc:Fallback>
                <p:oleObj name="" r:id="rId3" imgW="1016000" imgH="83820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419600"/>
                        <a:ext cx="2036763" cy="167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3159" name="Object 7"/>
          <p:cNvGraphicFramePr>
            <a:graphicFrameLocks noChangeAspect="1"/>
          </p:cNvGraphicFramePr>
          <p:nvPr/>
        </p:nvGraphicFramePr>
        <p:xfrm>
          <a:off x="4495800" y="4495800"/>
          <a:ext cx="2289175" cy="1677988"/>
        </p:xfrm>
        <a:graphic>
          <a:graphicData uri="http://schemas.openxmlformats.org/presentationml/2006/ole">
            <mc:AlternateContent xmlns:mc="http://schemas.openxmlformats.org/markup-compatibility/2006">
              <mc:Choice xmlns:v="urn:schemas-microsoft-com:vml" Requires="v">
                <p:oleObj spid="_x0000_s151672" name="" r:id="rId5" imgW="1143000" imgH="838200" progId="Equation.3">
                  <p:embed/>
                </p:oleObj>
              </mc:Choice>
              <mc:Fallback>
                <p:oleObj name="" r:id="rId5" imgW="1143000" imgH="838200" progId="Equation.3">
                  <p:embed/>
                  <p:pic>
                    <p:nvPicPr>
                      <p:cNvPr id="0" name="Picture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4495800"/>
                        <a:ext cx="2289175" cy="1677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33155"/>
                                        </p:tgtEl>
                                        <p:attrNameLst>
                                          <p:attrName>style.visibility</p:attrName>
                                        </p:attrNameLst>
                                      </p:cBhvr>
                                      <p:to>
                                        <p:strVal val="visible"/>
                                      </p:to>
                                    </p:set>
                                    <p:animEffect transition="in" filter="wipe(up)">
                                      <p:cBhvr>
                                        <p:cTn id="7" dur="500"/>
                                        <p:tgtEl>
                                          <p:spTgt spid="433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33156"/>
                                        </p:tgtEl>
                                        <p:attrNameLst>
                                          <p:attrName>style.visibility</p:attrName>
                                        </p:attrNameLst>
                                      </p:cBhvr>
                                      <p:to>
                                        <p:strVal val="visible"/>
                                      </p:to>
                                    </p:set>
                                    <p:animEffect transition="in" filter="wipe(up)">
                                      <p:cBhvr>
                                        <p:cTn id="12" dur="500"/>
                                        <p:tgtEl>
                                          <p:spTgt spid="4331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33157"/>
                                        </p:tgtEl>
                                        <p:attrNameLst>
                                          <p:attrName>style.visibility</p:attrName>
                                        </p:attrNameLst>
                                      </p:cBhvr>
                                      <p:to>
                                        <p:strVal val="visible"/>
                                      </p:to>
                                    </p:set>
                                    <p:animEffect transition="in" filter="wipe(up)">
                                      <p:cBhvr>
                                        <p:cTn id="17" dur="500"/>
                                        <p:tgtEl>
                                          <p:spTgt spid="4331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33158"/>
                                        </p:tgtEl>
                                        <p:attrNameLst>
                                          <p:attrName>style.visibility</p:attrName>
                                        </p:attrNameLst>
                                      </p:cBhvr>
                                      <p:to>
                                        <p:strVal val="visible"/>
                                      </p:to>
                                    </p:set>
                                    <p:animEffect transition="in" filter="wipe(up)">
                                      <p:cBhvr>
                                        <p:cTn id="22" dur="500"/>
                                        <p:tgtEl>
                                          <p:spTgt spid="4331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33159"/>
                                        </p:tgtEl>
                                        <p:attrNameLst>
                                          <p:attrName>style.visibility</p:attrName>
                                        </p:attrNameLst>
                                      </p:cBhvr>
                                      <p:to>
                                        <p:strVal val="visible"/>
                                      </p:to>
                                    </p:set>
                                    <p:animEffect transition="in" filter="wipe(up)">
                                      <p:cBhvr>
                                        <p:cTn id="27" dur="500"/>
                                        <p:tgtEl>
                                          <p:spTgt spid="433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155" grpId="0" autoUpdateAnimBg="0"/>
      <p:bldP spid="433157"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131075" name="Rectangle 3"/>
          <p:cNvSpPr>
            <a:spLocks noChangeArrowheads="1"/>
          </p:cNvSpPr>
          <p:nvPr/>
        </p:nvSpPr>
        <p:spPr bwMode="auto">
          <a:xfrm>
            <a:off x="3490913" y="3009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131076" name="Object 4"/>
          <p:cNvGraphicFramePr>
            <a:graphicFrameLocks noChangeAspect="1"/>
          </p:cNvGraphicFramePr>
          <p:nvPr/>
        </p:nvGraphicFramePr>
        <p:xfrm>
          <a:off x="2209800" y="2209800"/>
          <a:ext cx="4325938" cy="1676400"/>
        </p:xfrm>
        <a:graphic>
          <a:graphicData uri="http://schemas.openxmlformats.org/presentationml/2006/ole">
            <mc:AlternateContent xmlns:mc="http://schemas.openxmlformats.org/markup-compatibility/2006">
              <mc:Choice xmlns:v="urn:schemas-microsoft-com:vml" Requires="v">
                <p:oleObj spid="_x0000_s152656" name="" r:id="rId1" imgW="2159000" imgH="838200" progId="Equation.3">
                  <p:embed/>
                </p:oleObj>
              </mc:Choice>
              <mc:Fallback>
                <p:oleObj name="" r:id="rId1" imgW="2159000" imgH="838200" progId="Equation.3">
                  <p:embed/>
                  <p:pic>
                    <p:nvPicPr>
                      <p:cNvPr id="0" name="Picture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209800"/>
                        <a:ext cx="4325938"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1077" name="Text Box 5"/>
          <p:cNvSpPr txBox="1">
            <a:spLocks noChangeArrowheads="1"/>
          </p:cNvSpPr>
          <p:nvPr/>
        </p:nvSpPr>
        <p:spPr bwMode="auto">
          <a:xfrm>
            <a:off x="669925" y="3930650"/>
            <a:ext cx="898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1F2039"/>
                </a:solidFill>
                <a:latin typeface="Times New Roman" panose="02020603050405020304" pitchFamily="18" charset="0"/>
              </a:rPr>
              <a:t>式中</a:t>
            </a:r>
            <a:endParaRPr kumimoji="1" lang="zh-CN" altLang="en-US" sz="2800" b="1">
              <a:solidFill>
                <a:srgbClr val="1F2039"/>
              </a:solidFill>
              <a:latin typeface="Times New Roman" panose="02020603050405020304" pitchFamily="18" charset="0"/>
            </a:endParaRPr>
          </a:p>
        </p:txBody>
      </p:sp>
      <p:sp>
        <p:nvSpPr>
          <p:cNvPr id="131078" name="Rectangle 6"/>
          <p:cNvSpPr>
            <a:spLocks noChangeArrowheads="1"/>
          </p:cNvSpPr>
          <p:nvPr/>
        </p:nvSpPr>
        <p:spPr bwMode="auto">
          <a:xfrm>
            <a:off x="3462338" y="3105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131079" name="Object 7"/>
          <p:cNvGraphicFramePr>
            <a:graphicFrameLocks noChangeAspect="1"/>
          </p:cNvGraphicFramePr>
          <p:nvPr/>
        </p:nvGraphicFramePr>
        <p:xfrm>
          <a:off x="2362200" y="4572000"/>
          <a:ext cx="4440238" cy="1295400"/>
        </p:xfrm>
        <a:graphic>
          <a:graphicData uri="http://schemas.openxmlformats.org/presentationml/2006/ole">
            <mc:AlternateContent xmlns:mc="http://schemas.openxmlformats.org/markup-compatibility/2006">
              <mc:Choice xmlns:v="urn:schemas-microsoft-com:vml" Requires="v">
                <p:oleObj spid="_x0000_s152657" name="" r:id="rId3" imgW="2222500" imgH="647700" progId="Equation.3">
                  <p:embed/>
                </p:oleObj>
              </mc:Choice>
              <mc:Fallback>
                <p:oleObj name="" r:id="rId3" imgW="2222500" imgH="647700" progId="Equation.3">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572000"/>
                        <a:ext cx="4440238"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147459" name="Rectangle 3"/>
          <p:cNvSpPr>
            <a:spLocks noGrp="1" noChangeArrowheads="1"/>
          </p:cNvSpPr>
          <p:nvPr>
            <p:ph type="body" idx="1"/>
          </p:nvPr>
        </p:nvSpPr>
        <p:spPr/>
        <p:txBody>
          <a:bodyPr/>
          <a:lstStyle/>
          <a:p>
            <a:pPr eaLnBrk="1" hangingPunct="1"/>
            <a:r>
              <a:rPr lang="zh-CN" altLang="en-US" sz="2800" b="1" smtClean="0">
                <a:solidFill>
                  <a:srgbClr val="1F2039"/>
                </a:solidFill>
              </a:rPr>
              <a:t>孤立词识别原理图</a:t>
            </a:r>
            <a:endParaRPr lang="zh-CN" altLang="en-US" sz="2800" b="1" smtClean="0">
              <a:solidFill>
                <a:srgbClr val="1F2039"/>
              </a:solidFill>
            </a:endParaRPr>
          </a:p>
        </p:txBody>
      </p:sp>
      <p:sp>
        <p:nvSpPr>
          <p:cNvPr id="147460" name="Line 4"/>
          <p:cNvSpPr>
            <a:spLocks noChangeShapeType="1"/>
          </p:cNvSpPr>
          <p:nvPr/>
        </p:nvSpPr>
        <p:spPr bwMode="auto">
          <a:xfrm>
            <a:off x="457200" y="4114800"/>
            <a:ext cx="6096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tailEnd type="triangle" w="med" len="med"/>
              </a14:hiddenLine>
            </a:ext>
          </a:extLst>
        </p:spPr>
        <p:txBody>
          <a:bodyPr>
            <a:spAutoFit/>
          </a:bodyPr>
          <a:lstStyle/>
          <a:p>
            <a:endParaRPr lang="zh-CN" altLang="en-US"/>
          </a:p>
        </p:txBody>
      </p:sp>
      <p:grpSp>
        <p:nvGrpSpPr>
          <p:cNvPr id="147461" name="Group 5"/>
          <p:cNvGrpSpPr/>
          <p:nvPr/>
        </p:nvGrpSpPr>
        <p:grpSpPr bwMode="auto">
          <a:xfrm>
            <a:off x="304800" y="2362200"/>
            <a:ext cx="8493125" cy="4079875"/>
            <a:chOff x="192" y="1488"/>
            <a:chExt cx="5350" cy="2570"/>
          </a:xfrm>
        </p:grpSpPr>
        <p:sp>
          <p:nvSpPr>
            <p:cNvPr id="147462" name="Rectangle 6"/>
            <p:cNvSpPr>
              <a:spLocks noChangeArrowheads="1"/>
            </p:cNvSpPr>
            <p:nvPr/>
          </p:nvSpPr>
          <p:spPr bwMode="auto">
            <a:xfrm>
              <a:off x="720" y="2419"/>
              <a:ext cx="912" cy="372"/>
            </a:xfrm>
            <a:prstGeom prst="rect">
              <a:avLst/>
            </a:prstGeom>
            <a:solidFill>
              <a:schemeClr val="accent1"/>
            </a:solidFill>
            <a:ln w="9525">
              <a:solidFill>
                <a:srgbClr val="000000"/>
              </a:solidFill>
              <a:miter lim="800000"/>
            </a:ln>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solidFill>
                    <a:srgbClr val="1F2039"/>
                  </a:solidFill>
                  <a:latin typeface="Times New Roman" panose="02020603050405020304" pitchFamily="18" charset="0"/>
                </a:rPr>
                <a:t>特征提取</a:t>
              </a:r>
              <a:endParaRPr kumimoji="1" lang="zh-CN" altLang="en-US" sz="1600" b="1">
                <a:solidFill>
                  <a:srgbClr val="1F2039"/>
                </a:solidFill>
                <a:latin typeface="Times New Roman" panose="02020603050405020304" pitchFamily="18" charset="0"/>
              </a:endParaRPr>
            </a:p>
            <a:p>
              <a:pPr algn="ctr" eaLnBrk="1" hangingPunct="1">
                <a:spcBef>
                  <a:spcPct val="0"/>
                </a:spcBef>
                <a:buFontTx/>
                <a:buNone/>
              </a:pPr>
              <a:r>
                <a:rPr kumimoji="1" lang="en-US" altLang="zh-CN" sz="1600" b="1">
                  <a:solidFill>
                    <a:srgbClr val="1F2039"/>
                  </a:solidFill>
                  <a:latin typeface="Times New Roman" panose="02020603050405020304" pitchFamily="18" charset="0"/>
                </a:rPr>
                <a:t>LPCC/MFCC</a:t>
              </a:r>
              <a:endParaRPr kumimoji="1" lang="en-US" altLang="zh-CN" sz="1600" b="1">
                <a:solidFill>
                  <a:srgbClr val="1F2039"/>
                </a:solidFill>
                <a:latin typeface="Times New Roman" panose="02020603050405020304" pitchFamily="18" charset="0"/>
              </a:endParaRPr>
            </a:p>
          </p:txBody>
        </p:sp>
        <p:sp>
          <p:nvSpPr>
            <p:cNvPr id="147463" name="Line 7"/>
            <p:cNvSpPr>
              <a:spLocks noChangeShapeType="1"/>
            </p:cNvSpPr>
            <p:nvPr/>
          </p:nvSpPr>
          <p:spPr bwMode="auto">
            <a:xfrm>
              <a:off x="288" y="2592"/>
              <a:ext cx="43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64" name="Line 8"/>
            <p:cNvSpPr>
              <a:spLocks noChangeShapeType="1"/>
            </p:cNvSpPr>
            <p:nvPr/>
          </p:nvSpPr>
          <p:spPr bwMode="auto">
            <a:xfrm>
              <a:off x="1632" y="2592"/>
              <a:ext cx="43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65" name="Oval 9"/>
            <p:cNvSpPr>
              <a:spLocks noChangeArrowheads="1"/>
            </p:cNvSpPr>
            <p:nvPr/>
          </p:nvSpPr>
          <p:spPr bwMode="auto">
            <a:xfrm>
              <a:off x="2495" y="1563"/>
              <a:ext cx="389" cy="309"/>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solidFill>
                    <a:srgbClr val="1F2039"/>
                  </a:solidFill>
                  <a:latin typeface="Times New Roman" panose="02020603050405020304" pitchFamily="18" charset="0"/>
                  <a:cs typeface="Times New Roman" panose="02020603050405020304" pitchFamily="18" charset="0"/>
                </a:rPr>
                <a:t>λ</a:t>
              </a:r>
              <a:r>
                <a:rPr kumimoji="1" lang="en-US" altLang="zh-CN" sz="1600" b="1" baseline="-25000">
                  <a:solidFill>
                    <a:srgbClr val="1F2039"/>
                  </a:solidFill>
                  <a:latin typeface="Times New Roman" panose="02020603050405020304" pitchFamily="18" charset="0"/>
                  <a:cs typeface="Times New Roman" panose="02020603050405020304" pitchFamily="18" charset="0"/>
                </a:rPr>
                <a:t>1</a:t>
              </a:r>
              <a:endParaRPr kumimoji="1" lang="en-US" altLang="zh-CN" sz="1600" b="1" baseline="-25000">
                <a:solidFill>
                  <a:srgbClr val="1F2039"/>
                </a:solidFill>
                <a:latin typeface="Times New Roman" panose="02020603050405020304" pitchFamily="18" charset="0"/>
              </a:endParaRPr>
            </a:p>
          </p:txBody>
        </p:sp>
        <p:sp>
          <p:nvSpPr>
            <p:cNvPr id="147466" name="Rectangle 10"/>
            <p:cNvSpPr>
              <a:spLocks noChangeArrowheads="1"/>
            </p:cNvSpPr>
            <p:nvPr/>
          </p:nvSpPr>
          <p:spPr bwMode="auto">
            <a:xfrm>
              <a:off x="2352" y="2016"/>
              <a:ext cx="720" cy="218"/>
            </a:xfrm>
            <a:prstGeom prst="rect">
              <a:avLst/>
            </a:prstGeom>
            <a:solidFill>
              <a:schemeClr val="accent1"/>
            </a:solidFill>
            <a:ln w="9525">
              <a:solidFill>
                <a:srgbClr val="000000"/>
              </a:solidFill>
              <a:miter lim="800000"/>
            </a:ln>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solidFill>
                    <a:srgbClr val="1F2039"/>
                  </a:solidFill>
                  <a:latin typeface="Times New Roman" panose="02020603050405020304" pitchFamily="18" charset="0"/>
                </a:rPr>
                <a:t>概率计算</a:t>
              </a:r>
              <a:endParaRPr kumimoji="1" lang="zh-CN" altLang="en-US" sz="1600" b="1">
                <a:solidFill>
                  <a:srgbClr val="1F2039"/>
                </a:solidFill>
                <a:latin typeface="Times New Roman" panose="02020603050405020304" pitchFamily="18" charset="0"/>
              </a:endParaRPr>
            </a:p>
          </p:txBody>
        </p:sp>
        <p:sp>
          <p:nvSpPr>
            <p:cNvPr id="147467" name="Line 11"/>
            <p:cNvSpPr>
              <a:spLocks noChangeShapeType="1"/>
            </p:cNvSpPr>
            <p:nvPr/>
          </p:nvSpPr>
          <p:spPr bwMode="auto">
            <a:xfrm>
              <a:off x="2688" y="1872"/>
              <a:ext cx="0" cy="14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68" name="Oval 12"/>
            <p:cNvSpPr>
              <a:spLocks noChangeArrowheads="1"/>
            </p:cNvSpPr>
            <p:nvPr/>
          </p:nvSpPr>
          <p:spPr bwMode="auto">
            <a:xfrm>
              <a:off x="2554" y="2365"/>
              <a:ext cx="367" cy="282"/>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a:solidFill>
                    <a:srgbClr val="1F2039"/>
                  </a:solidFill>
                  <a:latin typeface="Times New Roman" panose="02020603050405020304" pitchFamily="18" charset="0"/>
                  <a:cs typeface="Times New Roman" panose="02020603050405020304" pitchFamily="18" charset="0"/>
                </a:rPr>
                <a:t>λ</a:t>
              </a:r>
              <a:r>
                <a:rPr kumimoji="1" lang="en-US" altLang="zh-CN" sz="1600" b="1" baseline="-25000">
                  <a:solidFill>
                    <a:srgbClr val="1F2039"/>
                  </a:solidFill>
                  <a:latin typeface="Times New Roman" panose="02020603050405020304" pitchFamily="18" charset="0"/>
                  <a:cs typeface="Times New Roman" panose="02020603050405020304" pitchFamily="18" charset="0"/>
                </a:rPr>
                <a:t>2</a:t>
              </a:r>
              <a:endParaRPr kumimoji="1" lang="en-US" altLang="zh-CN" sz="1600" b="1" baseline="-25000">
                <a:solidFill>
                  <a:srgbClr val="1F2039"/>
                </a:solidFill>
                <a:latin typeface="Times New Roman" panose="02020603050405020304" pitchFamily="18" charset="0"/>
              </a:endParaRPr>
            </a:p>
          </p:txBody>
        </p:sp>
        <p:sp>
          <p:nvSpPr>
            <p:cNvPr id="147469" name="Rectangle 13"/>
            <p:cNvSpPr>
              <a:spLocks noChangeArrowheads="1"/>
            </p:cNvSpPr>
            <p:nvPr/>
          </p:nvSpPr>
          <p:spPr bwMode="auto">
            <a:xfrm>
              <a:off x="2400" y="2805"/>
              <a:ext cx="720" cy="218"/>
            </a:xfrm>
            <a:prstGeom prst="rect">
              <a:avLst/>
            </a:prstGeom>
            <a:solidFill>
              <a:schemeClr val="accent1"/>
            </a:solidFill>
            <a:ln w="9525">
              <a:solidFill>
                <a:srgbClr val="000000"/>
              </a:solidFill>
              <a:miter lim="800000"/>
            </a:ln>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solidFill>
                    <a:srgbClr val="1F2039"/>
                  </a:solidFill>
                  <a:latin typeface="Times New Roman" panose="02020603050405020304" pitchFamily="18" charset="0"/>
                </a:rPr>
                <a:t>概率计算</a:t>
              </a:r>
              <a:endParaRPr kumimoji="1" lang="zh-CN" altLang="en-US" sz="1600" b="1">
                <a:solidFill>
                  <a:srgbClr val="1F2039"/>
                </a:solidFill>
                <a:latin typeface="Times New Roman" panose="02020603050405020304" pitchFamily="18" charset="0"/>
              </a:endParaRPr>
            </a:p>
          </p:txBody>
        </p:sp>
        <p:sp>
          <p:nvSpPr>
            <p:cNvPr id="147470" name="Line 14"/>
            <p:cNvSpPr>
              <a:spLocks noChangeShapeType="1"/>
            </p:cNvSpPr>
            <p:nvPr/>
          </p:nvSpPr>
          <p:spPr bwMode="auto">
            <a:xfrm>
              <a:off x="2736" y="2661"/>
              <a:ext cx="0" cy="14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71" name="Oval 15"/>
            <p:cNvSpPr>
              <a:spLocks noChangeArrowheads="1"/>
            </p:cNvSpPr>
            <p:nvPr/>
          </p:nvSpPr>
          <p:spPr bwMode="auto">
            <a:xfrm>
              <a:off x="2585" y="3400"/>
              <a:ext cx="402" cy="282"/>
            </a:xfrm>
            <a:prstGeom prst="ellipse">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600" b="1">
                  <a:solidFill>
                    <a:srgbClr val="1F2039"/>
                  </a:solidFill>
                  <a:latin typeface="Times New Roman" panose="02020603050405020304" pitchFamily="18" charset="0"/>
                  <a:cs typeface="Times New Roman" panose="02020603050405020304" pitchFamily="18" charset="0"/>
                </a:rPr>
                <a:t>λ</a:t>
              </a:r>
              <a:r>
                <a:rPr kumimoji="1" lang="en-US" altLang="zh-CN" sz="1800" b="1" baseline="-25000">
                  <a:solidFill>
                    <a:srgbClr val="1F2039"/>
                  </a:solidFill>
                  <a:latin typeface="Times New Roman" panose="02020603050405020304" pitchFamily="18" charset="0"/>
                  <a:cs typeface="Times New Roman" panose="02020603050405020304" pitchFamily="18" charset="0"/>
                </a:rPr>
                <a:t>V</a:t>
              </a:r>
              <a:endParaRPr kumimoji="1" lang="en-US" altLang="zh-CN" sz="1800" b="1" baseline="-25000">
                <a:solidFill>
                  <a:srgbClr val="1F2039"/>
                </a:solidFill>
                <a:latin typeface="Times New Roman" panose="02020603050405020304" pitchFamily="18" charset="0"/>
              </a:endParaRPr>
            </a:p>
          </p:txBody>
        </p:sp>
        <p:sp>
          <p:nvSpPr>
            <p:cNvPr id="147472" name="Rectangle 16"/>
            <p:cNvSpPr>
              <a:spLocks noChangeArrowheads="1"/>
            </p:cNvSpPr>
            <p:nvPr/>
          </p:nvSpPr>
          <p:spPr bwMode="auto">
            <a:xfrm>
              <a:off x="2448" y="3840"/>
              <a:ext cx="720" cy="218"/>
            </a:xfrm>
            <a:prstGeom prst="rect">
              <a:avLst/>
            </a:prstGeom>
            <a:solidFill>
              <a:schemeClr val="accent1"/>
            </a:solidFill>
            <a:ln w="9525">
              <a:solidFill>
                <a:srgbClr val="000000"/>
              </a:solidFill>
              <a:miter lim="800000"/>
            </a:ln>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solidFill>
                    <a:srgbClr val="1F2039"/>
                  </a:solidFill>
                  <a:latin typeface="Times New Roman" panose="02020603050405020304" pitchFamily="18" charset="0"/>
                </a:rPr>
                <a:t>概率计算</a:t>
              </a:r>
              <a:endParaRPr kumimoji="1" lang="zh-CN" altLang="en-US" sz="1600" b="1">
                <a:solidFill>
                  <a:srgbClr val="1F2039"/>
                </a:solidFill>
                <a:latin typeface="Times New Roman" panose="02020603050405020304" pitchFamily="18" charset="0"/>
              </a:endParaRPr>
            </a:p>
          </p:txBody>
        </p:sp>
        <p:sp>
          <p:nvSpPr>
            <p:cNvPr id="147473" name="Line 17"/>
            <p:cNvSpPr>
              <a:spLocks noChangeShapeType="1"/>
            </p:cNvSpPr>
            <p:nvPr/>
          </p:nvSpPr>
          <p:spPr bwMode="auto">
            <a:xfrm>
              <a:off x="2784" y="3696"/>
              <a:ext cx="0" cy="14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74" name="Line 18"/>
            <p:cNvSpPr>
              <a:spLocks noChangeShapeType="1"/>
            </p:cNvSpPr>
            <p:nvPr/>
          </p:nvSpPr>
          <p:spPr bwMode="auto">
            <a:xfrm>
              <a:off x="2064" y="3936"/>
              <a:ext cx="384"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75" name="Line 19"/>
            <p:cNvSpPr>
              <a:spLocks noChangeShapeType="1"/>
            </p:cNvSpPr>
            <p:nvPr/>
          </p:nvSpPr>
          <p:spPr bwMode="auto">
            <a:xfrm>
              <a:off x="2064" y="2928"/>
              <a:ext cx="336"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76" name="Line 20"/>
            <p:cNvSpPr>
              <a:spLocks noChangeShapeType="1"/>
            </p:cNvSpPr>
            <p:nvPr/>
          </p:nvSpPr>
          <p:spPr bwMode="auto">
            <a:xfrm>
              <a:off x="2064" y="2112"/>
              <a:ext cx="28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77" name="Line 21"/>
            <p:cNvSpPr>
              <a:spLocks noChangeShapeType="1"/>
            </p:cNvSpPr>
            <p:nvPr/>
          </p:nvSpPr>
          <p:spPr bwMode="auto">
            <a:xfrm>
              <a:off x="2064" y="2112"/>
              <a:ext cx="0" cy="18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78" name="Line 22"/>
            <p:cNvSpPr>
              <a:spLocks noChangeShapeType="1"/>
            </p:cNvSpPr>
            <p:nvPr/>
          </p:nvSpPr>
          <p:spPr bwMode="auto">
            <a:xfrm>
              <a:off x="3072" y="2112"/>
              <a:ext cx="4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79" name="Line 23"/>
            <p:cNvSpPr>
              <a:spLocks noChangeShapeType="1"/>
            </p:cNvSpPr>
            <p:nvPr/>
          </p:nvSpPr>
          <p:spPr bwMode="auto">
            <a:xfrm>
              <a:off x="3120" y="2928"/>
              <a:ext cx="76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80" name="Line 24"/>
            <p:cNvSpPr>
              <a:spLocks noChangeShapeType="1"/>
            </p:cNvSpPr>
            <p:nvPr/>
          </p:nvSpPr>
          <p:spPr bwMode="auto">
            <a:xfrm>
              <a:off x="3168" y="3936"/>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81" name="Line 25"/>
            <p:cNvSpPr>
              <a:spLocks noChangeShapeType="1"/>
            </p:cNvSpPr>
            <p:nvPr/>
          </p:nvSpPr>
          <p:spPr bwMode="auto">
            <a:xfrm>
              <a:off x="3552" y="2112"/>
              <a:ext cx="0" cy="6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82" name="Line 26"/>
            <p:cNvSpPr>
              <a:spLocks noChangeShapeType="1"/>
            </p:cNvSpPr>
            <p:nvPr/>
          </p:nvSpPr>
          <p:spPr bwMode="auto">
            <a:xfrm>
              <a:off x="3552" y="2784"/>
              <a:ext cx="336"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83" name="Line 27"/>
            <p:cNvSpPr>
              <a:spLocks noChangeShapeType="1"/>
            </p:cNvSpPr>
            <p:nvPr/>
          </p:nvSpPr>
          <p:spPr bwMode="auto">
            <a:xfrm flipV="1">
              <a:off x="3552" y="3072"/>
              <a:ext cx="0" cy="86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84" name="Line 28"/>
            <p:cNvSpPr>
              <a:spLocks noChangeShapeType="1"/>
            </p:cNvSpPr>
            <p:nvPr/>
          </p:nvSpPr>
          <p:spPr bwMode="auto">
            <a:xfrm>
              <a:off x="3552" y="3072"/>
              <a:ext cx="336"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85" name="Rectangle 29"/>
            <p:cNvSpPr>
              <a:spLocks noChangeArrowheads="1"/>
            </p:cNvSpPr>
            <p:nvPr/>
          </p:nvSpPr>
          <p:spPr bwMode="auto">
            <a:xfrm>
              <a:off x="3922" y="2748"/>
              <a:ext cx="638" cy="372"/>
            </a:xfrm>
            <a:prstGeom prst="rect">
              <a:avLst/>
            </a:prstGeom>
            <a:solidFill>
              <a:schemeClr val="accent1"/>
            </a:solidFill>
            <a:ln w="9525">
              <a:solidFill>
                <a:srgbClr val="000000"/>
              </a:solidFill>
              <a:miter lim="800000"/>
            </a:ln>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solidFill>
                    <a:srgbClr val="1F2039"/>
                  </a:solidFill>
                  <a:latin typeface="Times New Roman" panose="02020603050405020304" pitchFamily="18" charset="0"/>
                </a:rPr>
                <a:t>选择</a:t>
              </a:r>
              <a:endParaRPr kumimoji="1" lang="zh-CN" altLang="en-US" sz="1600" b="1">
                <a:solidFill>
                  <a:srgbClr val="1F2039"/>
                </a:solidFill>
                <a:latin typeface="Times New Roman" panose="02020603050405020304" pitchFamily="18" charset="0"/>
              </a:endParaRPr>
            </a:p>
            <a:p>
              <a:pPr algn="ctr" eaLnBrk="1" hangingPunct="1">
                <a:spcBef>
                  <a:spcPct val="0"/>
                </a:spcBef>
                <a:buFontTx/>
                <a:buNone/>
              </a:pPr>
              <a:r>
                <a:rPr kumimoji="1" lang="zh-CN" altLang="en-US" sz="1600" b="1">
                  <a:solidFill>
                    <a:srgbClr val="1F2039"/>
                  </a:solidFill>
                  <a:latin typeface="Times New Roman" panose="02020603050405020304" pitchFamily="18" charset="0"/>
                </a:rPr>
                <a:t>决策</a:t>
              </a:r>
              <a:endParaRPr kumimoji="1" lang="zh-CN" altLang="en-US" sz="1600" b="1">
                <a:solidFill>
                  <a:srgbClr val="1F2039"/>
                </a:solidFill>
                <a:latin typeface="Times New Roman" panose="02020603050405020304" pitchFamily="18" charset="0"/>
              </a:endParaRPr>
            </a:p>
          </p:txBody>
        </p:sp>
        <p:sp>
          <p:nvSpPr>
            <p:cNvPr id="147486" name="Line 30"/>
            <p:cNvSpPr>
              <a:spLocks noChangeShapeType="1"/>
            </p:cNvSpPr>
            <p:nvPr/>
          </p:nvSpPr>
          <p:spPr bwMode="auto">
            <a:xfrm>
              <a:off x="4560" y="2928"/>
              <a:ext cx="9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7487" name="Text Box 31"/>
            <p:cNvSpPr txBox="1">
              <a:spLocks noChangeArrowheads="1"/>
            </p:cNvSpPr>
            <p:nvPr/>
          </p:nvSpPr>
          <p:spPr bwMode="auto">
            <a:xfrm>
              <a:off x="2928" y="1488"/>
              <a:ext cx="56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solidFill>
                    <a:srgbClr val="1F2039"/>
                  </a:solidFill>
                  <a:latin typeface="Times New Roman" panose="02020603050405020304" pitchFamily="18" charset="0"/>
                </a:rPr>
                <a:t>词条1的</a:t>
              </a:r>
              <a:endParaRPr kumimoji="1" lang="zh-CN" altLang="en-US" sz="1600" b="1">
                <a:solidFill>
                  <a:srgbClr val="1F2039"/>
                </a:solidFill>
                <a:latin typeface="Times New Roman" panose="02020603050405020304" pitchFamily="18" charset="0"/>
              </a:endParaRPr>
            </a:p>
            <a:p>
              <a:pPr algn="ctr" eaLnBrk="1" hangingPunct="1">
                <a:spcBef>
                  <a:spcPct val="0"/>
                </a:spcBef>
                <a:buFontTx/>
                <a:buNone/>
              </a:pPr>
              <a:r>
                <a:rPr kumimoji="1" lang="en-US" altLang="zh-CN" sz="1600" b="1">
                  <a:solidFill>
                    <a:srgbClr val="1F2039"/>
                  </a:solidFill>
                  <a:latin typeface="Times New Roman" panose="02020603050405020304" pitchFamily="18" charset="0"/>
                </a:rPr>
                <a:t>HMM</a:t>
              </a:r>
              <a:endParaRPr kumimoji="1" lang="en-US" altLang="zh-CN" sz="1600" b="1">
                <a:solidFill>
                  <a:srgbClr val="1F2039"/>
                </a:solidFill>
                <a:latin typeface="Times New Roman" panose="02020603050405020304" pitchFamily="18" charset="0"/>
              </a:endParaRPr>
            </a:p>
          </p:txBody>
        </p:sp>
        <p:sp>
          <p:nvSpPr>
            <p:cNvPr id="147488" name="Text Box 32"/>
            <p:cNvSpPr txBox="1">
              <a:spLocks noChangeArrowheads="1"/>
            </p:cNvSpPr>
            <p:nvPr/>
          </p:nvSpPr>
          <p:spPr bwMode="auto">
            <a:xfrm>
              <a:off x="2928" y="2256"/>
              <a:ext cx="56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solidFill>
                    <a:srgbClr val="1F2039"/>
                  </a:solidFill>
                  <a:latin typeface="Times New Roman" panose="02020603050405020304" pitchFamily="18" charset="0"/>
                </a:rPr>
                <a:t>词条2的</a:t>
              </a:r>
              <a:endParaRPr kumimoji="1" lang="zh-CN" altLang="en-US" sz="1600" b="1">
                <a:solidFill>
                  <a:srgbClr val="1F2039"/>
                </a:solidFill>
                <a:latin typeface="Times New Roman" panose="02020603050405020304" pitchFamily="18" charset="0"/>
              </a:endParaRPr>
            </a:p>
            <a:p>
              <a:pPr algn="ctr" eaLnBrk="1" hangingPunct="1">
                <a:spcBef>
                  <a:spcPct val="0"/>
                </a:spcBef>
                <a:buFontTx/>
                <a:buNone/>
              </a:pPr>
              <a:r>
                <a:rPr kumimoji="1" lang="en-US" altLang="zh-CN" sz="1600" b="1">
                  <a:solidFill>
                    <a:srgbClr val="1F2039"/>
                  </a:solidFill>
                  <a:latin typeface="Times New Roman" panose="02020603050405020304" pitchFamily="18" charset="0"/>
                </a:rPr>
                <a:t>HMM</a:t>
              </a:r>
              <a:endParaRPr kumimoji="1" lang="en-US" altLang="zh-CN" sz="1600" b="1">
                <a:solidFill>
                  <a:srgbClr val="1F2039"/>
                </a:solidFill>
                <a:latin typeface="Times New Roman" panose="02020603050405020304" pitchFamily="18" charset="0"/>
              </a:endParaRPr>
            </a:p>
          </p:txBody>
        </p:sp>
        <p:sp>
          <p:nvSpPr>
            <p:cNvPr id="147489" name="Text Box 33"/>
            <p:cNvSpPr txBox="1">
              <a:spLocks noChangeArrowheads="1"/>
            </p:cNvSpPr>
            <p:nvPr/>
          </p:nvSpPr>
          <p:spPr bwMode="auto">
            <a:xfrm>
              <a:off x="2914" y="3216"/>
              <a:ext cx="59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solidFill>
                    <a:srgbClr val="1F2039"/>
                  </a:solidFill>
                  <a:latin typeface="Times New Roman" panose="02020603050405020304" pitchFamily="18" charset="0"/>
                </a:rPr>
                <a:t>词条</a:t>
              </a:r>
              <a:r>
                <a:rPr kumimoji="1" lang="en-US" altLang="zh-CN" sz="1600" b="1">
                  <a:solidFill>
                    <a:srgbClr val="1F2039"/>
                  </a:solidFill>
                  <a:latin typeface="Times New Roman" panose="02020603050405020304" pitchFamily="18" charset="0"/>
                </a:rPr>
                <a:t>V</a:t>
              </a:r>
              <a:r>
                <a:rPr kumimoji="1" lang="zh-CN" altLang="en-US" sz="1600" b="1">
                  <a:solidFill>
                    <a:srgbClr val="1F2039"/>
                  </a:solidFill>
                  <a:latin typeface="Times New Roman" panose="02020603050405020304" pitchFamily="18" charset="0"/>
                </a:rPr>
                <a:t>的</a:t>
              </a:r>
              <a:endParaRPr kumimoji="1" lang="zh-CN" altLang="en-US" sz="1600" b="1">
                <a:solidFill>
                  <a:srgbClr val="1F2039"/>
                </a:solidFill>
                <a:latin typeface="Times New Roman" panose="02020603050405020304" pitchFamily="18" charset="0"/>
              </a:endParaRPr>
            </a:p>
            <a:p>
              <a:pPr algn="ctr" eaLnBrk="1" hangingPunct="1">
                <a:spcBef>
                  <a:spcPct val="0"/>
                </a:spcBef>
                <a:buFontTx/>
                <a:buNone/>
              </a:pPr>
              <a:r>
                <a:rPr kumimoji="1" lang="en-US" altLang="zh-CN" sz="1600" b="1">
                  <a:solidFill>
                    <a:srgbClr val="1F2039"/>
                  </a:solidFill>
                  <a:latin typeface="Times New Roman" panose="02020603050405020304" pitchFamily="18" charset="0"/>
                </a:rPr>
                <a:t>HMM</a:t>
              </a:r>
              <a:endParaRPr kumimoji="1" lang="en-US" altLang="zh-CN" sz="1600" b="1">
                <a:solidFill>
                  <a:srgbClr val="1F2039"/>
                </a:solidFill>
                <a:latin typeface="Times New Roman" panose="02020603050405020304" pitchFamily="18" charset="0"/>
              </a:endParaRPr>
            </a:p>
          </p:txBody>
        </p:sp>
        <p:graphicFrame>
          <p:nvGraphicFramePr>
            <p:cNvPr id="147490" name="Object 34"/>
            <p:cNvGraphicFramePr>
              <a:graphicFrameLocks noChangeAspect="1"/>
            </p:cNvGraphicFramePr>
            <p:nvPr/>
          </p:nvGraphicFramePr>
          <p:xfrm>
            <a:off x="3120" y="1920"/>
            <a:ext cx="469" cy="177"/>
          </p:xfrm>
          <a:graphic>
            <a:graphicData uri="http://schemas.openxmlformats.org/presentationml/2006/ole">
              <mc:AlternateContent xmlns:mc="http://schemas.openxmlformats.org/markup-compatibility/2006">
                <mc:Choice xmlns:v="urn:schemas-microsoft-com:vml" Requires="v">
                  <p:oleObj spid="_x0000_s153756" name="Equation" r:id="rId1" imgW="571500" imgH="215900" progId="Equation.3">
                    <p:embed/>
                  </p:oleObj>
                </mc:Choice>
                <mc:Fallback>
                  <p:oleObj name="Equation" r:id="rId1" imgW="571500" imgH="215900" progId="Equation.3">
                    <p:embed/>
                    <p:pic>
                      <p:nvPicPr>
                        <p:cNvPr id="0"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0" y="1920"/>
                          <a:ext cx="469" cy="1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491" name="Object 35"/>
            <p:cNvGraphicFramePr>
              <a:graphicFrameLocks noChangeAspect="1"/>
            </p:cNvGraphicFramePr>
            <p:nvPr/>
          </p:nvGraphicFramePr>
          <p:xfrm>
            <a:off x="3120" y="2736"/>
            <a:ext cx="480" cy="177"/>
          </p:xfrm>
          <a:graphic>
            <a:graphicData uri="http://schemas.openxmlformats.org/presentationml/2006/ole">
              <mc:AlternateContent xmlns:mc="http://schemas.openxmlformats.org/markup-compatibility/2006">
                <mc:Choice xmlns:v="urn:schemas-microsoft-com:vml" Requires="v">
                  <p:oleObj spid="_x0000_s153757" name="Equation" r:id="rId3" imgW="583565" imgH="215900" progId="Equation.3">
                    <p:embed/>
                  </p:oleObj>
                </mc:Choice>
                <mc:Fallback>
                  <p:oleObj name="Equation" r:id="rId3" imgW="583565" imgH="215900" progId="Equation.3">
                    <p:embed/>
                    <p:pic>
                      <p:nvPicPr>
                        <p:cNvPr id="0" name="Picture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0" y="2736"/>
                          <a:ext cx="480" cy="1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492" name="Object 36"/>
            <p:cNvGraphicFramePr>
              <a:graphicFrameLocks noChangeAspect="1"/>
            </p:cNvGraphicFramePr>
            <p:nvPr/>
          </p:nvGraphicFramePr>
          <p:xfrm>
            <a:off x="3148" y="3748"/>
            <a:ext cx="500" cy="188"/>
          </p:xfrm>
          <a:graphic>
            <a:graphicData uri="http://schemas.openxmlformats.org/presentationml/2006/ole">
              <mc:AlternateContent xmlns:mc="http://schemas.openxmlformats.org/markup-compatibility/2006">
                <mc:Choice xmlns:v="urn:schemas-microsoft-com:vml" Requires="v">
                  <p:oleObj spid="_x0000_s153758" name="Equation" r:id="rId5" imgW="609600" imgH="228600" progId="Equation.3">
                    <p:embed/>
                  </p:oleObj>
                </mc:Choice>
                <mc:Fallback>
                  <p:oleObj name="Equation" r:id="rId5" imgW="609600" imgH="228600" progId="Equation.3">
                    <p:embed/>
                    <p:pic>
                      <p:nvPicPr>
                        <p:cNvPr id="0" name="Picture 10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8" y="3748"/>
                          <a:ext cx="500" cy="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493" name="Object 37"/>
            <p:cNvGraphicFramePr>
              <a:graphicFrameLocks noChangeAspect="1"/>
            </p:cNvGraphicFramePr>
            <p:nvPr/>
          </p:nvGraphicFramePr>
          <p:xfrm>
            <a:off x="4416" y="2544"/>
            <a:ext cx="1126" cy="250"/>
          </p:xfrm>
          <a:graphic>
            <a:graphicData uri="http://schemas.openxmlformats.org/presentationml/2006/ole">
              <mc:AlternateContent xmlns:mc="http://schemas.openxmlformats.org/markup-compatibility/2006">
                <mc:Choice xmlns:v="urn:schemas-microsoft-com:vml" Requires="v">
                  <p:oleObj spid="_x0000_s153759" name="Equation" r:id="rId7" imgW="1371600" imgH="304800" progId="Equation.3">
                    <p:embed/>
                  </p:oleObj>
                </mc:Choice>
                <mc:Fallback>
                  <p:oleObj name="Equation" r:id="rId7" imgW="1371600" imgH="304800" progId="Equation.3">
                    <p:embed/>
                    <p:pic>
                      <p:nvPicPr>
                        <p:cNvPr id="0" name="Picture 10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6" y="2544"/>
                          <a:ext cx="1126" cy="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7494" name="Text Box 38"/>
            <p:cNvSpPr txBox="1">
              <a:spLocks noChangeArrowheads="1"/>
            </p:cNvSpPr>
            <p:nvPr/>
          </p:nvSpPr>
          <p:spPr bwMode="auto">
            <a:xfrm>
              <a:off x="192" y="2400"/>
              <a:ext cx="43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600" b="1">
                  <a:solidFill>
                    <a:srgbClr val="1F2039"/>
                  </a:solidFill>
                  <a:latin typeface="Times New Roman" panose="02020603050405020304" pitchFamily="18" charset="0"/>
                </a:rPr>
                <a:t>输入</a:t>
              </a:r>
              <a:endParaRPr kumimoji="1" lang="zh-CN" altLang="en-US" sz="1600" b="1">
                <a:solidFill>
                  <a:srgbClr val="1F2039"/>
                </a:solidFill>
                <a:latin typeface="Times New Roman" panose="02020603050405020304" pitchFamily="18" charset="0"/>
              </a:endParaRPr>
            </a:p>
            <a:p>
              <a:pPr algn="ctr" eaLnBrk="1" hangingPunct="1">
                <a:spcBef>
                  <a:spcPct val="0"/>
                </a:spcBef>
                <a:buFontTx/>
                <a:buNone/>
              </a:pPr>
              <a:r>
                <a:rPr kumimoji="1" lang="zh-CN" altLang="en-US" sz="1600" b="1">
                  <a:solidFill>
                    <a:srgbClr val="1F2039"/>
                  </a:solidFill>
                  <a:latin typeface="Times New Roman" panose="02020603050405020304" pitchFamily="18" charset="0"/>
                </a:rPr>
                <a:t>语音</a:t>
              </a:r>
              <a:r>
                <a:rPr kumimoji="1" lang="en-US" altLang="zh-CN" sz="1600" b="1">
                  <a:solidFill>
                    <a:srgbClr val="1F2039"/>
                  </a:solidFill>
                  <a:latin typeface="Times New Roman" panose="02020603050405020304" pitchFamily="18" charset="0"/>
                </a:rPr>
                <a:t>x</a:t>
              </a:r>
              <a:endParaRPr kumimoji="1" lang="en-US" altLang="zh-CN" sz="1600" b="1">
                <a:solidFill>
                  <a:srgbClr val="1F2039"/>
                </a:solidFill>
                <a:latin typeface="Times New Roman" panose="02020603050405020304" pitchFamily="18" charset="0"/>
              </a:endParaRPr>
            </a:p>
          </p:txBody>
        </p:sp>
        <p:sp>
          <p:nvSpPr>
            <p:cNvPr id="147495" name="Text Box 39"/>
            <p:cNvSpPr txBox="1">
              <a:spLocks noChangeArrowheads="1"/>
            </p:cNvSpPr>
            <p:nvPr/>
          </p:nvSpPr>
          <p:spPr bwMode="auto">
            <a:xfrm>
              <a:off x="1608" y="2417"/>
              <a:ext cx="42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400" b="1">
                  <a:solidFill>
                    <a:srgbClr val="1F2039"/>
                  </a:solidFill>
                </a:rPr>
                <a:t>矢量</a:t>
              </a:r>
              <a:endParaRPr kumimoji="1" lang="zh-CN" altLang="en-US" sz="1400" b="1">
                <a:solidFill>
                  <a:srgbClr val="1F2039"/>
                </a:solidFill>
                <a:latin typeface="Times New Roman" panose="02020603050405020304" pitchFamily="18" charset="0"/>
              </a:endParaRPr>
            </a:p>
            <a:p>
              <a:pPr algn="ctr" eaLnBrk="1" hangingPunct="1">
                <a:spcBef>
                  <a:spcPct val="0"/>
                </a:spcBef>
                <a:buFontTx/>
                <a:buNone/>
              </a:pPr>
              <a:r>
                <a:rPr kumimoji="1" lang="zh-CN" altLang="en-US" sz="1400" b="1">
                  <a:solidFill>
                    <a:srgbClr val="1F2039"/>
                  </a:solidFill>
                  <a:latin typeface="Times New Roman" panose="02020603050405020304" pitchFamily="18" charset="0"/>
                </a:rPr>
                <a:t>序列</a:t>
              </a:r>
              <a:r>
                <a:rPr kumimoji="1" lang="en-US" altLang="zh-CN" sz="1400" b="1">
                  <a:solidFill>
                    <a:srgbClr val="1F2039"/>
                  </a:solidFill>
                  <a:latin typeface="Times New Roman" panose="02020603050405020304" pitchFamily="18" charset="0"/>
                </a:rPr>
                <a:t>O</a:t>
              </a:r>
              <a:endParaRPr kumimoji="1" lang="en-US" altLang="zh-CN" sz="1400" b="1">
                <a:solidFill>
                  <a:srgbClr val="1F2039"/>
                </a:solidFill>
                <a:latin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496643" name="Rectangle 3"/>
          <p:cNvSpPr>
            <a:spLocks noGrp="1" noChangeArrowheads="1"/>
          </p:cNvSpPr>
          <p:nvPr>
            <p:ph type="body" idx="1"/>
          </p:nvPr>
        </p:nvSpPr>
        <p:spPr>
          <a:xfrm>
            <a:off x="685800" y="1676400"/>
            <a:ext cx="7772400" cy="600075"/>
          </a:xfrm>
          <a:noFill/>
        </p:spPr>
        <p:txBody>
          <a:bodyPr/>
          <a:lstStyle/>
          <a:p>
            <a:pPr eaLnBrk="1" hangingPunct="1"/>
            <a:r>
              <a:rPr lang="zh-CN" altLang="en-US" sz="2800" b="1" smtClean="0">
                <a:solidFill>
                  <a:srgbClr val="1F2039"/>
                </a:solidFill>
                <a:latin typeface="Times New Roman" panose="02020603050405020304" pitchFamily="18" charset="0"/>
              </a:rPr>
              <a:t>基于</a:t>
            </a:r>
            <a:r>
              <a:rPr lang="en-US" altLang="zh-CN" sz="2800" b="1" smtClean="0">
                <a:solidFill>
                  <a:srgbClr val="1F2039"/>
                </a:solidFill>
                <a:latin typeface="Times New Roman" panose="02020603050405020304" pitchFamily="18" charset="0"/>
              </a:rPr>
              <a:t>HMM</a:t>
            </a:r>
            <a:r>
              <a:rPr lang="zh-CN" altLang="en-US" sz="2800" b="1" smtClean="0">
                <a:solidFill>
                  <a:srgbClr val="1F2039"/>
                </a:solidFill>
                <a:latin typeface="Times New Roman" panose="02020603050405020304" pitchFamily="18" charset="0"/>
              </a:rPr>
              <a:t>的连接词识别</a:t>
            </a:r>
            <a:r>
              <a:rPr lang="en-US" altLang="zh-CN" sz="2800" b="1" smtClean="0">
                <a:solidFill>
                  <a:srgbClr val="1F2039"/>
                </a:solidFill>
                <a:latin typeface="Times New Roman" panose="02020603050405020304" pitchFamily="18" charset="0"/>
              </a:rPr>
              <a:t> </a:t>
            </a:r>
            <a:endParaRPr lang="zh-CN" altLang="en-US" sz="2800" b="1" smtClean="0">
              <a:solidFill>
                <a:srgbClr val="1F2039"/>
              </a:solidFill>
              <a:latin typeface="Times New Roman" panose="02020603050405020304" pitchFamily="18" charset="0"/>
            </a:endParaRPr>
          </a:p>
        </p:txBody>
      </p:sp>
      <p:sp>
        <p:nvSpPr>
          <p:cNvPr id="496644" name="Text Box 4"/>
          <p:cNvSpPr txBox="1">
            <a:spLocks noChangeArrowheads="1"/>
          </p:cNvSpPr>
          <p:nvPr/>
        </p:nvSpPr>
        <p:spPr bwMode="auto">
          <a:xfrm>
            <a:off x="250825" y="2208213"/>
            <a:ext cx="396081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zh-CN" altLang="en-US" sz="2800" b="1">
                <a:solidFill>
                  <a:srgbClr val="000000"/>
                </a:solidFill>
              </a:rPr>
              <a:t>  举例  ：数字串识别</a:t>
            </a:r>
            <a:endParaRPr kumimoji="1" lang="en-US" altLang="zh-CN" sz="2800" b="1">
              <a:solidFill>
                <a:srgbClr val="000000"/>
              </a:solidFill>
            </a:endParaRPr>
          </a:p>
        </p:txBody>
      </p:sp>
      <p:sp>
        <p:nvSpPr>
          <p:cNvPr id="496645" name="Text Box 5"/>
          <p:cNvSpPr txBox="1">
            <a:spLocks noChangeArrowheads="1"/>
          </p:cNvSpPr>
          <p:nvPr/>
        </p:nvSpPr>
        <p:spPr bwMode="auto">
          <a:xfrm>
            <a:off x="827088" y="2708275"/>
            <a:ext cx="72009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 typeface="Wingdings" panose="05000000000000000000" pitchFamily="2" charset="2"/>
              <a:buChar char="n"/>
            </a:pPr>
            <a:r>
              <a:rPr kumimoji="1" lang="en-US" altLang="zh-CN" sz="2800" b="1">
                <a:solidFill>
                  <a:srgbClr val="000000"/>
                </a:solidFill>
              </a:rPr>
              <a:t>0-9</a:t>
            </a:r>
            <a:r>
              <a:rPr kumimoji="1" lang="zh-CN" altLang="en-US" sz="2800" b="1">
                <a:solidFill>
                  <a:srgbClr val="000000"/>
                </a:solidFill>
              </a:rPr>
              <a:t>共</a:t>
            </a:r>
            <a:r>
              <a:rPr kumimoji="1" lang="en-US" altLang="zh-CN" sz="2800" b="1">
                <a:solidFill>
                  <a:srgbClr val="000000"/>
                </a:solidFill>
              </a:rPr>
              <a:t>10</a:t>
            </a:r>
            <a:r>
              <a:rPr kumimoji="1" lang="zh-CN" altLang="en-US" sz="2800" b="1">
                <a:solidFill>
                  <a:srgbClr val="000000"/>
                </a:solidFill>
              </a:rPr>
              <a:t>个数字，采用</a:t>
            </a:r>
            <a:r>
              <a:rPr kumimoji="1" lang="en-US" altLang="zh-CN" sz="2800" b="1">
                <a:solidFill>
                  <a:srgbClr val="000000"/>
                </a:solidFill>
              </a:rPr>
              <a:t>3</a:t>
            </a:r>
            <a:r>
              <a:rPr kumimoji="1" lang="zh-CN" altLang="en-US" sz="2800" b="1">
                <a:solidFill>
                  <a:srgbClr val="000000"/>
                </a:solidFill>
              </a:rPr>
              <a:t>状态从左至右无跨越</a:t>
            </a:r>
            <a:r>
              <a:rPr kumimoji="1" lang="en-US" altLang="zh-CN" sz="2800" b="1">
                <a:solidFill>
                  <a:srgbClr val="000000"/>
                </a:solidFill>
              </a:rPr>
              <a:t>HMM</a:t>
            </a:r>
            <a:endParaRPr kumimoji="1" lang="en-US" altLang="zh-CN" sz="2800" b="1">
              <a:solidFill>
                <a:srgbClr val="000000"/>
              </a:solidFill>
            </a:endParaRPr>
          </a:p>
          <a:p>
            <a:pPr eaLnBrk="1" hangingPunct="1">
              <a:lnSpc>
                <a:spcPct val="90000"/>
              </a:lnSpc>
              <a:buSzPct val="80000"/>
              <a:buFont typeface="Wingdings" panose="05000000000000000000" pitchFamily="2" charset="2"/>
              <a:buChar char="n"/>
            </a:pPr>
            <a:r>
              <a:rPr kumimoji="1" lang="zh-CN" altLang="en-US" sz="2800" b="1">
                <a:solidFill>
                  <a:srgbClr val="000000"/>
                </a:solidFill>
              </a:rPr>
              <a:t>形成一个新的</a:t>
            </a:r>
            <a:r>
              <a:rPr kumimoji="1" lang="en-US" altLang="zh-CN" sz="2800" b="1">
                <a:solidFill>
                  <a:srgbClr val="000000"/>
                </a:solidFill>
              </a:rPr>
              <a:t>HMM(</a:t>
            </a:r>
            <a:r>
              <a:rPr kumimoji="1" lang="zh-CN" altLang="en-US" sz="2800" b="1">
                <a:solidFill>
                  <a:srgbClr val="000000"/>
                </a:solidFill>
              </a:rPr>
              <a:t>识别网络</a:t>
            </a:r>
            <a:r>
              <a:rPr kumimoji="1" lang="en-US" altLang="zh-CN" sz="2800" b="1">
                <a:solidFill>
                  <a:srgbClr val="000000"/>
                </a:solidFill>
              </a:rPr>
              <a:t>)</a:t>
            </a:r>
            <a:endParaRPr kumimoji="1" lang="en-US" altLang="zh-CN" sz="2800" b="1">
              <a:solidFill>
                <a:srgbClr val="000000"/>
              </a:solidFill>
            </a:endParaRPr>
          </a:p>
          <a:p>
            <a:pPr eaLnBrk="1" hangingPunct="1">
              <a:lnSpc>
                <a:spcPct val="90000"/>
              </a:lnSpc>
              <a:buSzPct val="80000"/>
              <a:buFont typeface="Wingdings" panose="05000000000000000000" pitchFamily="2" charset="2"/>
              <a:buChar char="n"/>
            </a:pPr>
            <a:r>
              <a:rPr kumimoji="1" lang="en-US" altLang="zh-CN" sz="2800" b="1">
                <a:solidFill>
                  <a:srgbClr val="000000"/>
                </a:solidFill>
              </a:rPr>
              <a:t>Viterbi</a:t>
            </a:r>
            <a:r>
              <a:rPr kumimoji="1" lang="zh-CN" altLang="en-US" sz="2800" b="1">
                <a:solidFill>
                  <a:srgbClr val="000000"/>
                </a:solidFill>
              </a:rPr>
              <a:t>解码</a:t>
            </a:r>
            <a:endParaRPr kumimoji="1" lang="en-US" altLang="zh-CN" sz="2800" b="1">
              <a:solidFill>
                <a:srgbClr val="000000"/>
              </a:solidFill>
            </a:endParaRPr>
          </a:p>
        </p:txBody>
      </p:sp>
      <p:grpSp>
        <p:nvGrpSpPr>
          <p:cNvPr id="2" name="Group 6"/>
          <p:cNvGrpSpPr>
            <a:grpSpLocks noChangeAspect="1"/>
          </p:cNvGrpSpPr>
          <p:nvPr/>
        </p:nvGrpSpPr>
        <p:grpSpPr bwMode="auto">
          <a:xfrm>
            <a:off x="4427538" y="4149725"/>
            <a:ext cx="4352925" cy="2430463"/>
            <a:chOff x="1903" y="2730"/>
            <a:chExt cx="1098" cy="765"/>
          </a:xfrm>
        </p:grpSpPr>
        <p:grpSp>
          <p:nvGrpSpPr>
            <p:cNvPr id="169991" name="Group 7"/>
            <p:cNvGrpSpPr>
              <a:grpSpLocks noChangeAspect="1"/>
            </p:cNvGrpSpPr>
            <p:nvPr/>
          </p:nvGrpSpPr>
          <p:grpSpPr bwMode="auto">
            <a:xfrm>
              <a:off x="2211" y="2859"/>
              <a:ext cx="478" cy="140"/>
              <a:chOff x="2217" y="2859"/>
              <a:chExt cx="478" cy="140"/>
            </a:xfrm>
          </p:grpSpPr>
          <p:sp>
            <p:nvSpPr>
              <p:cNvPr id="170028" name="Oval 8"/>
              <p:cNvSpPr>
                <a:spLocks noChangeAspect="1" noChangeArrowheads="1"/>
              </p:cNvSpPr>
              <p:nvPr/>
            </p:nvSpPr>
            <p:spPr bwMode="auto">
              <a:xfrm>
                <a:off x="2245" y="2931"/>
                <a:ext cx="68" cy="68"/>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0029" name="Freeform 9"/>
              <p:cNvSpPr>
                <a:spLocks noChangeAspect="1"/>
              </p:cNvSpPr>
              <p:nvPr/>
            </p:nvSpPr>
            <p:spPr bwMode="auto">
              <a:xfrm>
                <a:off x="2274" y="2867"/>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30" name="Freeform 10"/>
              <p:cNvSpPr>
                <a:spLocks noChangeAspect="1"/>
              </p:cNvSpPr>
              <p:nvPr/>
            </p:nvSpPr>
            <p:spPr bwMode="auto">
              <a:xfrm flipH="1">
                <a:off x="2217" y="2868"/>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head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31" name="Line 11"/>
              <p:cNvSpPr>
                <a:spLocks noChangeAspect="1" noChangeShapeType="1"/>
              </p:cNvSpPr>
              <p:nvPr/>
            </p:nvSpPr>
            <p:spPr bwMode="auto">
              <a:xfrm>
                <a:off x="2315" y="2964"/>
                <a:ext cx="111" cy="0"/>
              </a:xfrm>
              <a:prstGeom prst="line">
                <a:avLst/>
              </a:prstGeom>
              <a:noFill/>
              <a:ln w="222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70032" name="Oval 12"/>
              <p:cNvSpPr>
                <a:spLocks noChangeAspect="1" noChangeArrowheads="1"/>
              </p:cNvSpPr>
              <p:nvPr/>
            </p:nvSpPr>
            <p:spPr bwMode="auto">
              <a:xfrm>
                <a:off x="2608" y="2923"/>
                <a:ext cx="68" cy="68"/>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0033" name="Freeform 13"/>
              <p:cNvSpPr>
                <a:spLocks noChangeAspect="1"/>
              </p:cNvSpPr>
              <p:nvPr/>
            </p:nvSpPr>
            <p:spPr bwMode="auto">
              <a:xfrm>
                <a:off x="2637" y="2859"/>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34" name="Freeform 14"/>
              <p:cNvSpPr>
                <a:spLocks noChangeAspect="1"/>
              </p:cNvSpPr>
              <p:nvPr/>
            </p:nvSpPr>
            <p:spPr bwMode="auto">
              <a:xfrm flipH="1">
                <a:off x="2580" y="2860"/>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head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35" name="Oval 15"/>
              <p:cNvSpPr>
                <a:spLocks noChangeAspect="1" noChangeArrowheads="1"/>
              </p:cNvSpPr>
              <p:nvPr/>
            </p:nvSpPr>
            <p:spPr bwMode="auto">
              <a:xfrm>
                <a:off x="2426" y="2928"/>
                <a:ext cx="68" cy="68"/>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0036" name="Freeform 16"/>
              <p:cNvSpPr>
                <a:spLocks noChangeAspect="1"/>
              </p:cNvSpPr>
              <p:nvPr/>
            </p:nvSpPr>
            <p:spPr bwMode="auto">
              <a:xfrm>
                <a:off x="2455" y="2864"/>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37" name="Freeform 17"/>
              <p:cNvSpPr>
                <a:spLocks noChangeAspect="1"/>
              </p:cNvSpPr>
              <p:nvPr/>
            </p:nvSpPr>
            <p:spPr bwMode="auto">
              <a:xfrm flipH="1">
                <a:off x="2398" y="2865"/>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head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38" name="Line 18"/>
              <p:cNvSpPr>
                <a:spLocks noChangeAspect="1" noChangeShapeType="1"/>
              </p:cNvSpPr>
              <p:nvPr/>
            </p:nvSpPr>
            <p:spPr bwMode="auto">
              <a:xfrm>
                <a:off x="2496" y="2961"/>
                <a:ext cx="111" cy="0"/>
              </a:xfrm>
              <a:prstGeom prst="line">
                <a:avLst/>
              </a:prstGeom>
              <a:noFill/>
              <a:ln w="222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69992" name="Group 19"/>
            <p:cNvGrpSpPr>
              <a:grpSpLocks noChangeAspect="1"/>
            </p:cNvGrpSpPr>
            <p:nvPr/>
          </p:nvGrpSpPr>
          <p:grpSpPr bwMode="auto">
            <a:xfrm>
              <a:off x="2213" y="3043"/>
              <a:ext cx="478" cy="140"/>
              <a:chOff x="2217" y="2859"/>
              <a:chExt cx="478" cy="140"/>
            </a:xfrm>
          </p:grpSpPr>
          <p:sp>
            <p:nvSpPr>
              <p:cNvPr id="170017" name="Oval 20"/>
              <p:cNvSpPr>
                <a:spLocks noChangeAspect="1" noChangeArrowheads="1"/>
              </p:cNvSpPr>
              <p:nvPr/>
            </p:nvSpPr>
            <p:spPr bwMode="auto">
              <a:xfrm>
                <a:off x="2245" y="2931"/>
                <a:ext cx="68" cy="68"/>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0018" name="Freeform 21"/>
              <p:cNvSpPr>
                <a:spLocks noChangeAspect="1"/>
              </p:cNvSpPr>
              <p:nvPr/>
            </p:nvSpPr>
            <p:spPr bwMode="auto">
              <a:xfrm>
                <a:off x="2274" y="2867"/>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19" name="Freeform 22"/>
              <p:cNvSpPr>
                <a:spLocks noChangeAspect="1"/>
              </p:cNvSpPr>
              <p:nvPr/>
            </p:nvSpPr>
            <p:spPr bwMode="auto">
              <a:xfrm flipH="1">
                <a:off x="2217" y="2868"/>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head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20" name="Line 23"/>
              <p:cNvSpPr>
                <a:spLocks noChangeAspect="1" noChangeShapeType="1"/>
              </p:cNvSpPr>
              <p:nvPr/>
            </p:nvSpPr>
            <p:spPr bwMode="auto">
              <a:xfrm>
                <a:off x="2315" y="2964"/>
                <a:ext cx="111" cy="0"/>
              </a:xfrm>
              <a:prstGeom prst="line">
                <a:avLst/>
              </a:prstGeom>
              <a:noFill/>
              <a:ln w="222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70021" name="Oval 24"/>
              <p:cNvSpPr>
                <a:spLocks noChangeAspect="1" noChangeArrowheads="1"/>
              </p:cNvSpPr>
              <p:nvPr/>
            </p:nvSpPr>
            <p:spPr bwMode="auto">
              <a:xfrm>
                <a:off x="2608" y="2923"/>
                <a:ext cx="68" cy="68"/>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0022" name="Freeform 25"/>
              <p:cNvSpPr>
                <a:spLocks noChangeAspect="1"/>
              </p:cNvSpPr>
              <p:nvPr/>
            </p:nvSpPr>
            <p:spPr bwMode="auto">
              <a:xfrm>
                <a:off x="2637" y="2859"/>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23" name="Freeform 26"/>
              <p:cNvSpPr>
                <a:spLocks noChangeAspect="1"/>
              </p:cNvSpPr>
              <p:nvPr/>
            </p:nvSpPr>
            <p:spPr bwMode="auto">
              <a:xfrm flipH="1">
                <a:off x="2580" y="2860"/>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head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24" name="Oval 27"/>
              <p:cNvSpPr>
                <a:spLocks noChangeAspect="1" noChangeArrowheads="1"/>
              </p:cNvSpPr>
              <p:nvPr/>
            </p:nvSpPr>
            <p:spPr bwMode="auto">
              <a:xfrm>
                <a:off x="2426" y="2928"/>
                <a:ext cx="68" cy="68"/>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0025" name="Freeform 28"/>
              <p:cNvSpPr>
                <a:spLocks noChangeAspect="1"/>
              </p:cNvSpPr>
              <p:nvPr/>
            </p:nvSpPr>
            <p:spPr bwMode="auto">
              <a:xfrm>
                <a:off x="2455" y="2864"/>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26" name="Freeform 29"/>
              <p:cNvSpPr>
                <a:spLocks noChangeAspect="1"/>
              </p:cNvSpPr>
              <p:nvPr/>
            </p:nvSpPr>
            <p:spPr bwMode="auto">
              <a:xfrm flipH="1">
                <a:off x="2398" y="2865"/>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head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27" name="Line 30"/>
              <p:cNvSpPr>
                <a:spLocks noChangeAspect="1" noChangeShapeType="1"/>
              </p:cNvSpPr>
              <p:nvPr/>
            </p:nvSpPr>
            <p:spPr bwMode="auto">
              <a:xfrm>
                <a:off x="2496" y="2961"/>
                <a:ext cx="111" cy="0"/>
              </a:xfrm>
              <a:prstGeom prst="line">
                <a:avLst/>
              </a:prstGeom>
              <a:noFill/>
              <a:ln w="222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169993" name="Oval 31"/>
            <p:cNvSpPr>
              <a:spLocks noChangeAspect="1" noChangeArrowheads="1"/>
            </p:cNvSpPr>
            <p:nvPr/>
          </p:nvSpPr>
          <p:spPr bwMode="auto">
            <a:xfrm>
              <a:off x="2345" y="3243"/>
              <a:ext cx="23" cy="23"/>
            </a:xfrm>
            <a:prstGeom prst="ellipse">
              <a:avLst/>
            </a:prstGeom>
            <a:solidFill>
              <a:srgbClr val="000000"/>
            </a:solidFill>
            <a:ln w="22225">
              <a:solidFill>
                <a:srgbClr val="000000"/>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9994" name="Oval 32"/>
            <p:cNvSpPr>
              <a:spLocks noChangeAspect="1" noChangeArrowheads="1"/>
            </p:cNvSpPr>
            <p:nvPr/>
          </p:nvSpPr>
          <p:spPr bwMode="auto">
            <a:xfrm>
              <a:off x="2441" y="3242"/>
              <a:ext cx="23" cy="23"/>
            </a:xfrm>
            <a:prstGeom prst="ellipse">
              <a:avLst/>
            </a:prstGeom>
            <a:solidFill>
              <a:srgbClr val="000000"/>
            </a:solidFill>
            <a:ln w="22225">
              <a:solidFill>
                <a:srgbClr val="000000"/>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9995" name="Oval 33"/>
            <p:cNvSpPr>
              <a:spLocks noChangeAspect="1" noChangeArrowheads="1"/>
            </p:cNvSpPr>
            <p:nvPr/>
          </p:nvSpPr>
          <p:spPr bwMode="auto">
            <a:xfrm>
              <a:off x="2523" y="3239"/>
              <a:ext cx="23" cy="23"/>
            </a:xfrm>
            <a:prstGeom prst="ellipse">
              <a:avLst/>
            </a:prstGeom>
            <a:solidFill>
              <a:srgbClr val="000000"/>
            </a:solidFill>
            <a:ln w="22225">
              <a:solidFill>
                <a:srgbClr val="000000"/>
              </a:solidFill>
              <a:rou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169996" name="Group 34"/>
            <p:cNvGrpSpPr>
              <a:grpSpLocks noChangeAspect="1"/>
            </p:cNvGrpSpPr>
            <p:nvPr/>
          </p:nvGrpSpPr>
          <p:grpSpPr bwMode="auto">
            <a:xfrm>
              <a:off x="2211" y="3355"/>
              <a:ext cx="478" cy="140"/>
              <a:chOff x="2217" y="2859"/>
              <a:chExt cx="478" cy="140"/>
            </a:xfrm>
          </p:grpSpPr>
          <p:sp>
            <p:nvSpPr>
              <p:cNvPr id="170006" name="Oval 35"/>
              <p:cNvSpPr>
                <a:spLocks noChangeAspect="1" noChangeArrowheads="1"/>
              </p:cNvSpPr>
              <p:nvPr/>
            </p:nvSpPr>
            <p:spPr bwMode="auto">
              <a:xfrm>
                <a:off x="2245" y="2931"/>
                <a:ext cx="68" cy="68"/>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0007" name="Freeform 36"/>
              <p:cNvSpPr>
                <a:spLocks noChangeAspect="1"/>
              </p:cNvSpPr>
              <p:nvPr/>
            </p:nvSpPr>
            <p:spPr bwMode="auto">
              <a:xfrm>
                <a:off x="2274" y="2867"/>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08" name="Freeform 37"/>
              <p:cNvSpPr>
                <a:spLocks noChangeAspect="1"/>
              </p:cNvSpPr>
              <p:nvPr/>
            </p:nvSpPr>
            <p:spPr bwMode="auto">
              <a:xfrm flipH="1">
                <a:off x="2217" y="2868"/>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head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09" name="Line 38"/>
              <p:cNvSpPr>
                <a:spLocks noChangeAspect="1" noChangeShapeType="1"/>
              </p:cNvSpPr>
              <p:nvPr/>
            </p:nvSpPr>
            <p:spPr bwMode="auto">
              <a:xfrm>
                <a:off x="2315" y="2964"/>
                <a:ext cx="111" cy="0"/>
              </a:xfrm>
              <a:prstGeom prst="line">
                <a:avLst/>
              </a:prstGeom>
              <a:noFill/>
              <a:ln w="222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70010" name="Oval 39"/>
              <p:cNvSpPr>
                <a:spLocks noChangeAspect="1" noChangeArrowheads="1"/>
              </p:cNvSpPr>
              <p:nvPr/>
            </p:nvSpPr>
            <p:spPr bwMode="auto">
              <a:xfrm>
                <a:off x="2608" y="2923"/>
                <a:ext cx="68" cy="68"/>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0011" name="Freeform 40"/>
              <p:cNvSpPr>
                <a:spLocks noChangeAspect="1"/>
              </p:cNvSpPr>
              <p:nvPr/>
            </p:nvSpPr>
            <p:spPr bwMode="auto">
              <a:xfrm>
                <a:off x="2637" y="2859"/>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12" name="Freeform 41"/>
              <p:cNvSpPr>
                <a:spLocks noChangeAspect="1"/>
              </p:cNvSpPr>
              <p:nvPr/>
            </p:nvSpPr>
            <p:spPr bwMode="auto">
              <a:xfrm flipH="1">
                <a:off x="2580" y="2860"/>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head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13" name="Oval 42"/>
              <p:cNvSpPr>
                <a:spLocks noChangeAspect="1" noChangeArrowheads="1"/>
              </p:cNvSpPr>
              <p:nvPr/>
            </p:nvSpPr>
            <p:spPr bwMode="auto">
              <a:xfrm>
                <a:off x="2426" y="2928"/>
                <a:ext cx="68" cy="68"/>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0014" name="Freeform 43"/>
              <p:cNvSpPr>
                <a:spLocks noChangeAspect="1"/>
              </p:cNvSpPr>
              <p:nvPr/>
            </p:nvSpPr>
            <p:spPr bwMode="auto">
              <a:xfrm>
                <a:off x="2455" y="2864"/>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15" name="Freeform 44"/>
              <p:cNvSpPr>
                <a:spLocks noChangeAspect="1"/>
              </p:cNvSpPr>
              <p:nvPr/>
            </p:nvSpPr>
            <p:spPr bwMode="auto">
              <a:xfrm flipH="1">
                <a:off x="2398" y="2865"/>
                <a:ext cx="58" cy="72"/>
              </a:xfrm>
              <a:custGeom>
                <a:avLst/>
                <a:gdLst>
                  <a:gd name="T0" fmla="*/ 33 w 58"/>
                  <a:gd name="T1" fmla="*/ 72 h 72"/>
                  <a:gd name="T2" fmla="*/ 56 w 58"/>
                  <a:gd name="T3" fmla="*/ 43 h 72"/>
                  <a:gd name="T4" fmla="*/ 48 w 58"/>
                  <a:gd name="T5" fmla="*/ 7 h 72"/>
                  <a:gd name="T6" fmla="*/ 0 w 58"/>
                  <a:gd name="T7" fmla="*/ 0 h 72"/>
                  <a:gd name="T8" fmla="*/ 0 60000 65536"/>
                  <a:gd name="T9" fmla="*/ 0 60000 65536"/>
                  <a:gd name="T10" fmla="*/ 0 60000 65536"/>
                  <a:gd name="T11" fmla="*/ 0 60000 65536"/>
                  <a:gd name="T12" fmla="*/ 0 w 58"/>
                  <a:gd name="T13" fmla="*/ 0 h 72"/>
                  <a:gd name="T14" fmla="*/ 58 w 58"/>
                  <a:gd name="T15" fmla="*/ 72 h 72"/>
                </a:gdLst>
                <a:ahLst/>
                <a:cxnLst>
                  <a:cxn ang="T8">
                    <a:pos x="T0" y="T1"/>
                  </a:cxn>
                  <a:cxn ang="T9">
                    <a:pos x="T2" y="T3"/>
                  </a:cxn>
                  <a:cxn ang="T10">
                    <a:pos x="T4" y="T5"/>
                  </a:cxn>
                  <a:cxn ang="T11">
                    <a:pos x="T6" y="T7"/>
                  </a:cxn>
                </a:cxnLst>
                <a:rect l="T12" t="T13" r="T14" b="T15"/>
                <a:pathLst>
                  <a:path w="58" h="72">
                    <a:moveTo>
                      <a:pt x="33" y="72"/>
                    </a:moveTo>
                    <a:cubicBezTo>
                      <a:pt x="43" y="63"/>
                      <a:pt x="54" y="54"/>
                      <a:pt x="56" y="43"/>
                    </a:cubicBezTo>
                    <a:cubicBezTo>
                      <a:pt x="58" y="32"/>
                      <a:pt x="57" y="14"/>
                      <a:pt x="48" y="7"/>
                    </a:cubicBezTo>
                    <a:cubicBezTo>
                      <a:pt x="39" y="0"/>
                      <a:pt x="8" y="1"/>
                      <a:pt x="0" y="0"/>
                    </a:cubicBezTo>
                  </a:path>
                </a:pathLst>
              </a:custGeom>
              <a:noFill/>
              <a:ln w="22225">
                <a:solidFill>
                  <a:srgbClr val="000000"/>
                </a:solidFill>
                <a:round/>
                <a:head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0016" name="Line 45"/>
              <p:cNvSpPr>
                <a:spLocks noChangeAspect="1" noChangeShapeType="1"/>
              </p:cNvSpPr>
              <p:nvPr/>
            </p:nvSpPr>
            <p:spPr bwMode="auto">
              <a:xfrm>
                <a:off x="2496" y="2961"/>
                <a:ext cx="111" cy="0"/>
              </a:xfrm>
              <a:prstGeom prst="line">
                <a:avLst/>
              </a:prstGeom>
              <a:noFill/>
              <a:ln w="222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169997" name="Oval 46"/>
            <p:cNvSpPr>
              <a:spLocks noChangeAspect="1" noChangeArrowheads="1"/>
            </p:cNvSpPr>
            <p:nvPr/>
          </p:nvSpPr>
          <p:spPr bwMode="auto">
            <a:xfrm>
              <a:off x="1916" y="3239"/>
              <a:ext cx="23" cy="23"/>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69998" name="Line 47"/>
            <p:cNvSpPr>
              <a:spLocks noChangeAspect="1" noChangeShapeType="1"/>
            </p:cNvSpPr>
            <p:nvPr/>
          </p:nvSpPr>
          <p:spPr bwMode="auto">
            <a:xfrm flipV="1">
              <a:off x="1938" y="2976"/>
              <a:ext cx="305" cy="263"/>
            </a:xfrm>
            <a:prstGeom prst="line">
              <a:avLst/>
            </a:prstGeom>
            <a:noFill/>
            <a:ln w="222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69999" name="Line 48"/>
            <p:cNvSpPr>
              <a:spLocks noChangeAspect="1" noChangeShapeType="1"/>
            </p:cNvSpPr>
            <p:nvPr/>
          </p:nvSpPr>
          <p:spPr bwMode="auto">
            <a:xfrm flipV="1">
              <a:off x="1941" y="3164"/>
              <a:ext cx="297" cy="88"/>
            </a:xfrm>
            <a:prstGeom prst="line">
              <a:avLst/>
            </a:prstGeom>
            <a:noFill/>
            <a:ln w="222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70000" name="Line 49"/>
            <p:cNvSpPr>
              <a:spLocks noChangeAspect="1" noChangeShapeType="1"/>
            </p:cNvSpPr>
            <p:nvPr/>
          </p:nvSpPr>
          <p:spPr bwMode="auto">
            <a:xfrm>
              <a:off x="1937" y="3261"/>
              <a:ext cx="291" cy="203"/>
            </a:xfrm>
            <a:prstGeom prst="line">
              <a:avLst/>
            </a:prstGeom>
            <a:noFill/>
            <a:ln w="22225">
              <a:solidFill>
                <a:srgbClr val="0000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70001" name="Oval 50"/>
            <p:cNvSpPr>
              <a:spLocks noChangeAspect="1" noChangeArrowheads="1"/>
            </p:cNvSpPr>
            <p:nvPr/>
          </p:nvSpPr>
          <p:spPr bwMode="auto">
            <a:xfrm flipH="1">
              <a:off x="2967" y="3237"/>
              <a:ext cx="23" cy="23"/>
            </a:xfrm>
            <a:prstGeom prst="ellipse">
              <a:avLst/>
            </a:prstGeom>
            <a:noFill/>
            <a:ln w="222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70002" name="Line 51"/>
            <p:cNvSpPr>
              <a:spLocks noChangeAspect="1" noChangeShapeType="1"/>
            </p:cNvSpPr>
            <p:nvPr/>
          </p:nvSpPr>
          <p:spPr bwMode="auto">
            <a:xfrm flipH="1" flipV="1">
              <a:off x="2678" y="2970"/>
              <a:ext cx="305" cy="263"/>
            </a:xfrm>
            <a:prstGeom prst="line">
              <a:avLst/>
            </a:prstGeom>
            <a:noFill/>
            <a:ln w="22225">
              <a:solidFill>
                <a:srgbClr val="000000"/>
              </a:solidFill>
              <a:round/>
              <a:headEnd type="stealth" w="lg" len="lg"/>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0003" name="Line 52"/>
            <p:cNvSpPr>
              <a:spLocks noChangeAspect="1" noChangeShapeType="1"/>
            </p:cNvSpPr>
            <p:nvPr/>
          </p:nvSpPr>
          <p:spPr bwMode="auto">
            <a:xfrm flipH="1" flipV="1">
              <a:off x="2677" y="3152"/>
              <a:ext cx="297" cy="88"/>
            </a:xfrm>
            <a:prstGeom prst="line">
              <a:avLst/>
            </a:prstGeom>
            <a:noFill/>
            <a:ln w="22225">
              <a:solidFill>
                <a:srgbClr val="000000"/>
              </a:solidFill>
              <a:round/>
              <a:headEnd type="stealth" w="lg" len="lg"/>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0004" name="Line 53"/>
            <p:cNvSpPr>
              <a:spLocks noChangeAspect="1" noChangeShapeType="1"/>
            </p:cNvSpPr>
            <p:nvPr/>
          </p:nvSpPr>
          <p:spPr bwMode="auto">
            <a:xfrm flipH="1">
              <a:off x="2677" y="3251"/>
              <a:ext cx="291" cy="203"/>
            </a:xfrm>
            <a:prstGeom prst="line">
              <a:avLst/>
            </a:prstGeom>
            <a:noFill/>
            <a:ln w="22225">
              <a:solidFill>
                <a:srgbClr val="000000"/>
              </a:solidFill>
              <a:round/>
              <a:headEnd type="stealth" w="lg" len="lg"/>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70005" name="Freeform 54"/>
            <p:cNvSpPr>
              <a:spLocks noChangeAspect="1"/>
            </p:cNvSpPr>
            <p:nvPr/>
          </p:nvSpPr>
          <p:spPr bwMode="auto">
            <a:xfrm>
              <a:off x="1903" y="2730"/>
              <a:ext cx="1098" cy="510"/>
            </a:xfrm>
            <a:custGeom>
              <a:avLst/>
              <a:gdLst>
                <a:gd name="T0" fmla="*/ 1085 w 1098"/>
                <a:gd name="T1" fmla="*/ 510 h 510"/>
                <a:gd name="T2" fmla="*/ 1009 w 1098"/>
                <a:gd name="T3" fmla="*/ 234 h 510"/>
                <a:gd name="T4" fmla="*/ 551 w 1098"/>
                <a:gd name="T5" fmla="*/ 0 h 510"/>
                <a:gd name="T6" fmla="*/ 88 w 1098"/>
                <a:gd name="T7" fmla="*/ 237 h 510"/>
                <a:gd name="T8" fmla="*/ 20 w 1098"/>
                <a:gd name="T9" fmla="*/ 509 h 510"/>
                <a:gd name="T10" fmla="*/ 0 60000 65536"/>
                <a:gd name="T11" fmla="*/ 0 60000 65536"/>
                <a:gd name="T12" fmla="*/ 0 60000 65536"/>
                <a:gd name="T13" fmla="*/ 0 60000 65536"/>
                <a:gd name="T14" fmla="*/ 0 60000 65536"/>
                <a:gd name="T15" fmla="*/ 0 w 1098"/>
                <a:gd name="T16" fmla="*/ 0 h 510"/>
                <a:gd name="T17" fmla="*/ 1098 w 1098"/>
                <a:gd name="T18" fmla="*/ 510 h 510"/>
              </a:gdLst>
              <a:ahLst/>
              <a:cxnLst>
                <a:cxn ang="T10">
                  <a:pos x="T0" y="T1"/>
                </a:cxn>
                <a:cxn ang="T11">
                  <a:pos x="T2" y="T3"/>
                </a:cxn>
                <a:cxn ang="T12">
                  <a:pos x="T4" y="T5"/>
                </a:cxn>
                <a:cxn ang="T13">
                  <a:pos x="T6" y="T7"/>
                </a:cxn>
                <a:cxn ang="T14">
                  <a:pos x="T8" y="T9"/>
                </a:cxn>
              </a:cxnLst>
              <a:rect l="T15" t="T16" r="T17" b="T18"/>
              <a:pathLst>
                <a:path w="1098" h="510">
                  <a:moveTo>
                    <a:pt x="1085" y="510"/>
                  </a:moveTo>
                  <a:cubicBezTo>
                    <a:pt x="1091" y="414"/>
                    <a:pt x="1098" y="319"/>
                    <a:pt x="1009" y="234"/>
                  </a:cubicBezTo>
                  <a:cubicBezTo>
                    <a:pt x="920" y="149"/>
                    <a:pt x="704" y="0"/>
                    <a:pt x="551" y="0"/>
                  </a:cubicBezTo>
                  <a:cubicBezTo>
                    <a:pt x="398" y="0"/>
                    <a:pt x="176" y="152"/>
                    <a:pt x="88" y="237"/>
                  </a:cubicBezTo>
                  <a:cubicBezTo>
                    <a:pt x="0" y="322"/>
                    <a:pt x="30" y="464"/>
                    <a:pt x="20" y="509"/>
                  </a:cubicBezTo>
                </a:path>
              </a:pathLst>
            </a:custGeom>
            <a:noFill/>
            <a:ln w="22225">
              <a:solidFill>
                <a:srgbClr val="000000"/>
              </a:solidFill>
              <a:round/>
              <a:tail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96643">
                                            <p:txEl>
                                              <p:pRg st="0" end="0"/>
                                            </p:txEl>
                                          </p:spTgt>
                                        </p:tgtEl>
                                        <p:attrNameLst>
                                          <p:attrName>style.visibility</p:attrName>
                                        </p:attrNameLst>
                                      </p:cBhvr>
                                      <p:to>
                                        <p:strVal val="visible"/>
                                      </p:to>
                                    </p:set>
                                    <p:animEffect transition="in" filter="wipe(up)">
                                      <p:cBhvr>
                                        <p:cTn id="7" dur="500"/>
                                        <p:tgtEl>
                                          <p:spTgt spid="496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96644"/>
                                        </p:tgtEl>
                                        <p:attrNameLst>
                                          <p:attrName>style.visibility</p:attrName>
                                        </p:attrNameLst>
                                      </p:cBhvr>
                                      <p:to>
                                        <p:strVal val="visible"/>
                                      </p:to>
                                    </p:set>
                                    <p:animEffect transition="in" filter="wipe(up)">
                                      <p:cBhvr>
                                        <p:cTn id="12" dur="500"/>
                                        <p:tgtEl>
                                          <p:spTgt spid="4966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96645">
                                            <p:txEl>
                                              <p:pRg st="0" end="0"/>
                                            </p:txEl>
                                          </p:spTgt>
                                        </p:tgtEl>
                                        <p:attrNameLst>
                                          <p:attrName>style.visibility</p:attrName>
                                        </p:attrNameLst>
                                      </p:cBhvr>
                                      <p:to>
                                        <p:strVal val="visible"/>
                                      </p:to>
                                    </p:set>
                                    <p:animEffect transition="in" filter="wipe(up)">
                                      <p:cBhvr>
                                        <p:cTn id="17" dur="500"/>
                                        <p:tgtEl>
                                          <p:spTgt spid="49664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96645">
                                            <p:txEl>
                                              <p:pRg st="1" end="1"/>
                                            </p:txEl>
                                          </p:spTgt>
                                        </p:tgtEl>
                                        <p:attrNameLst>
                                          <p:attrName>style.visibility</p:attrName>
                                        </p:attrNameLst>
                                      </p:cBhvr>
                                      <p:to>
                                        <p:strVal val="visible"/>
                                      </p:to>
                                    </p:set>
                                    <p:animEffect transition="in" filter="wipe(up)">
                                      <p:cBhvr>
                                        <p:cTn id="22" dur="500"/>
                                        <p:tgtEl>
                                          <p:spTgt spid="49664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96645">
                                            <p:txEl>
                                              <p:pRg st="2" end="2"/>
                                            </p:txEl>
                                          </p:spTgt>
                                        </p:tgtEl>
                                        <p:attrNameLst>
                                          <p:attrName>style.visibility</p:attrName>
                                        </p:attrNameLst>
                                      </p:cBhvr>
                                      <p:to>
                                        <p:strVal val="visible"/>
                                      </p:to>
                                    </p:set>
                                    <p:animEffect transition="in" filter="wipe(up)">
                                      <p:cBhvr>
                                        <p:cTn id="27" dur="500"/>
                                        <p:tgtEl>
                                          <p:spTgt spid="49664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up)">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3" grpId="0" autoUpdateAnimBg="0" build="p"/>
      <p:bldP spid="496644" grpId="0"/>
      <p:bldP spid="496645" grpId="0" build="p"/>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eaLnBrk="1" hangingPunct="1"/>
            <a:r>
              <a:rPr lang="zh-CN" altLang="en-US" dirty="0" smtClean="0">
                <a:latin typeface="华文中宋" panose="02010600040101010101" pitchFamily="2" charset="-122"/>
                <a:ea typeface="仿宋_GB2312" pitchFamily="49" charset="-122"/>
              </a:rPr>
              <a:t>语音识别算法</a:t>
            </a:r>
            <a:endParaRPr lang="zh-CN" altLang="en-US" dirty="0" smtClean="0">
              <a:solidFill>
                <a:schemeClr val="accent2"/>
              </a:solidFill>
            </a:endParaRPr>
          </a:p>
        </p:txBody>
      </p:sp>
      <p:sp>
        <p:nvSpPr>
          <p:cNvPr id="500739" name="Rectangle 3"/>
          <p:cNvSpPr>
            <a:spLocks noGrp="1" noChangeArrowheads="1"/>
          </p:cNvSpPr>
          <p:nvPr>
            <p:ph type="body" idx="1"/>
          </p:nvPr>
        </p:nvSpPr>
        <p:spPr>
          <a:xfrm>
            <a:off x="685800" y="1676400"/>
            <a:ext cx="7772400" cy="4953000"/>
          </a:xfrm>
          <a:noFill/>
        </p:spPr>
        <p:txBody>
          <a:bodyPr/>
          <a:lstStyle/>
          <a:p>
            <a:pPr eaLnBrk="1" hangingPunct="1">
              <a:buClr>
                <a:srgbClr val="9900FF"/>
              </a:buClr>
              <a:buFont typeface="Wingdings" panose="05000000000000000000" pitchFamily="2" charset="2"/>
              <a:buChar char="Ø"/>
            </a:pPr>
            <a:r>
              <a:rPr lang="zh-CN" altLang="en-US" sz="2800" b="1" dirty="0" smtClean="0">
                <a:solidFill>
                  <a:srgbClr val="0070C0"/>
                </a:solidFill>
                <a:latin typeface="Times New Roman" panose="02020603050405020304" pitchFamily="18" charset="0"/>
                <a:cs typeface="Times New Roman" panose="02020603050405020304" pitchFamily="18" charset="0"/>
              </a:rPr>
              <a:t>大词汇量连续语音识别技</a:t>
            </a:r>
            <a:r>
              <a:rPr lang="zh-CN" altLang="en-US" sz="2800" b="1" dirty="0" smtClean="0">
                <a:solidFill>
                  <a:schemeClr val="tx2"/>
                </a:solidFill>
                <a:latin typeface="Times New Roman" panose="02020603050405020304" pitchFamily="18" charset="0"/>
                <a:cs typeface="Times New Roman" panose="02020603050405020304" pitchFamily="18" charset="0"/>
              </a:rPr>
              <a:t>术（</a:t>
            </a:r>
            <a:r>
              <a:rPr lang="en-US" altLang="zh-CN" sz="2800" b="1" dirty="0" smtClean="0">
                <a:solidFill>
                  <a:schemeClr val="tx2"/>
                </a:solidFill>
                <a:latin typeface="Times New Roman" panose="02020603050405020304" pitchFamily="18" charset="0"/>
                <a:cs typeface="Times New Roman" panose="02020603050405020304" pitchFamily="18" charset="0"/>
              </a:rPr>
              <a:t>LVCSR</a:t>
            </a:r>
            <a:r>
              <a:rPr lang="zh-CN" altLang="en-US" sz="2800" b="1" dirty="0" smtClean="0">
                <a:solidFill>
                  <a:schemeClr val="tx2"/>
                </a:solidFill>
                <a:latin typeface="Times New Roman" panose="02020603050405020304" pitchFamily="18" charset="0"/>
                <a:cs typeface="Times New Roman" panose="02020603050405020304" pitchFamily="18" charset="0"/>
              </a:rPr>
              <a:t>）</a:t>
            </a:r>
            <a:endParaRPr lang="zh-CN" altLang="en-US" sz="2800" b="1" dirty="0" smtClean="0">
              <a:solidFill>
                <a:schemeClr val="tx2"/>
              </a:solidFill>
              <a:latin typeface="Times New Roman" panose="02020603050405020304" pitchFamily="18" charset="0"/>
              <a:cs typeface="Times New Roman" panose="02020603050405020304" pitchFamily="18" charset="0"/>
            </a:endParaRPr>
          </a:p>
          <a:p>
            <a:pPr eaLnBrk="1" hangingPunct="1"/>
            <a:r>
              <a:rPr lang="zh-CN" altLang="en-US" sz="2800" b="1" dirty="0" smtClean="0">
                <a:solidFill>
                  <a:srgbClr val="1F2039"/>
                </a:solidFill>
                <a:latin typeface="Times New Roman" panose="02020603050405020304" pitchFamily="18" charset="0"/>
                <a:cs typeface="Times New Roman" panose="02020603050405020304" pitchFamily="18" charset="0"/>
              </a:rPr>
              <a:t>语音识别研究中意义最重大、应用成果最丰富，同时最具有挑战性的研究课题。</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a:p>
            <a:pPr eaLnBrk="1" hangingPunct="1"/>
            <a:r>
              <a:rPr lang="zh-CN" altLang="en-US" sz="2800" b="1" dirty="0" smtClean="0">
                <a:solidFill>
                  <a:srgbClr val="1F2039"/>
                </a:solidFill>
                <a:latin typeface="Times New Roman" panose="02020603050405020304" pitchFamily="18" charset="0"/>
                <a:cs typeface="Times New Roman" panose="02020603050405020304" pitchFamily="18" charset="0"/>
              </a:rPr>
              <a:t>大词汇量非特定人的连续语音识别系统的词误识率大体为小词汇量、特定人的孤立词识别系统词误识率的50倍左右。</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a:p>
            <a:pPr eaLnBrk="1" hangingPunct="1"/>
            <a:r>
              <a:rPr lang="zh-CN" altLang="en-US" sz="2800" b="1" dirty="0" smtClean="0">
                <a:solidFill>
                  <a:srgbClr val="1F2039"/>
                </a:solidFill>
                <a:latin typeface="Times New Roman" panose="02020603050405020304" pitchFamily="18" charset="0"/>
                <a:cs typeface="Times New Roman" panose="02020603050405020304" pitchFamily="18" charset="0"/>
              </a:rPr>
              <a:t>特有的问题：</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a:p>
            <a:pPr lvl="1" eaLnBrk="1" hangingPunct="1">
              <a:buClr>
                <a:srgbClr val="1F2039"/>
              </a:buClr>
              <a:buFont typeface="Wingdings" panose="05000000000000000000" pitchFamily="2" charset="2"/>
              <a:buChar char="v"/>
            </a:pPr>
            <a:r>
              <a:rPr lang="zh-CN" altLang="en-US" b="1" dirty="0" smtClean="0">
                <a:solidFill>
                  <a:srgbClr val="1F2039"/>
                </a:solidFill>
                <a:latin typeface="Times New Roman" panose="02020603050405020304" pitchFamily="18" charset="0"/>
                <a:cs typeface="Times New Roman" panose="02020603050405020304" pitchFamily="18" charset="0"/>
              </a:rPr>
              <a:t>词（模式）的数量太多，</a:t>
            </a:r>
            <a:r>
              <a:rPr lang="zh-CN" altLang="en-US" b="1" dirty="0" smtClean="0">
                <a:solidFill>
                  <a:srgbClr val="0070C0"/>
                </a:solidFill>
                <a:latin typeface="Times New Roman" panose="02020603050405020304" pitchFamily="18" charset="0"/>
                <a:cs typeface="Times New Roman" panose="02020603050405020304" pitchFamily="18" charset="0"/>
              </a:rPr>
              <a:t>语料不够</a:t>
            </a:r>
            <a:r>
              <a:rPr lang="zh-CN" altLang="en-US" b="1" dirty="0" smtClean="0">
                <a:solidFill>
                  <a:srgbClr val="1F2039"/>
                </a:solidFill>
                <a:latin typeface="Times New Roman" panose="02020603050405020304" pitchFamily="18" charset="0"/>
                <a:cs typeface="Times New Roman" panose="02020603050405020304" pitchFamily="18" charset="0"/>
              </a:rPr>
              <a:t>。</a:t>
            </a:r>
            <a:endParaRPr lang="zh-CN" altLang="en-US" b="1" dirty="0" smtClean="0">
              <a:solidFill>
                <a:srgbClr val="1F2039"/>
              </a:solidFill>
              <a:latin typeface="Times New Roman" panose="02020603050405020304" pitchFamily="18" charset="0"/>
              <a:cs typeface="Times New Roman" panose="02020603050405020304" pitchFamily="18" charset="0"/>
            </a:endParaRPr>
          </a:p>
          <a:p>
            <a:pPr lvl="1" eaLnBrk="1" hangingPunct="1">
              <a:buClr>
                <a:srgbClr val="1F2039"/>
              </a:buClr>
              <a:buFont typeface="Wingdings" panose="05000000000000000000" pitchFamily="2" charset="2"/>
              <a:buChar char="v"/>
            </a:pPr>
            <a:r>
              <a:rPr lang="zh-CN" altLang="en-US" b="1" dirty="0" smtClean="0">
                <a:solidFill>
                  <a:srgbClr val="1F2039"/>
                </a:solidFill>
                <a:latin typeface="Times New Roman" panose="02020603050405020304" pitchFamily="18" charset="0"/>
                <a:cs typeface="Times New Roman" panose="02020603050405020304" pitchFamily="18" charset="0"/>
              </a:rPr>
              <a:t>发音相近的内容多，</a:t>
            </a:r>
            <a:r>
              <a:rPr lang="zh-CN" altLang="en-US" b="1" dirty="0" smtClean="0">
                <a:solidFill>
                  <a:srgbClr val="0070C0"/>
                </a:solidFill>
                <a:latin typeface="Times New Roman" panose="02020603050405020304" pitchFamily="18" charset="0"/>
                <a:cs typeface="Times New Roman" panose="02020603050405020304" pitchFamily="18" charset="0"/>
              </a:rPr>
              <a:t>误识严重</a:t>
            </a:r>
            <a:r>
              <a:rPr lang="zh-CN" altLang="en-US" b="1" dirty="0" smtClean="0">
                <a:solidFill>
                  <a:srgbClr val="1F2039"/>
                </a:solidFill>
                <a:latin typeface="Times New Roman" panose="02020603050405020304" pitchFamily="18" charset="0"/>
                <a:cs typeface="Times New Roman" panose="02020603050405020304" pitchFamily="18" charset="0"/>
              </a:rPr>
              <a:t>。   </a:t>
            </a:r>
            <a:endParaRPr lang="zh-CN" altLang="en-US" b="1" dirty="0" smtClean="0">
              <a:solidFill>
                <a:srgbClr val="1F2039"/>
              </a:solidFill>
              <a:latin typeface="Times New Roman" panose="02020603050405020304" pitchFamily="18" charset="0"/>
              <a:cs typeface="Times New Roman" panose="02020603050405020304" pitchFamily="18" charset="0"/>
            </a:endParaRPr>
          </a:p>
          <a:p>
            <a:pPr eaLnBrk="1" hangingPunct="1"/>
            <a:endParaRPr lang="zh-CN" altLang="en-US" sz="2800" b="1" dirty="0" smtClean="0">
              <a:solidFill>
                <a:srgbClr val="1F2039"/>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0739">
                                            <p:txEl>
                                              <p:pRg st="0" end="0"/>
                                            </p:txEl>
                                          </p:spTgt>
                                        </p:tgtEl>
                                        <p:attrNameLst>
                                          <p:attrName>style.visibility</p:attrName>
                                        </p:attrNameLst>
                                      </p:cBhvr>
                                      <p:to>
                                        <p:strVal val="visible"/>
                                      </p:to>
                                    </p:set>
                                    <p:animEffect transition="in" filter="wipe(up)">
                                      <p:cBhvr>
                                        <p:cTn id="7" dur="500"/>
                                        <p:tgtEl>
                                          <p:spTgt spid="5007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0739">
                                            <p:txEl>
                                              <p:pRg st="1" end="1"/>
                                            </p:txEl>
                                          </p:spTgt>
                                        </p:tgtEl>
                                        <p:attrNameLst>
                                          <p:attrName>style.visibility</p:attrName>
                                        </p:attrNameLst>
                                      </p:cBhvr>
                                      <p:to>
                                        <p:strVal val="visible"/>
                                      </p:to>
                                    </p:set>
                                    <p:animEffect transition="in" filter="wipe(up)">
                                      <p:cBhvr>
                                        <p:cTn id="12" dur="500"/>
                                        <p:tgtEl>
                                          <p:spTgt spid="5007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0739">
                                            <p:txEl>
                                              <p:pRg st="2" end="2"/>
                                            </p:txEl>
                                          </p:spTgt>
                                        </p:tgtEl>
                                        <p:attrNameLst>
                                          <p:attrName>style.visibility</p:attrName>
                                        </p:attrNameLst>
                                      </p:cBhvr>
                                      <p:to>
                                        <p:strVal val="visible"/>
                                      </p:to>
                                    </p:set>
                                    <p:animEffect transition="in" filter="wipe(up)">
                                      <p:cBhvr>
                                        <p:cTn id="17" dur="500"/>
                                        <p:tgtEl>
                                          <p:spTgt spid="5007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0739">
                                            <p:txEl>
                                              <p:pRg st="3" end="3"/>
                                            </p:txEl>
                                          </p:spTgt>
                                        </p:tgtEl>
                                        <p:attrNameLst>
                                          <p:attrName>style.visibility</p:attrName>
                                        </p:attrNameLst>
                                      </p:cBhvr>
                                      <p:to>
                                        <p:strVal val="visible"/>
                                      </p:to>
                                    </p:set>
                                    <p:animEffect transition="in" filter="wipe(up)">
                                      <p:cBhvr>
                                        <p:cTn id="22" dur="500"/>
                                        <p:tgtEl>
                                          <p:spTgt spid="500739">
                                            <p:txEl>
                                              <p:pRg st="3" end="3"/>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500739">
                                            <p:txEl>
                                              <p:pRg st="4" end="4"/>
                                            </p:txEl>
                                          </p:spTgt>
                                        </p:tgtEl>
                                        <p:attrNameLst>
                                          <p:attrName>style.visibility</p:attrName>
                                        </p:attrNameLst>
                                      </p:cBhvr>
                                      <p:to>
                                        <p:strVal val="visible"/>
                                      </p:to>
                                    </p:set>
                                    <p:animEffect transition="in" filter="wipe(up)">
                                      <p:cBhvr>
                                        <p:cTn id="25" dur="500"/>
                                        <p:tgtEl>
                                          <p:spTgt spid="500739">
                                            <p:txEl>
                                              <p:pRg st="4" end="4"/>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500739">
                                            <p:txEl>
                                              <p:pRg st="5" end="5"/>
                                            </p:txEl>
                                          </p:spTgt>
                                        </p:tgtEl>
                                        <p:attrNameLst>
                                          <p:attrName>style.visibility</p:attrName>
                                        </p:attrNameLst>
                                      </p:cBhvr>
                                      <p:to>
                                        <p:strVal val="visible"/>
                                      </p:to>
                                    </p:set>
                                    <p:animEffect transition="in" filter="wipe(up)">
                                      <p:cBhvr>
                                        <p:cTn id="28" dur="500"/>
                                        <p:tgtEl>
                                          <p:spTgt spid="5007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39" grpId="0" autoUpdateAnimBg="0" build="p"/>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a:xfrm>
            <a:off x="685800" y="228600"/>
            <a:ext cx="7772400" cy="1143000"/>
          </a:xfrm>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02787" name="Rectangle 3"/>
          <p:cNvSpPr>
            <a:spLocks noGrp="1" noChangeArrowheads="1"/>
          </p:cNvSpPr>
          <p:nvPr>
            <p:ph type="body" idx="1"/>
          </p:nvPr>
        </p:nvSpPr>
        <p:spPr>
          <a:xfrm>
            <a:off x="609600" y="1219200"/>
            <a:ext cx="7772400" cy="5486400"/>
          </a:xfrm>
          <a:noFill/>
        </p:spPr>
        <p:txBody>
          <a:bodyPr/>
          <a:lstStyle/>
          <a:p>
            <a:pPr eaLnBrk="1" hangingPunct="1">
              <a:lnSpc>
                <a:spcPts val="3500"/>
              </a:lnSpc>
            </a:pPr>
            <a:r>
              <a:rPr lang="zh-CN" altLang="en-US" sz="2800" b="1" dirty="0" smtClean="0">
                <a:solidFill>
                  <a:srgbClr val="1F2039"/>
                </a:solidFill>
                <a:latin typeface="Times New Roman" panose="02020603050405020304" pitchFamily="18" charset="0"/>
              </a:rPr>
              <a:t>在上个世纪90年代初期</a:t>
            </a:r>
            <a:r>
              <a:rPr lang="zh-CN" altLang="en-US" sz="2800" b="1" dirty="0">
                <a:solidFill>
                  <a:srgbClr val="1F2039"/>
                </a:solidFill>
                <a:latin typeface="Times New Roman" panose="02020603050405020304" pitchFamily="18" charset="0"/>
              </a:rPr>
              <a:t>，</a:t>
            </a:r>
            <a:r>
              <a:rPr lang="zh-CN" altLang="en-US" sz="2800" b="1" dirty="0" smtClean="0">
                <a:solidFill>
                  <a:srgbClr val="1F2039"/>
                </a:solidFill>
                <a:latin typeface="Times New Roman" panose="02020603050405020304" pitchFamily="18" charset="0"/>
              </a:rPr>
              <a:t>取得了里程碑式的成果（</a:t>
            </a:r>
            <a:r>
              <a:rPr lang="zh-CN" altLang="en-US" sz="2800" b="1" dirty="0" smtClean="0">
                <a:solidFill>
                  <a:srgbClr val="FF0000"/>
                </a:solidFill>
                <a:latin typeface="Times New Roman" panose="02020603050405020304" pitchFamily="18" charset="0"/>
              </a:rPr>
              <a:t>李开复和他的</a:t>
            </a:r>
            <a:r>
              <a:rPr lang="en-US" altLang="zh-CN" sz="2800" b="1" dirty="0" smtClean="0">
                <a:solidFill>
                  <a:srgbClr val="FF0000"/>
                </a:solidFill>
                <a:latin typeface="Times New Roman" panose="02020603050405020304" pitchFamily="18" charset="0"/>
              </a:rPr>
              <a:t>Sphinx</a:t>
            </a:r>
            <a:r>
              <a:rPr lang="zh-CN" altLang="en-US" sz="2800" b="1" dirty="0" smtClean="0">
                <a:solidFill>
                  <a:srgbClr val="1F2039"/>
                </a:solidFill>
                <a:latin typeface="Times New Roman" panose="02020603050405020304" pitchFamily="18" charset="0"/>
              </a:rPr>
              <a:t>）</a:t>
            </a:r>
            <a:endParaRPr lang="en-US" altLang="zh-CN" sz="2800" b="1" dirty="0" smtClean="0">
              <a:solidFill>
                <a:srgbClr val="1F2039"/>
              </a:solidFill>
              <a:latin typeface="Times New Roman" panose="02020603050405020304" pitchFamily="18" charset="0"/>
            </a:endParaRPr>
          </a:p>
          <a:p>
            <a:pPr eaLnBrk="1" hangingPunct="1">
              <a:lnSpc>
                <a:spcPts val="3500"/>
              </a:lnSpc>
            </a:pPr>
            <a:r>
              <a:rPr lang="zh-CN" altLang="en-US" sz="2800" b="1" dirty="0" smtClean="0">
                <a:solidFill>
                  <a:srgbClr val="1F2039"/>
                </a:solidFill>
                <a:latin typeface="Times New Roman" panose="02020603050405020304" pitchFamily="18" charset="0"/>
              </a:rPr>
              <a:t>基于</a:t>
            </a:r>
            <a:r>
              <a:rPr lang="en-US" altLang="zh-CN" sz="2800" b="1" dirty="0" smtClean="0">
                <a:solidFill>
                  <a:srgbClr val="1F2039"/>
                </a:solidFill>
                <a:latin typeface="Times New Roman" panose="02020603050405020304" pitchFamily="18" charset="0"/>
              </a:rPr>
              <a:t>HMM</a:t>
            </a:r>
            <a:r>
              <a:rPr lang="zh-CN" altLang="en-US" sz="2800" b="1" dirty="0" smtClean="0">
                <a:solidFill>
                  <a:srgbClr val="1F2039"/>
                </a:solidFill>
                <a:latin typeface="Times New Roman" panose="02020603050405020304" pitchFamily="18" charset="0"/>
              </a:rPr>
              <a:t>的</a:t>
            </a:r>
            <a:r>
              <a:rPr lang="en-US" altLang="zh-CN" sz="2800" b="1" dirty="0" smtClean="0">
                <a:solidFill>
                  <a:srgbClr val="1F2039"/>
                </a:solidFill>
                <a:latin typeface="Times New Roman" panose="02020603050405020304" pitchFamily="18" charset="0"/>
              </a:rPr>
              <a:t>LVCSR</a:t>
            </a:r>
            <a:r>
              <a:rPr lang="zh-CN" altLang="en-US" sz="2800" b="1" dirty="0" smtClean="0">
                <a:solidFill>
                  <a:srgbClr val="1F2039"/>
                </a:solidFill>
                <a:latin typeface="Times New Roman" panose="02020603050405020304" pitchFamily="18" charset="0"/>
              </a:rPr>
              <a:t>系统的统一框架，将整个识别系统分为三层：</a:t>
            </a:r>
            <a:r>
              <a:rPr lang="zh-CN" altLang="en-US" sz="2800" b="1" dirty="0" smtClean="0">
                <a:latin typeface="Times New Roman" panose="02020603050405020304" pitchFamily="18" charset="0"/>
              </a:rPr>
              <a:t>声学</a:t>
            </a:r>
            <a:r>
              <a:rPr lang="zh-CN" altLang="en-US" sz="2800" b="1" dirty="0" smtClean="0"/>
              <a:t>—</a:t>
            </a:r>
            <a:r>
              <a:rPr lang="zh-CN" altLang="en-US" sz="2800" b="1" dirty="0" smtClean="0">
                <a:latin typeface="Times New Roman" panose="02020603050405020304" pitchFamily="18" charset="0"/>
              </a:rPr>
              <a:t>语音层</a:t>
            </a:r>
            <a:r>
              <a:rPr lang="zh-CN" altLang="en-US" sz="2800" b="1" dirty="0" smtClean="0">
                <a:solidFill>
                  <a:srgbClr val="1F2039"/>
                </a:solidFill>
                <a:latin typeface="Times New Roman" panose="02020603050405020304" pitchFamily="18" charset="0"/>
              </a:rPr>
              <a:t>、词层和句法层。</a:t>
            </a:r>
            <a:endParaRPr lang="zh-CN" altLang="en-US" sz="2800" b="1" dirty="0" smtClean="0">
              <a:solidFill>
                <a:srgbClr val="1F2039"/>
              </a:solidFill>
              <a:latin typeface="Times New Roman" panose="02020603050405020304" pitchFamily="18" charset="0"/>
            </a:endParaRPr>
          </a:p>
          <a:p>
            <a:pPr lvl="1" eaLnBrk="1" hangingPunct="1">
              <a:spcAft>
                <a:spcPts val="600"/>
              </a:spcAft>
              <a:buClr>
                <a:srgbClr val="1F2039"/>
              </a:buClr>
              <a:buFont typeface="Wingdings" panose="05000000000000000000" pitchFamily="2" charset="2"/>
              <a:buChar char="v"/>
            </a:pPr>
            <a:r>
              <a:rPr lang="zh-CN" altLang="en-US" sz="2400" b="1" dirty="0" smtClean="0">
                <a:solidFill>
                  <a:srgbClr val="0070C0"/>
                </a:solidFill>
                <a:latin typeface="Times New Roman" panose="02020603050405020304" pitchFamily="18" charset="0"/>
              </a:rPr>
              <a:t>声学</a:t>
            </a:r>
            <a:r>
              <a:rPr lang="zh-CN" altLang="en-US" sz="2400" b="1" dirty="0" smtClean="0">
                <a:solidFill>
                  <a:srgbClr val="0070C0"/>
                </a:solidFill>
              </a:rPr>
              <a:t>—</a:t>
            </a:r>
            <a:r>
              <a:rPr lang="zh-CN" altLang="en-US" sz="2400" b="1" dirty="0" smtClean="0">
                <a:solidFill>
                  <a:srgbClr val="0070C0"/>
                </a:solidFill>
                <a:latin typeface="Times New Roman" panose="02020603050405020304" pitchFamily="18" charset="0"/>
              </a:rPr>
              <a:t>语音层</a:t>
            </a:r>
            <a:r>
              <a:rPr lang="zh-CN" altLang="en-US" sz="2400" b="1" dirty="0" smtClean="0">
                <a:solidFill>
                  <a:srgbClr val="1F2039"/>
                </a:solidFill>
                <a:latin typeface="Times New Roman" panose="02020603050405020304" pitchFamily="18" charset="0"/>
              </a:rPr>
              <a:t>是识别系统的底层，它接受输入语音，并以一种</a:t>
            </a:r>
            <a:r>
              <a:rPr lang="zh-CN" altLang="en-US" sz="2400" b="1" dirty="0" smtClean="0">
                <a:solidFill>
                  <a:srgbClr val="1F2039"/>
                </a:solidFill>
              </a:rPr>
              <a:t>“</a:t>
            </a:r>
            <a:r>
              <a:rPr lang="zh-CN" altLang="en-US" sz="2400" b="1" dirty="0" smtClean="0">
                <a:solidFill>
                  <a:srgbClr val="1F2039"/>
                </a:solidFill>
                <a:latin typeface="Times New Roman" panose="02020603050405020304" pitchFamily="18" charset="0"/>
              </a:rPr>
              <a:t>子词（</a:t>
            </a:r>
            <a:r>
              <a:rPr lang="en-US" altLang="zh-CN" sz="2400" b="1" dirty="0" err="1" smtClean="0">
                <a:solidFill>
                  <a:srgbClr val="1F2039"/>
                </a:solidFill>
                <a:latin typeface="Times New Roman" panose="02020603050405020304" pitchFamily="18" charset="0"/>
              </a:rPr>
              <a:t>Subword</a:t>
            </a:r>
            <a:r>
              <a:rPr lang="en-US" altLang="zh-CN" sz="2400" b="1" dirty="0" smtClean="0">
                <a:solidFill>
                  <a:srgbClr val="1F2039"/>
                </a:solidFill>
                <a:latin typeface="Times New Roman" panose="02020603050405020304" pitchFamily="18" charset="0"/>
              </a:rPr>
              <a:t>）</a:t>
            </a:r>
            <a:r>
              <a:rPr lang="en-US" altLang="zh-CN" sz="2400" b="1" dirty="0" smtClean="0">
                <a:solidFill>
                  <a:srgbClr val="1F2039"/>
                </a:solidFill>
              </a:rPr>
              <a:t>”</a:t>
            </a:r>
            <a:r>
              <a:rPr lang="zh-CN" altLang="en-US" sz="2400" b="1" dirty="0" smtClean="0">
                <a:solidFill>
                  <a:srgbClr val="1F2039"/>
                </a:solidFill>
                <a:latin typeface="Times New Roman" panose="02020603050405020304" pitchFamily="18" charset="0"/>
              </a:rPr>
              <a:t>单位作为其识别输出，每个子词单位对应一套</a:t>
            </a:r>
            <a:r>
              <a:rPr lang="en-US" altLang="zh-CN" sz="2400" b="1" dirty="0" smtClean="0">
                <a:solidFill>
                  <a:srgbClr val="1F2039"/>
                </a:solidFill>
                <a:latin typeface="Times New Roman" panose="02020603050405020304" pitchFamily="18" charset="0"/>
              </a:rPr>
              <a:t>HMM</a:t>
            </a:r>
            <a:r>
              <a:rPr lang="zh-CN" altLang="en-US" sz="2400" b="1" dirty="0" smtClean="0">
                <a:solidFill>
                  <a:srgbClr val="1F2039"/>
                </a:solidFill>
                <a:latin typeface="Times New Roman" panose="02020603050405020304" pitchFamily="18" charset="0"/>
              </a:rPr>
              <a:t>结构和参数。</a:t>
            </a:r>
            <a:endParaRPr lang="zh-CN" altLang="en-US" sz="2400" b="1" dirty="0" smtClean="0">
              <a:solidFill>
                <a:srgbClr val="1F2039"/>
              </a:solidFill>
              <a:latin typeface="Times New Roman" panose="02020603050405020304" pitchFamily="18" charset="0"/>
            </a:endParaRPr>
          </a:p>
          <a:p>
            <a:pPr lvl="1" eaLnBrk="1" hangingPunct="1">
              <a:spcAft>
                <a:spcPts val="600"/>
              </a:spcAft>
              <a:buClr>
                <a:srgbClr val="1F2039"/>
              </a:buClr>
              <a:buFont typeface="Wingdings" panose="05000000000000000000" pitchFamily="2" charset="2"/>
              <a:buChar char="v"/>
            </a:pPr>
            <a:r>
              <a:rPr lang="zh-CN" altLang="en-US" sz="2400" b="1" dirty="0" smtClean="0">
                <a:solidFill>
                  <a:srgbClr val="0070C0"/>
                </a:solidFill>
                <a:latin typeface="宋体" panose="02010600030101010101" pitchFamily="2" charset="-122"/>
              </a:rPr>
              <a:t>词层</a:t>
            </a:r>
            <a:r>
              <a:rPr lang="zh-CN" altLang="en-US" sz="2400" b="1" dirty="0" smtClean="0">
                <a:solidFill>
                  <a:srgbClr val="1F2039"/>
                </a:solidFill>
                <a:latin typeface="宋体" panose="02010600030101010101" pitchFamily="2" charset="-122"/>
              </a:rPr>
              <a:t>规定词汇表中每个词是由什么音素</a:t>
            </a:r>
            <a:r>
              <a:rPr lang="zh-CN" altLang="en-US" sz="2400" b="1" dirty="0" smtClean="0">
                <a:solidFill>
                  <a:srgbClr val="1F2039"/>
                </a:solidFill>
              </a:rPr>
              <a:t>—</a:t>
            </a:r>
            <a:r>
              <a:rPr lang="zh-CN" altLang="en-US" sz="2400" b="1" dirty="0" smtClean="0">
                <a:solidFill>
                  <a:srgbClr val="1F2039"/>
                </a:solidFill>
                <a:latin typeface="宋体" panose="02010600030101010101" pitchFamily="2" charset="-122"/>
              </a:rPr>
              <a:t>音子串接而成的</a:t>
            </a:r>
            <a:r>
              <a:rPr lang="zh-CN" altLang="en-US" sz="2400" b="1" dirty="0" smtClean="0">
                <a:solidFill>
                  <a:srgbClr val="1F2039"/>
                </a:solidFill>
                <a:latin typeface="Times New Roman" panose="02020603050405020304" pitchFamily="18" charset="0"/>
              </a:rPr>
              <a:t> </a:t>
            </a:r>
            <a:endParaRPr lang="zh-CN" altLang="en-US" sz="2400" b="1" dirty="0" smtClean="0">
              <a:solidFill>
                <a:srgbClr val="1F2039"/>
              </a:solidFill>
              <a:latin typeface="Times New Roman" panose="02020603050405020304" pitchFamily="18" charset="0"/>
            </a:endParaRPr>
          </a:p>
          <a:p>
            <a:pPr lvl="1" eaLnBrk="1" hangingPunct="1">
              <a:spcAft>
                <a:spcPts val="600"/>
              </a:spcAft>
              <a:buClr>
                <a:srgbClr val="1F2039"/>
              </a:buClr>
              <a:buFont typeface="Wingdings" panose="05000000000000000000" pitchFamily="2" charset="2"/>
              <a:buChar char="v"/>
            </a:pPr>
            <a:r>
              <a:rPr lang="zh-CN" altLang="en-US" sz="2400" b="1" dirty="0" smtClean="0">
                <a:solidFill>
                  <a:srgbClr val="0070C0"/>
                </a:solidFill>
                <a:latin typeface="宋体" panose="02010600030101010101" pitchFamily="2" charset="-122"/>
              </a:rPr>
              <a:t>句法层</a:t>
            </a:r>
            <a:r>
              <a:rPr lang="zh-CN" altLang="en-US" sz="2400" b="1" dirty="0" smtClean="0">
                <a:solidFill>
                  <a:srgbClr val="1F2039"/>
                </a:solidFill>
                <a:latin typeface="宋体" panose="02010600030101010101" pitchFamily="2" charset="-122"/>
              </a:rPr>
              <a:t>中规定词按照什么规则组合成句子。</a:t>
            </a:r>
            <a:r>
              <a:rPr lang="zh-CN" altLang="en-US" sz="2400" b="1" dirty="0" smtClean="0">
                <a:solidFill>
                  <a:srgbClr val="1F2039"/>
                </a:solidFill>
                <a:latin typeface="Times New Roman" panose="02020603050405020304" pitchFamily="18" charset="0"/>
              </a:rPr>
              <a:t> </a:t>
            </a:r>
            <a:endParaRPr lang="zh-CN" altLang="en-US" sz="2400" b="1" dirty="0" smtClean="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2787">
                                            <p:txEl>
                                              <p:pRg st="0" end="0"/>
                                            </p:txEl>
                                          </p:spTgt>
                                        </p:tgtEl>
                                        <p:attrNameLst>
                                          <p:attrName>style.visibility</p:attrName>
                                        </p:attrNameLst>
                                      </p:cBhvr>
                                      <p:to>
                                        <p:strVal val="visible"/>
                                      </p:to>
                                    </p:set>
                                    <p:animEffect transition="in" filter="wipe(up)">
                                      <p:cBhvr>
                                        <p:cTn id="7" dur="500"/>
                                        <p:tgtEl>
                                          <p:spTgt spid="502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2787">
                                            <p:txEl>
                                              <p:pRg st="1" end="1"/>
                                            </p:txEl>
                                          </p:spTgt>
                                        </p:tgtEl>
                                        <p:attrNameLst>
                                          <p:attrName>style.visibility</p:attrName>
                                        </p:attrNameLst>
                                      </p:cBhvr>
                                      <p:to>
                                        <p:strVal val="visible"/>
                                      </p:to>
                                    </p:set>
                                    <p:animEffect transition="in" filter="wipe(up)">
                                      <p:cBhvr>
                                        <p:cTn id="12" dur="500"/>
                                        <p:tgtEl>
                                          <p:spTgt spid="5027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2787">
                                            <p:txEl>
                                              <p:pRg st="2" end="2"/>
                                            </p:txEl>
                                          </p:spTgt>
                                        </p:tgtEl>
                                        <p:attrNameLst>
                                          <p:attrName>style.visibility</p:attrName>
                                        </p:attrNameLst>
                                      </p:cBhvr>
                                      <p:to>
                                        <p:strVal val="visible"/>
                                      </p:to>
                                    </p:set>
                                    <p:animEffect transition="in" filter="wipe(up)">
                                      <p:cBhvr>
                                        <p:cTn id="17" dur="500"/>
                                        <p:tgtEl>
                                          <p:spTgt spid="5027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2787">
                                            <p:txEl>
                                              <p:pRg st="3" end="3"/>
                                            </p:txEl>
                                          </p:spTgt>
                                        </p:tgtEl>
                                        <p:attrNameLst>
                                          <p:attrName>style.visibility</p:attrName>
                                        </p:attrNameLst>
                                      </p:cBhvr>
                                      <p:to>
                                        <p:strVal val="visible"/>
                                      </p:to>
                                    </p:set>
                                    <p:animEffect transition="in" filter="wipe(up)">
                                      <p:cBhvr>
                                        <p:cTn id="22" dur="500"/>
                                        <p:tgtEl>
                                          <p:spTgt spid="5027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2787">
                                            <p:txEl>
                                              <p:pRg st="4" end="4"/>
                                            </p:txEl>
                                          </p:spTgt>
                                        </p:tgtEl>
                                        <p:attrNameLst>
                                          <p:attrName>style.visibility</p:attrName>
                                        </p:attrNameLst>
                                      </p:cBhvr>
                                      <p:to>
                                        <p:strVal val="visible"/>
                                      </p:to>
                                    </p:set>
                                    <p:animEffect transition="in" filter="wipe(up)">
                                      <p:cBhvr>
                                        <p:cTn id="27" dur="500"/>
                                        <p:tgtEl>
                                          <p:spTgt spid="5027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7" grpId="0" bldLvl="2" autoUpdateAnimBg="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176131" name="Rectangle 3"/>
          <p:cNvSpPr>
            <a:spLocks noChangeArrowheads="1"/>
          </p:cNvSpPr>
          <p:nvPr/>
        </p:nvSpPr>
        <p:spPr bwMode="auto">
          <a:xfrm>
            <a:off x="2262188" y="1633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176132" name="Object 4"/>
          <p:cNvGraphicFramePr>
            <a:graphicFrameLocks noChangeAspect="1"/>
          </p:cNvGraphicFramePr>
          <p:nvPr/>
        </p:nvGraphicFramePr>
        <p:xfrm>
          <a:off x="1524000" y="1905000"/>
          <a:ext cx="5780088" cy="4494213"/>
        </p:xfrm>
        <a:graphic>
          <a:graphicData uri="http://schemas.openxmlformats.org/presentationml/2006/ole">
            <mc:AlternateContent xmlns:mc="http://schemas.openxmlformats.org/markup-compatibility/2006">
              <mc:Choice xmlns:v="urn:schemas-microsoft-com:vml" Requires="v">
                <p:oleObj spid="_x0000_s155701" name="Picture" r:id="rId1" imgW="5644515" imgH="4987290" progId="Word.Picture.8">
                  <p:embed/>
                </p:oleObj>
              </mc:Choice>
              <mc:Fallback>
                <p:oleObj name="Picture" r:id="rId1" imgW="5644515" imgH="4987290" progId="Word.Picture.8">
                  <p:embed/>
                  <p:pic>
                    <p:nvPicPr>
                      <p:cNvPr id="0" name="Picture 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905000"/>
                        <a:ext cx="5780088" cy="4494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06883" name="Text Box 3"/>
          <p:cNvSpPr txBox="1">
            <a:spLocks noChangeArrowheads="1"/>
          </p:cNvSpPr>
          <p:nvPr/>
        </p:nvSpPr>
        <p:spPr bwMode="auto">
          <a:xfrm>
            <a:off x="570805" y="1664265"/>
            <a:ext cx="83216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cs typeface="Times New Roman" panose="02020603050405020304" pitchFamily="18" charset="0"/>
              </a:rPr>
              <a:t>       在句法层 ，每个句子由若干词条组成</a:t>
            </a:r>
            <a:r>
              <a:rPr kumimoji="1" lang="zh-CN" altLang="en-US" sz="2800" b="1" dirty="0" smtClean="0">
                <a:solidFill>
                  <a:srgbClr val="1F2039"/>
                </a:solidFill>
                <a:latin typeface="Times New Roman" panose="02020603050405020304" pitchFamily="18" charset="0"/>
                <a:cs typeface="Times New Roman" panose="02020603050405020304" pitchFamily="18" charset="0"/>
              </a:rPr>
              <a:t>，需要通过</a:t>
            </a:r>
            <a:r>
              <a:rPr kumimoji="1" lang="zh-CN" altLang="en-US" sz="2800" b="1" dirty="0">
                <a:solidFill>
                  <a:srgbClr val="FF0000"/>
                </a:solidFill>
                <a:latin typeface="Times New Roman" panose="02020603050405020304" pitchFamily="18" charset="0"/>
                <a:cs typeface="Times New Roman" panose="02020603050405020304" pitchFamily="18" charset="0"/>
              </a:rPr>
              <a:t>语言模型</a:t>
            </a:r>
            <a:r>
              <a:rPr kumimoji="1" lang="zh-CN" altLang="en-US" sz="2800" b="1" dirty="0" smtClean="0">
                <a:solidFill>
                  <a:srgbClr val="1F2039"/>
                </a:solidFill>
                <a:latin typeface="Times New Roman" panose="02020603050405020304" pitchFamily="18" charset="0"/>
                <a:cs typeface="Times New Roman" panose="02020603050405020304" pitchFamily="18" charset="0"/>
              </a:rPr>
              <a:t>评价所有可能的句子候选的合理性。</a:t>
            </a:r>
            <a:endParaRPr kumimoji="1" lang="zh-CN" altLang="en-US" sz="2800" b="1" dirty="0">
              <a:solidFill>
                <a:srgbClr val="1F2039"/>
              </a:solidFill>
              <a:latin typeface="Times New Roman" panose="02020603050405020304" pitchFamily="18" charset="0"/>
              <a:cs typeface="Times New Roman" panose="02020603050405020304" pitchFamily="18" charset="0"/>
            </a:endParaRPr>
          </a:p>
        </p:txBody>
      </p:sp>
      <p:sp>
        <p:nvSpPr>
          <p:cNvPr id="506884" name="Text Box 4"/>
          <p:cNvSpPr txBox="1">
            <a:spLocks noChangeArrowheads="1"/>
          </p:cNvSpPr>
          <p:nvPr/>
        </p:nvSpPr>
        <p:spPr bwMode="auto">
          <a:xfrm>
            <a:off x="395536" y="3212976"/>
            <a:ext cx="7924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宋体" panose="02010600030101010101" pitchFamily="2" charset="-122"/>
              </a:rPr>
              <a:t>    </a:t>
            </a:r>
            <a:r>
              <a:rPr kumimoji="1" lang="zh-CN" altLang="en-US" sz="2800" b="1" dirty="0">
                <a:solidFill>
                  <a:srgbClr val="1F2039"/>
                </a:solidFill>
                <a:latin typeface="Times New Roman" panose="02020603050405020304" pitchFamily="18" charset="0"/>
                <a:cs typeface="Times New Roman" panose="02020603050405020304" pitchFamily="18" charset="0"/>
              </a:rPr>
              <a:t>在词层，每一个词条由</a:t>
            </a:r>
            <a:r>
              <a:rPr kumimoji="1" lang="zh-CN" altLang="en-US" sz="2800" b="1" dirty="0" smtClean="0">
                <a:solidFill>
                  <a:srgbClr val="1F2039"/>
                </a:solidFill>
                <a:latin typeface="Times New Roman" panose="02020603050405020304" pitchFamily="18" charset="0"/>
                <a:cs typeface="Times New Roman" panose="02020603050405020304" pitchFamily="18" charset="0"/>
              </a:rPr>
              <a:t>若干子词串</a:t>
            </a:r>
            <a:r>
              <a:rPr kumimoji="1" lang="zh-CN" altLang="en-US" sz="2800" b="1" dirty="0">
                <a:solidFill>
                  <a:srgbClr val="1F2039"/>
                </a:solidFill>
                <a:latin typeface="Times New Roman" panose="02020603050405020304" pitchFamily="18" charset="0"/>
                <a:cs typeface="Times New Roman" panose="02020603050405020304" pitchFamily="18" charset="0"/>
              </a:rPr>
              <a:t>接而成，为此需要一</a:t>
            </a:r>
            <a:r>
              <a:rPr kumimoji="1" lang="zh-CN" altLang="en-US" sz="2800" b="1" dirty="0" smtClean="0">
                <a:solidFill>
                  <a:srgbClr val="1F2039"/>
                </a:solidFill>
                <a:latin typeface="Times New Roman" panose="02020603050405020304" pitchFamily="18" charset="0"/>
                <a:cs typeface="Times New Roman" panose="02020603050405020304" pitchFamily="18" charset="0"/>
              </a:rPr>
              <a:t>部</a:t>
            </a:r>
            <a:r>
              <a:rPr kumimoji="1" lang="zh-CN" altLang="en-US" sz="2800" b="1" dirty="0">
                <a:solidFill>
                  <a:srgbClr val="FF0000"/>
                </a:solidFill>
                <a:latin typeface="Times New Roman" panose="02020603050405020304" pitchFamily="18" charset="0"/>
                <a:cs typeface="Times New Roman" panose="02020603050405020304" pitchFamily="18" charset="0"/>
              </a:rPr>
              <a:t>词</a:t>
            </a:r>
            <a:r>
              <a:rPr kumimoji="1" lang="zh-CN" altLang="en-US" sz="2800" b="1" dirty="0" smtClean="0">
                <a:solidFill>
                  <a:srgbClr val="FF0000"/>
                </a:solidFill>
                <a:latin typeface="Times New Roman" panose="02020603050405020304" pitchFamily="18" charset="0"/>
                <a:cs typeface="Times New Roman" panose="02020603050405020304" pitchFamily="18" charset="0"/>
              </a:rPr>
              <a:t>典</a:t>
            </a:r>
            <a:r>
              <a:rPr kumimoji="1" lang="zh-CN" altLang="en-US" sz="2800" b="1" dirty="0">
                <a:solidFill>
                  <a:srgbClr val="1F2039"/>
                </a:solidFill>
                <a:latin typeface="Times New Roman" panose="02020603050405020304" pitchFamily="18" charset="0"/>
                <a:cs typeface="Times New Roman" panose="02020603050405020304" pitchFamily="18" charset="0"/>
              </a:rPr>
              <a:t>来描述这种串接关系。 </a:t>
            </a:r>
            <a:endParaRPr kumimoji="1" lang="zh-CN" altLang="en-US" sz="2800" b="1" dirty="0">
              <a:solidFill>
                <a:srgbClr val="1F2039"/>
              </a:solidFill>
              <a:latin typeface="Times New Roman" panose="02020603050405020304" pitchFamily="18" charset="0"/>
              <a:cs typeface="Times New Roman" panose="02020603050405020304" pitchFamily="18" charset="0"/>
            </a:endParaRPr>
          </a:p>
        </p:txBody>
      </p:sp>
      <p:sp>
        <p:nvSpPr>
          <p:cNvPr id="506885" name="Text Box 5"/>
          <p:cNvSpPr txBox="1">
            <a:spLocks noChangeArrowheads="1"/>
          </p:cNvSpPr>
          <p:nvPr/>
        </p:nvSpPr>
        <p:spPr bwMode="auto">
          <a:xfrm>
            <a:off x="376649" y="4753730"/>
            <a:ext cx="7924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dirty="0">
                <a:solidFill>
                  <a:srgbClr val="1F2039"/>
                </a:solidFill>
                <a:latin typeface="Times New Roman" panose="02020603050405020304" pitchFamily="18" charset="0"/>
                <a:cs typeface="Times New Roman" panose="02020603050405020304" pitchFamily="18" charset="0"/>
              </a:rPr>
              <a:t>    在语音层，每一</a:t>
            </a:r>
            <a:r>
              <a:rPr kumimoji="1" lang="zh-CN" altLang="en-US" sz="2800" b="1" dirty="0" smtClean="0">
                <a:solidFill>
                  <a:srgbClr val="1F2039"/>
                </a:solidFill>
                <a:latin typeface="Times New Roman" panose="02020603050405020304" pitchFamily="18" charset="0"/>
                <a:cs typeface="Times New Roman" panose="02020603050405020304" pitchFamily="18" charset="0"/>
              </a:rPr>
              <a:t>个子</a:t>
            </a:r>
            <a:r>
              <a:rPr kumimoji="1" lang="zh-CN" altLang="en-US" sz="2800" b="1" dirty="0">
                <a:solidFill>
                  <a:srgbClr val="1F2039"/>
                </a:solidFill>
                <a:latin typeface="Times New Roman" panose="02020603050405020304" pitchFamily="18" charset="0"/>
                <a:cs typeface="Times New Roman" panose="02020603050405020304" pitchFamily="18" charset="0"/>
              </a:rPr>
              <a:t>词</a:t>
            </a:r>
            <a:r>
              <a:rPr kumimoji="1" lang="zh-CN" altLang="en-US" sz="2800" b="1" dirty="0" smtClean="0">
                <a:solidFill>
                  <a:srgbClr val="1F2039"/>
                </a:solidFill>
                <a:latin typeface="Times New Roman" panose="02020603050405020304" pitchFamily="18" charset="0"/>
                <a:cs typeface="Times New Roman" panose="02020603050405020304" pitchFamily="18" charset="0"/>
              </a:rPr>
              <a:t>用</a:t>
            </a:r>
            <a:r>
              <a:rPr kumimoji="1" lang="zh-CN" altLang="en-US" sz="2800" b="1" dirty="0">
                <a:solidFill>
                  <a:srgbClr val="1F2039"/>
                </a:solidFill>
                <a:latin typeface="Times New Roman" panose="02020603050405020304" pitchFamily="18" charset="0"/>
                <a:cs typeface="Times New Roman" panose="02020603050405020304" pitchFamily="18" charset="0"/>
              </a:rPr>
              <a:t>一个</a:t>
            </a:r>
            <a:r>
              <a:rPr kumimoji="1" lang="en-US" altLang="zh-CN" sz="2800" b="1" dirty="0">
                <a:solidFill>
                  <a:srgbClr val="FF0000"/>
                </a:solidFill>
                <a:latin typeface="Times New Roman" panose="02020603050405020304" pitchFamily="18" charset="0"/>
                <a:cs typeface="Times New Roman" panose="02020603050405020304" pitchFamily="18" charset="0"/>
              </a:rPr>
              <a:t>HMM</a:t>
            </a:r>
            <a:r>
              <a:rPr kumimoji="1" lang="zh-CN" altLang="en-US" sz="2800" b="1" dirty="0">
                <a:solidFill>
                  <a:srgbClr val="FF0000"/>
                </a:solidFill>
                <a:latin typeface="Times New Roman" panose="02020603050405020304" pitchFamily="18" charset="0"/>
                <a:cs typeface="Times New Roman" panose="02020603050405020304" pitchFamily="18" charset="0"/>
              </a:rPr>
              <a:t>模型</a:t>
            </a:r>
            <a:r>
              <a:rPr kumimoji="1" lang="zh-CN" altLang="en-US" sz="2800" b="1" dirty="0">
                <a:solidFill>
                  <a:srgbClr val="1F2039"/>
                </a:solidFill>
                <a:latin typeface="Times New Roman" panose="02020603050405020304" pitchFamily="18" charset="0"/>
                <a:cs typeface="Times New Roman" panose="02020603050405020304" pitchFamily="18" charset="0"/>
              </a:rPr>
              <a:t>及一套参数来表示。 </a:t>
            </a:r>
            <a:endParaRPr kumimoji="1" lang="zh-CN" altLang="en-US" sz="2800" b="1" dirty="0">
              <a:solidFill>
                <a:srgbClr val="1F2039"/>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6883"/>
                                        </p:tgtEl>
                                        <p:attrNameLst>
                                          <p:attrName>style.visibility</p:attrName>
                                        </p:attrNameLst>
                                      </p:cBhvr>
                                      <p:to>
                                        <p:strVal val="visible"/>
                                      </p:to>
                                    </p:set>
                                    <p:animEffect transition="in" filter="wipe(up)">
                                      <p:cBhvr>
                                        <p:cTn id="7" dur="500"/>
                                        <p:tgtEl>
                                          <p:spTgt spid="5068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6884"/>
                                        </p:tgtEl>
                                        <p:attrNameLst>
                                          <p:attrName>style.visibility</p:attrName>
                                        </p:attrNameLst>
                                      </p:cBhvr>
                                      <p:to>
                                        <p:strVal val="visible"/>
                                      </p:to>
                                    </p:set>
                                    <p:animEffect transition="in" filter="wipe(up)">
                                      <p:cBhvr>
                                        <p:cTn id="12" dur="500"/>
                                        <p:tgtEl>
                                          <p:spTgt spid="5068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6885"/>
                                        </p:tgtEl>
                                        <p:attrNameLst>
                                          <p:attrName>style.visibility</p:attrName>
                                        </p:attrNameLst>
                                      </p:cBhvr>
                                      <p:to>
                                        <p:strVal val="visible"/>
                                      </p:to>
                                    </p:set>
                                    <p:animEffect transition="in" filter="wipe(up)">
                                      <p:cBhvr>
                                        <p:cTn id="17" dur="500"/>
                                        <p:tgtEl>
                                          <p:spTgt spid="506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3" grpId="0" autoUpdateAnimBg="0"/>
      <p:bldP spid="506884" grpId="0" autoUpdateAnimBg="0"/>
      <p:bldP spid="506885"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0228" name="Object 4"/>
          <p:cNvGraphicFramePr>
            <a:graphicFrameLocks noChangeAspect="1"/>
          </p:cNvGraphicFramePr>
          <p:nvPr/>
        </p:nvGraphicFramePr>
        <p:xfrm>
          <a:off x="684213" y="2781300"/>
          <a:ext cx="7132637" cy="3208338"/>
        </p:xfrm>
        <a:graphic>
          <a:graphicData uri="http://schemas.openxmlformats.org/presentationml/2006/ole">
            <mc:AlternateContent xmlns:mc="http://schemas.openxmlformats.org/markup-compatibility/2006">
              <mc:Choice xmlns:v="urn:schemas-microsoft-com:vml" Requires="v">
                <p:oleObj spid="_x0000_s156716" name="Picture" r:id="rId1" imgW="5478780" imgH="2473960" progId="Word.Picture.8">
                  <p:embed/>
                </p:oleObj>
              </mc:Choice>
              <mc:Fallback>
                <p:oleObj name="Picture" r:id="rId1" imgW="5478780" imgH="2473960" progId="Word.Picture.8">
                  <p:embed/>
                  <p:pic>
                    <p:nvPicPr>
                      <p:cNvPr id="0" name="Picture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781300"/>
                        <a:ext cx="7132637" cy="3208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0226"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180227" name="Text Box 3"/>
          <p:cNvSpPr txBox="1">
            <a:spLocks noChangeArrowheads="1"/>
          </p:cNvSpPr>
          <p:nvPr/>
        </p:nvSpPr>
        <p:spPr bwMode="auto">
          <a:xfrm>
            <a:off x="635000" y="1905000"/>
            <a:ext cx="7059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solidFill>
                  <a:srgbClr val="1F2039"/>
                </a:solidFill>
                <a:latin typeface="Times New Roman" panose="02020603050405020304" pitchFamily="18" charset="0"/>
              </a:rPr>
              <a:t>基于子词单元的连续语音识别系统总体框图 </a:t>
            </a:r>
            <a:endParaRPr kumimoji="1" lang="zh-CN" altLang="en-US" sz="2800" b="1">
              <a:solidFill>
                <a:srgbClr val="1F2039"/>
              </a:solidFill>
              <a:latin typeface="Times New Roman" panose="02020603050405020304" pitchFamily="18" charset="0"/>
            </a:endParaRPr>
          </a:p>
        </p:txBody>
      </p:sp>
      <p:sp>
        <p:nvSpPr>
          <p:cNvPr id="7" name="AutoShape 48"/>
          <p:cNvSpPr>
            <a:spLocks noChangeArrowheads="1"/>
          </p:cNvSpPr>
          <p:nvPr/>
        </p:nvSpPr>
        <p:spPr bwMode="auto">
          <a:xfrm>
            <a:off x="4665638" y="6343558"/>
            <a:ext cx="3051175" cy="288032"/>
          </a:xfrm>
          <a:prstGeom prst="wedgeRoundRectCallout">
            <a:avLst>
              <a:gd name="adj1" fmla="val -58836"/>
              <a:gd name="adj2" fmla="val -276738"/>
              <a:gd name="adj3" fmla="val 16667"/>
            </a:avLst>
          </a:prstGeom>
          <a:solidFill>
            <a:schemeClr val="bg1"/>
          </a:solidFill>
          <a:ln w="38100" cmpd="dbl">
            <a:solidFill>
              <a:srgbClr val="FF0000"/>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400" dirty="0" smtClean="0"/>
              <a:t>词典和词表需要事先给定</a:t>
            </a:r>
            <a:endParaRPr lang="zh-CN" altLang="en-US" sz="1400" dirty="0"/>
          </a:p>
        </p:txBody>
      </p:sp>
      <p:grpSp>
        <p:nvGrpSpPr>
          <p:cNvPr id="2" name="组合 1"/>
          <p:cNvGrpSpPr/>
          <p:nvPr/>
        </p:nvGrpSpPr>
        <p:grpSpPr>
          <a:xfrm>
            <a:off x="179512" y="4077072"/>
            <a:ext cx="1944216" cy="864096"/>
            <a:chOff x="179512" y="4077072"/>
            <a:chExt cx="1944216" cy="864096"/>
          </a:xfrm>
        </p:grpSpPr>
        <p:sp>
          <p:nvSpPr>
            <p:cNvPr id="8" name="AutoShape 48"/>
            <p:cNvSpPr>
              <a:spLocks noChangeArrowheads="1"/>
            </p:cNvSpPr>
            <p:nvPr/>
          </p:nvSpPr>
          <p:spPr bwMode="auto">
            <a:xfrm>
              <a:off x="179512" y="4077072"/>
              <a:ext cx="1944216" cy="864096"/>
            </a:xfrm>
            <a:prstGeom prst="wedgeRoundRectCallout">
              <a:avLst>
                <a:gd name="adj1" fmla="val 84185"/>
                <a:gd name="adj2" fmla="val 117631"/>
                <a:gd name="adj3" fmla="val 16667"/>
              </a:avLst>
            </a:prstGeom>
            <a:solidFill>
              <a:schemeClr val="bg1"/>
            </a:solidFill>
            <a:ln w="38100" cmpd="dbl">
              <a:solidFill>
                <a:srgbClr val="FF0000"/>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dirty="0" smtClean="0"/>
                <a:t>词典和词表需要事先给定</a:t>
              </a:r>
              <a:endParaRPr lang="zh-CN" altLang="en-US" sz="1800" dirty="0"/>
            </a:p>
          </p:txBody>
        </p:sp>
        <p:sp>
          <p:nvSpPr>
            <p:cNvPr id="10" name="AutoShape 48"/>
            <p:cNvSpPr>
              <a:spLocks noChangeArrowheads="1"/>
            </p:cNvSpPr>
            <p:nvPr/>
          </p:nvSpPr>
          <p:spPr bwMode="auto">
            <a:xfrm>
              <a:off x="179512" y="4077072"/>
              <a:ext cx="1944216" cy="864096"/>
            </a:xfrm>
            <a:prstGeom prst="wedgeRoundRectCallout">
              <a:avLst>
                <a:gd name="adj1" fmla="val 257381"/>
                <a:gd name="adj2" fmla="val -32703"/>
                <a:gd name="adj3" fmla="val 16667"/>
              </a:avLst>
            </a:prstGeom>
            <a:solidFill>
              <a:schemeClr val="bg1"/>
            </a:solidFill>
            <a:ln w="38100" cmpd="dbl">
              <a:solidFill>
                <a:srgbClr val="FF0000"/>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dirty="0" smtClean="0"/>
                <a:t>子词模型（</a:t>
              </a:r>
              <a:r>
                <a:rPr lang="zh-CN" altLang="en-US" sz="1400" dirty="0" smtClean="0">
                  <a:solidFill>
                    <a:srgbClr val="0070C0"/>
                  </a:solidFill>
                </a:rPr>
                <a:t>声学模型</a:t>
              </a:r>
              <a:r>
                <a:rPr lang="zh-CN" altLang="en-US" sz="1400" dirty="0" smtClean="0"/>
                <a:t>）和</a:t>
              </a:r>
              <a:r>
                <a:rPr lang="zh-CN" altLang="en-US" sz="1400" dirty="0" smtClean="0">
                  <a:solidFill>
                    <a:srgbClr val="0070C0"/>
                  </a:solidFill>
                </a:rPr>
                <a:t>语言模型</a:t>
              </a:r>
              <a:r>
                <a:rPr lang="zh-CN" altLang="en-US" sz="1400" dirty="0" smtClean="0"/>
                <a:t>需要通过训练得到</a:t>
              </a:r>
              <a:endParaRPr lang="zh-CN" altLang="en-US" sz="1400" dirty="0"/>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righ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aphicFrame>
        <p:nvGraphicFramePr>
          <p:cNvPr id="3" name="对象 2"/>
          <p:cNvGraphicFramePr>
            <a:graphicFrameLocks noChangeAspect="1"/>
          </p:cNvGraphicFramePr>
          <p:nvPr/>
        </p:nvGraphicFramePr>
        <p:xfrm>
          <a:off x="3059113" y="1981200"/>
          <a:ext cx="2582862" cy="571500"/>
        </p:xfrm>
        <a:graphic>
          <a:graphicData uri="http://schemas.openxmlformats.org/presentationml/2006/ole">
            <mc:AlternateContent xmlns:mc="http://schemas.openxmlformats.org/markup-compatibility/2006">
              <mc:Choice xmlns:v="urn:schemas-microsoft-com:vml" Requires="v">
                <p:oleObj spid="_x0000_s157817" name="公式" r:id="rId1" imgW="1434465" imgH="317500" progId="Equation.3">
                  <p:embed/>
                </p:oleObj>
              </mc:Choice>
              <mc:Fallback>
                <p:oleObj name="公式" r:id="rId1" imgW="1434465" imgH="317500" progId="Equation.3">
                  <p:embed/>
                  <p:pic>
                    <p:nvPicPr>
                      <p:cNvPr id="0" name="Picture 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1981200"/>
                        <a:ext cx="2582862"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nvGraphicFramePr>
        <p:xfrm>
          <a:off x="2933700" y="2852738"/>
          <a:ext cx="2833688" cy="754062"/>
        </p:xfrm>
        <a:graphic>
          <a:graphicData uri="http://schemas.openxmlformats.org/presentationml/2006/ole">
            <mc:AlternateContent xmlns:mc="http://schemas.openxmlformats.org/markup-compatibility/2006">
              <mc:Choice xmlns:v="urn:schemas-microsoft-com:vml" Requires="v">
                <p:oleObj spid="_x0000_s157818" name="公式" r:id="rId3" imgW="1574800" imgH="419100" progId="Equation.3">
                  <p:embed/>
                </p:oleObj>
              </mc:Choice>
              <mc:Fallback>
                <p:oleObj name="公式" r:id="rId3" imgW="1574800" imgH="419100" progId="Equation.3">
                  <p:embed/>
                  <p:pic>
                    <p:nvPicPr>
                      <p:cNvPr id="0" name="Picture 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700" y="2852738"/>
                        <a:ext cx="2833688" cy="754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3081338" y="3892550"/>
          <a:ext cx="2787650" cy="547688"/>
        </p:xfrm>
        <a:graphic>
          <a:graphicData uri="http://schemas.openxmlformats.org/presentationml/2006/ole">
            <mc:AlternateContent xmlns:mc="http://schemas.openxmlformats.org/markup-compatibility/2006">
              <mc:Choice xmlns:v="urn:schemas-microsoft-com:vml" Requires="v">
                <p:oleObj spid="_x0000_s157819" name="公式" r:id="rId5" imgW="1548765" imgH="304800" progId="Equation.3">
                  <p:embed/>
                </p:oleObj>
              </mc:Choice>
              <mc:Fallback>
                <p:oleObj name="公式" r:id="rId5" imgW="1548765" imgH="304800" progId="Equation.3">
                  <p:embed/>
                  <p:pic>
                    <p:nvPicPr>
                      <p:cNvPr id="0" name="Picture 8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1338" y="3892550"/>
                        <a:ext cx="2787650"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圆角矩形标注 3"/>
          <p:cNvSpPr>
            <a:spLocks noChangeArrowheads="1"/>
          </p:cNvSpPr>
          <p:nvPr/>
        </p:nvSpPr>
        <p:spPr bwMode="auto">
          <a:xfrm>
            <a:off x="4248150" y="3779838"/>
            <a:ext cx="936625" cy="650875"/>
          </a:xfrm>
          <a:prstGeom prst="wedgeRoundRectCallout">
            <a:avLst>
              <a:gd name="adj1" fmla="val -72986"/>
              <a:gd name="adj2" fmla="val 115157"/>
              <a:gd name="adj3" fmla="val 16667"/>
            </a:avLst>
          </a:prstGeom>
          <a:noFill/>
          <a:ln w="15875" algn="ctr">
            <a:solidFill>
              <a:srgbClr val="FF0000"/>
            </a:solidFill>
            <a:round/>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9" name="圆角矩形标注 8"/>
          <p:cNvSpPr>
            <a:spLocks noChangeArrowheads="1"/>
          </p:cNvSpPr>
          <p:nvPr/>
        </p:nvSpPr>
        <p:spPr bwMode="auto">
          <a:xfrm>
            <a:off x="5219700" y="3789363"/>
            <a:ext cx="720725" cy="650875"/>
          </a:xfrm>
          <a:prstGeom prst="wedgeRoundRectCallout">
            <a:avLst>
              <a:gd name="adj1" fmla="val 81963"/>
              <a:gd name="adj2" fmla="val -125894"/>
              <a:gd name="adj3" fmla="val 16667"/>
            </a:avLst>
          </a:prstGeom>
          <a:noFill/>
          <a:ln w="15875" algn="ctr">
            <a:solidFill>
              <a:srgbClr val="FF0000"/>
            </a:solidFill>
            <a:round/>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5" name="文本框 4"/>
          <p:cNvSpPr txBox="1">
            <a:spLocks noChangeArrowheads="1"/>
          </p:cNvSpPr>
          <p:nvPr/>
        </p:nvSpPr>
        <p:spPr bwMode="auto">
          <a:xfrm>
            <a:off x="6227763" y="2997200"/>
            <a:ext cx="13398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a:solidFill>
                  <a:srgbClr val="FF0000"/>
                </a:solidFill>
              </a:rPr>
              <a:t>语言学得分</a:t>
            </a:r>
            <a:endParaRPr lang="zh-CN" altLang="en-US" sz="1800">
              <a:solidFill>
                <a:srgbClr val="FF0000"/>
              </a:solidFill>
            </a:endParaRPr>
          </a:p>
        </p:txBody>
      </p:sp>
      <p:sp>
        <p:nvSpPr>
          <p:cNvPr id="11" name="文本框 10"/>
          <p:cNvSpPr txBox="1">
            <a:spLocks noChangeArrowheads="1"/>
          </p:cNvSpPr>
          <p:nvPr/>
        </p:nvSpPr>
        <p:spPr bwMode="auto">
          <a:xfrm>
            <a:off x="3492500" y="4941888"/>
            <a:ext cx="110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a:solidFill>
                  <a:srgbClr val="FF0000"/>
                </a:solidFill>
              </a:rPr>
              <a:t>声学得分</a:t>
            </a:r>
            <a:endParaRPr lang="zh-CN" altLang="en-US" sz="18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right)">
                                      <p:cBhvr>
                                        <p:cTn id="22" dur="500"/>
                                        <p:tgtEl>
                                          <p:spTgt spid="4"/>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5" grpId="0"/>
      <p:bldP spid="11" grpId="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08931" name="Rectangle 3"/>
          <p:cNvSpPr>
            <a:spLocks noGrp="1" noChangeArrowheads="1"/>
          </p:cNvSpPr>
          <p:nvPr>
            <p:ph type="body" idx="1"/>
          </p:nvPr>
        </p:nvSpPr>
        <p:spPr>
          <a:xfrm>
            <a:off x="685800" y="1676400"/>
            <a:ext cx="7772400" cy="4953000"/>
          </a:xfrm>
          <a:noFill/>
        </p:spPr>
        <p:txBody>
          <a:bodyPr/>
          <a:lstStyle/>
          <a:p>
            <a:pPr eaLnBrk="1" hangingPunct="1">
              <a:lnSpc>
                <a:spcPct val="130000"/>
              </a:lnSpc>
              <a:buFontTx/>
              <a:buNone/>
            </a:pPr>
            <a:r>
              <a:rPr lang="zh-CN" altLang="en-US" sz="2800" b="1" dirty="0" smtClean="0">
                <a:solidFill>
                  <a:srgbClr val="1F2039"/>
                </a:solidFill>
                <a:latin typeface="Times New Roman" panose="02020603050405020304" pitchFamily="18" charset="0"/>
                <a:cs typeface="Times New Roman" panose="02020603050405020304" pitchFamily="18" charset="0"/>
              </a:rPr>
              <a:t>几个问题：</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spcBef>
                <a:spcPts val="1800"/>
              </a:spcBef>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1</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zh-CN" altLang="en-US" sz="2800" b="1" dirty="0" smtClean="0">
                <a:solidFill>
                  <a:srgbClr val="FF0000"/>
                </a:solidFill>
                <a:latin typeface="Times New Roman" panose="02020603050405020304" pitchFamily="18" charset="0"/>
                <a:cs typeface="Times New Roman" panose="02020603050405020304" pitchFamily="18" charset="0"/>
              </a:rPr>
              <a:t>基本声学单元（子词）的选择</a:t>
            </a:r>
            <a:r>
              <a:rPr lang="en-US" altLang="zh-CN" sz="2800" b="1" dirty="0" smtClean="0">
                <a:solidFill>
                  <a:srgbClr val="FF0000"/>
                </a:solidFill>
                <a:latin typeface="Times New Roman" panose="02020603050405020304" pitchFamily="18" charset="0"/>
                <a:cs typeface="Times New Roman" panose="02020603050405020304" pitchFamily="18" charset="0"/>
              </a:rPr>
              <a:t>?</a:t>
            </a:r>
            <a:endParaRPr lang="en-US" altLang="zh-CN" sz="2800" b="1" dirty="0" smtClean="0">
              <a:solidFill>
                <a:srgbClr val="FF0000"/>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2</a:t>
            </a:r>
            <a:r>
              <a:rPr lang="zh-CN" altLang="en-US" sz="2800" b="1" dirty="0" smtClean="0">
                <a:solidFill>
                  <a:srgbClr val="1F2039"/>
                </a:solidFill>
                <a:latin typeface="Times New Roman" panose="02020603050405020304" pitchFamily="18" charset="0"/>
                <a:cs typeface="Times New Roman" panose="02020603050405020304" pitchFamily="18" charset="0"/>
              </a:rPr>
              <a:t>）如何得到词模型</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3</a:t>
            </a:r>
            <a:r>
              <a:rPr lang="zh-CN" altLang="en-US" sz="2800" b="1" dirty="0" smtClean="0">
                <a:solidFill>
                  <a:srgbClr val="1F2039"/>
                </a:solidFill>
                <a:latin typeface="Times New Roman" panose="02020603050405020304" pitchFamily="18" charset="0"/>
                <a:cs typeface="Times New Roman" panose="02020603050405020304" pitchFamily="18" charset="0"/>
              </a:rPr>
              <a:t>）如何训练子词模型</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4</a:t>
            </a:r>
            <a:r>
              <a:rPr lang="zh-CN" altLang="en-US" sz="2800" b="1" dirty="0" smtClean="0">
                <a:solidFill>
                  <a:srgbClr val="1F2039"/>
                </a:solidFill>
                <a:latin typeface="Times New Roman" panose="02020603050405020304" pitchFamily="18" charset="0"/>
                <a:cs typeface="Times New Roman" panose="02020603050405020304" pitchFamily="18" charset="0"/>
              </a:rPr>
              <a:t>）如何利用语言学知识</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5</a:t>
            </a:r>
            <a:r>
              <a:rPr lang="zh-CN" altLang="en-US" sz="2800" b="1" dirty="0" smtClean="0">
                <a:solidFill>
                  <a:srgbClr val="1F2039"/>
                </a:solidFill>
                <a:latin typeface="Times New Roman" panose="02020603050405020304" pitchFamily="18" charset="0"/>
                <a:cs typeface="Times New Roman" panose="02020603050405020304" pitchFamily="18" charset="0"/>
              </a:rPr>
              <a:t>）如何识别</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buFontTx/>
              <a:buNone/>
            </a:pPr>
            <a:endParaRPr lang="zh-CN" altLang="en-US" sz="2800" b="1" dirty="0" smtClean="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8931">
                                            <p:txEl>
                                              <p:pRg st="0" end="0"/>
                                            </p:txEl>
                                          </p:spTgt>
                                        </p:tgtEl>
                                        <p:attrNameLst>
                                          <p:attrName>style.visibility</p:attrName>
                                        </p:attrNameLst>
                                      </p:cBhvr>
                                      <p:to>
                                        <p:strVal val="visible"/>
                                      </p:to>
                                    </p:set>
                                    <p:animEffect transition="in" filter="wipe(up)">
                                      <p:cBhvr>
                                        <p:cTn id="7" dur="500"/>
                                        <p:tgtEl>
                                          <p:spTgt spid="5089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8931">
                                            <p:txEl>
                                              <p:pRg st="1" end="1"/>
                                            </p:txEl>
                                          </p:spTgt>
                                        </p:tgtEl>
                                        <p:attrNameLst>
                                          <p:attrName>style.visibility</p:attrName>
                                        </p:attrNameLst>
                                      </p:cBhvr>
                                      <p:to>
                                        <p:strVal val="visible"/>
                                      </p:to>
                                    </p:set>
                                    <p:animEffect transition="in" filter="wipe(up)">
                                      <p:cBhvr>
                                        <p:cTn id="12" dur="500"/>
                                        <p:tgtEl>
                                          <p:spTgt spid="5089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8931">
                                            <p:txEl>
                                              <p:pRg st="2" end="2"/>
                                            </p:txEl>
                                          </p:spTgt>
                                        </p:tgtEl>
                                        <p:attrNameLst>
                                          <p:attrName>style.visibility</p:attrName>
                                        </p:attrNameLst>
                                      </p:cBhvr>
                                      <p:to>
                                        <p:strVal val="visible"/>
                                      </p:to>
                                    </p:set>
                                    <p:animEffect transition="in" filter="wipe(up)">
                                      <p:cBhvr>
                                        <p:cTn id="17" dur="500"/>
                                        <p:tgtEl>
                                          <p:spTgt spid="5089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8931">
                                            <p:txEl>
                                              <p:pRg st="3" end="3"/>
                                            </p:txEl>
                                          </p:spTgt>
                                        </p:tgtEl>
                                        <p:attrNameLst>
                                          <p:attrName>style.visibility</p:attrName>
                                        </p:attrNameLst>
                                      </p:cBhvr>
                                      <p:to>
                                        <p:strVal val="visible"/>
                                      </p:to>
                                    </p:set>
                                    <p:animEffect transition="in" filter="wipe(up)">
                                      <p:cBhvr>
                                        <p:cTn id="22" dur="500"/>
                                        <p:tgtEl>
                                          <p:spTgt spid="5089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8931">
                                            <p:txEl>
                                              <p:pRg st="4" end="4"/>
                                            </p:txEl>
                                          </p:spTgt>
                                        </p:tgtEl>
                                        <p:attrNameLst>
                                          <p:attrName>style.visibility</p:attrName>
                                        </p:attrNameLst>
                                      </p:cBhvr>
                                      <p:to>
                                        <p:strVal val="visible"/>
                                      </p:to>
                                    </p:set>
                                    <p:animEffect transition="in" filter="wipe(up)">
                                      <p:cBhvr>
                                        <p:cTn id="27" dur="500"/>
                                        <p:tgtEl>
                                          <p:spTgt spid="5089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8931">
                                            <p:txEl>
                                              <p:pRg st="5" end="5"/>
                                            </p:txEl>
                                          </p:spTgt>
                                        </p:tgtEl>
                                        <p:attrNameLst>
                                          <p:attrName>style.visibility</p:attrName>
                                        </p:attrNameLst>
                                      </p:cBhvr>
                                      <p:to>
                                        <p:strVal val="visible"/>
                                      </p:to>
                                    </p:set>
                                    <p:animEffect transition="in" filter="wipe(up)">
                                      <p:cBhvr>
                                        <p:cTn id="32" dur="500"/>
                                        <p:tgtEl>
                                          <p:spTgt spid="5089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1" grpId="0" autoUpdateAnimBg="0" build="p"/>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13027" name="Rectangle 3"/>
          <p:cNvSpPr>
            <a:spLocks noGrp="1" noChangeArrowheads="1"/>
          </p:cNvSpPr>
          <p:nvPr>
            <p:ph type="body" idx="1"/>
          </p:nvPr>
        </p:nvSpPr>
        <p:spPr>
          <a:xfrm>
            <a:off x="685800" y="1676400"/>
            <a:ext cx="7772400" cy="4953000"/>
          </a:xfrm>
          <a:noFill/>
        </p:spPr>
        <p:txBody>
          <a:bodyPr/>
          <a:lstStyle/>
          <a:p>
            <a:pPr eaLnBrk="1" hangingPunct="1">
              <a:lnSpc>
                <a:spcPct val="90000"/>
              </a:lnSpc>
              <a:buClr>
                <a:srgbClr val="9900FF"/>
              </a:buClr>
              <a:buFont typeface="Wingdings" panose="05000000000000000000" pitchFamily="2" charset="2"/>
              <a:buChar char="Ø"/>
            </a:pPr>
            <a:r>
              <a:rPr lang="zh-CN" altLang="en-US" sz="2800" b="1" dirty="0" smtClean="0">
                <a:solidFill>
                  <a:srgbClr val="1F2039"/>
                </a:solidFill>
                <a:latin typeface="宋体" panose="02010600030101010101" pitchFamily="2" charset="-122"/>
              </a:rPr>
              <a:t>声学模型</a:t>
            </a:r>
            <a:r>
              <a:rPr lang="zh-CN" altLang="en-US" sz="2800" b="1" dirty="0" smtClean="0">
                <a:solidFill>
                  <a:srgbClr val="1F2039"/>
                </a:solidFill>
                <a:latin typeface="Times New Roman" panose="02020603050405020304" pitchFamily="18" charset="0"/>
              </a:rPr>
              <a:t>  </a:t>
            </a:r>
            <a:endParaRPr lang="zh-CN" altLang="en-US" sz="2800" b="1" dirty="0" smtClean="0">
              <a:solidFill>
                <a:srgbClr val="1F2039"/>
              </a:solidFill>
              <a:latin typeface="Times New Roman" panose="02020603050405020304" pitchFamily="18" charset="0"/>
            </a:endParaRPr>
          </a:p>
          <a:p>
            <a:pPr eaLnBrk="1" hangingPunct="1">
              <a:lnSpc>
                <a:spcPct val="110000"/>
              </a:lnSpc>
              <a:buFontTx/>
              <a:buNone/>
            </a:pPr>
            <a:r>
              <a:rPr lang="zh-CN" altLang="en-US" sz="2800" b="1" dirty="0" smtClean="0">
                <a:solidFill>
                  <a:srgbClr val="1F2039"/>
                </a:solidFill>
                <a:latin typeface="Times New Roman" panose="02020603050405020304" pitchFamily="18" charset="0"/>
                <a:cs typeface="Times New Roman" panose="02020603050405020304" pitchFamily="18" charset="0"/>
              </a:rPr>
              <a:t>(1) 基本声学单元的选择 </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10000"/>
              </a:lnSpc>
            </a:pPr>
            <a:r>
              <a:rPr lang="zh-CN" altLang="en-US" sz="2800" b="1" dirty="0" smtClean="0">
                <a:solidFill>
                  <a:srgbClr val="1F2039"/>
                </a:solidFill>
                <a:latin typeface="Times New Roman" panose="02020603050405020304" pitchFamily="18" charset="0"/>
                <a:cs typeface="Times New Roman" panose="02020603050405020304" pitchFamily="18" charset="0"/>
              </a:rPr>
              <a:t>以词作为基本单元建立模型会造成大量不必要的冗余存储和计算。因此一般采用比词小的</a:t>
            </a:r>
            <a:r>
              <a:rPr lang="zh-CN" altLang="en-US" sz="2800" b="1" dirty="0" smtClean="0">
                <a:solidFill>
                  <a:srgbClr val="0070C0"/>
                </a:solidFill>
                <a:latin typeface="Times New Roman" panose="02020603050405020304" pitchFamily="18" charset="0"/>
                <a:cs typeface="Times New Roman" panose="02020603050405020304" pitchFamily="18" charset="0"/>
              </a:rPr>
              <a:t>子词基元</a:t>
            </a:r>
            <a:r>
              <a:rPr lang="zh-CN" altLang="en-US" sz="2800" b="1" dirty="0" smtClean="0">
                <a:solidFill>
                  <a:srgbClr val="1F2039"/>
                </a:solidFill>
                <a:latin typeface="Times New Roman" panose="02020603050405020304" pitchFamily="18" charset="0"/>
                <a:cs typeface="Times New Roman" panose="02020603050405020304" pitchFamily="18" charset="0"/>
              </a:rPr>
              <a:t>，如音节、半音节、音素等 。</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10000"/>
              </a:lnSpc>
            </a:pPr>
            <a:r>
              <a:rPr lang="zh-CN" altLang="en-US" sz="2800" b="1" dirty="0" smtClean="0">
                <a:solidFill>
                  <a:srgbClr val="1F2039"/>
                </a:solidFill>
                <a:latin typeface="Times New Roman" panose="02020603050405020304" pitchFamily="18" charset="0"/>
                <a:cs typeface="Times New Roman" panose="02020603050405020304" pitchFamily="18" charset="0"/>
              </a:rPr>
              <a:t>声学单元越小，其数量也就越少，训练模型的工作量也就越小；</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10000"/>
              </a:lnSpc>
            </a:pPr>
            <a:r>
              <a:rPr lang="zh-CN" altLang="en-US" sz="2800" b="1" dirty="0" smtClean="0">
                <a:solidFill>
                  <a:srgbClr val="1F2039"/>
                </a:solidFill>
                <a:latin typeface="Times New Roman" panose="02020603050405020304" pitchFamily="18" charset="0"/>
                <a:cs typeface="Times New Roman" panose="02020603050405020304" pitchFamily="18" charset="0"/>
              </a:rPr>
              <a:t>但是，单元越小，对上下文的敏感性越大，越容易受到前后相邻的影响而产生变异，因此其类型设计和训练样本的采集更困难。 </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3027">
                                            <p:txEl>
                                              <p:pRg st="0" end="0"/>
                                            </p:txEl>
                                          </p:spTgt>
                                        </p:tgtEl>
                                        <p:attrNameLst>
                                          <p:attrName>style.visibility</p:attrName>
                                        </p:attrNameLst>
                                      </p:cBhvr>
                                      <p:to>
                                        <p:strVal val="visible"/>
                                      </p:to>
                                    </p:set>
                                    <p:animEffect transition="in" filter="wipe(up)">
                                      <p:cBhvr>
                                        <p:cTn id="7" dur="500"/>
                                        <p:tgtEl>
                                          <p:spTgt spid="513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3027">
                                            <p:txEl>
                                              <p:pRg st="1" end="1"/>
                                            </p:txEl>
                                          </p:spTgt>
                                        </p:tgtEl>
                                        <p:attrNameLst>
                                          <p:attrName>style.visibility</p:attrName>
                                        </p:attrNameLst>
                                      </p:cBhvr>
                                      <p:to>
                                        <p:strVal val="visible"/>
                                      </p:to>
                                    </p:set>
                                    <p:animEffect transition="in" filter="wipe(up)">
                                      <p:cBhvr>
                                        <p:cTn id="12" dur="500"/>
                                        <p:tgtEl>
                                          <p:spTgt spid="513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3027">
                                            <p:txEl>
                                              <p:pRg st="2" end="2"/>
                                            </p:txEl>
                                          </p:spTgt>
                                        </p:tgtEl>
                                        <p:attrNameLst>
                                          <p:attrName>style.visibility</p:attrName>
                                        </p:attrNameLst>
                                      </p:cBhvr>
                                      <p:to>
                                        <p:strVal val="visible"/>
                                      </p:to>
                                    </p:set>
                                    <p:animEffect transition="in" filter="wipe(up)">
                                      <p:cBhvr>
                                        <p:cTn id="17" dur="500"/>
                                        <p:tgtEl>
                                          <p:spTgt spid="513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3027">
                                            <p:txEl>
                                              <p:pRg st="3" end="3"/>
                                            </p:txEl>
                                          </p:spTgt>
                                        </p:tgtEl>
                                        <p:attrNameLst>
                                          <p:attrName>style.visibility</p:attrName>
                                        </p:attrNameLst>
                                      </p:cBhvr>
                                      <p:to>
                                        <p:strVal val="visible"/>
                                      </p:to>
                                    </p:set>
                                    <p:animEffect transition="in" filter="wipe(up)">
                                      <p:cBhvr>
                                        <p:cTn id="22" dur="500"/>
                                        <p:tgtEl>
                                          <p:spTgt spid="5130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13027">
                                            <p:txEl>
                                              <p:pRg st="4" end="4"/>
                                            </p:txEl>
                                          </p:spTgt>
                                        </p:tgtEl>
                                        <p:attrNameLst>
                                          <p:attrName>style.visibility</p:attrName>
                                        </p:attrNameLst>
                                      </p:cBhvr>
                                      <p:to>
                                        <p:strVal val="visible"/>
                                      </p:to>
                                    </p:set>
                                    <p:animEffect transition="in" filter="wipe(up)">
                                      <p:cBhvr>
                                        <p:cTn id="27" dur="500"/>
                                        <p:tgtEl>
                                          <p:spTgt spid="513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autoUpdateAnimBg="0" build="p"/>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13027" name="Rectangle 3"/>
          <p:cNvSpPr>
            <a:spLocks noGrp="1" noChangeArrowheads="1"/>
          </p:cNvSpPr>
          <p:nvPr>
            <p:ph type="body" idx="1"/>
          </p:nvPr>
        </p:nvSpPr>
        <p:spPr>
          <a:xfrm>
            <a:off x="685800" y="1676400"/>
            <a:ext cx="7772400" cy="4953000"/>
          </a:xfrm>
          <a:noFill/>
        </p:spPr>
        <p:txBody>
          <a:bodyPr/>
          <a:lstStyle/>
          <a:p>
            <a:pPr eaLnBrk="1" hangingPunct="1"/>
            <a:r>
              <a:rPr lang="zh-CN" altLang="en-US" sz="2800" b="1" dirty="0" smtClean="0">
                <a:solidFill>
                  <a:srgbClr val="1F2039"/>
                </a:solidFill>
                <a:latin typeface="Times New Roman" panose="02020603050405020304" pitchFamily="18" charset="0"/>
                <a:cs typeface="Times New Roman" panose="02020603050405020304" pitchFamily="18" charset="0"/>
              </a:rPr>
              <a:t>子词的数量应该是</a:t>
            </a:r>
            <a:r>
              <a:rPr lang="zh-CN" altLang="en-US" sz="2800" b="1" dirty="0" smtClean="0">
                <a:solidFill>
                  <a:srgbClr val="0070C0"/>
                </a:solidFill>
                <a:latin typeface="Times New Roman" panose="02020603050405020304" pitchFamily="18" charset="0"/>
                <a:cs typeface="Times New Roman" panose="02020603050405020304" pitchFamily="18" charset="0"/>
              </a:rPr>
              <a:t>固定不变的</a:t>
            </a:r>
            <a:r>
              <a:rPr lang="zh-CN" altLang="en-US" sz="2800" b="1" dirty="0" smtClean="0">
                <a:solidFill>
                  <a:srgbClr val="1F2039"/>
                </a:solidFill>
                <a:latin typeface="Times New Roman" panose="02020603050405020304" pitchFamily="18" charset="0"/>
                <a:cs typeface="Times New Roman" panose="02020603050405020304" pitchFamily="18" charset="0"/>
              </a:rPr>
              <a:t>。因而，</a:t>
            </a:r>
            <a:r>
              <a:rPr lang="zh-CN" altLang="en-US" sz="2800" b="1" dirty="0" smtClean="0">
                <a:solidFill>
                  <a:srgbClr val="0070C0"/>
                </a:solidFill>
                <a:latin typeface="Times New Roman" panose="02020603050405020304" pitchFamily="18" charset="0"/>
                <a:cs typeface="Times New Roman" panose="02020603050405020304" pitchFamily="18" charset="0"/>
              </a:rPr>
              <a:t>英语</a:t>
            </a:r>
            <a:r>
              <a:rPr lang="zh-CN" altLang="en-US" sz="2800" b="1" dirty="0" smtClean="0">
                <a:solidFill>
                  <a:srgbClr val="1F2039"/>
                </a:solidFill>
                <a:latin typeface="Times New Roman" panose="02020603050405020304" pitchFamily="18" charset="0"/>
                <a:cs typeface="Times New Roman" panose="02020603050405020304" pitchFamily="18" charset="0"/>
              </a:rPr>
              <a:t>只能选择</a:t>
            </a:r>
            <a:r>
              <a:rPr lang="zh-CN" altLang="en-US" sz="2800" b="1" dirty="0" smtClean="0">
                <a:solidFill>
                  <a:srgbClr val="0070C0"/>
                </a:solidFill>
                <a:latin typeface="Times New Roman" panose="02020603050405020304" pitchFamily="18" charset="0"/>
                <a:cs typeface="Times New Roman" panose="02020603050405020304" pitchFamily="18" charset="0"/>
              </a:rPr>
              <a:t>音素</a:t>
            </a:r>
            <a:r>
              <a:rPr lang="zh-CN" altLang="en-US" sz="2800" b="1" dirty="0" smtClean="0">
                <a:solidFill>
                  <a:srgbClr val="1F2039"/>
                </a:solidFill>
                <a:latin typeface="Times New Roman" panose="02020603050405020304" pitchFamily="18" charset="0"/>
                <a:cs typeface="Times New Roman" panose="02020603050405020304" pitchFamily="18" charset="0"/>
              </a:rPr>
              <a:t>作为建模基元。</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a:p>
            <a:pPr eaLnBrk="1" hangingPunct="1"/>
            <a:r>
              <a:rPr lang="zh-CN" altLang="en-US" sz="2800" b="1" dirty="0">
                <a:solidFill>
                  <a:srgbClr val="0070C0"/>
                </a:solidFill>
                <a:latin typeface="Times New Roman" panose="02020603050405020304" pitchFamily="18" charset="0"/>
                <a:cs typeface="Times New Roman" panose="02020603050405020304" pitchFamily="18" charset="0"/>
              </a:rPr>
              <a:t>单</a:t>
            </a:r>
            <a:r>
              <a:rPr lang="zh-CN" altLang="en-US" sz="2800" b="1" dirty="0" smtClean="0">
                <a:solidFill>
                  <a:srgbClr val="0070C0"/>
                </a:solidFill>
                <a:latin typeface="Times New Roman" panose="02020603050405020304" pitchFamily="18" charset="0"/>
                <a:cs typeface="Times New Roman" panose="02020603050405020304" pitchFamily="18" charset="0"/>
              </a:rPr>
              <a:t>音素模型</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en-US" altLang="zh-CN" sz="2800" b="1" dirty="0" err="1" smtClean="0">
                <a:solidFill>
                  <a:srgbClr val="1F2039"/>
                </a:solidFill>
                <a:latin typeface="Times New Roman" panose="02020603050405020304" pitchFamily="18" charset="0"/>
                <a:cs typeface="Times New Roman" panose="02020603050405020304" pitchFamily="18" charset="0"/>
              </a:rPr>
              <a:t>Monophone</a:t>
            </a:r>
            <a:r>
              <a:rPr lang="zh-CN" altLang="en-US" sz="2800" b="1" dirty="0" smtClean="0">
                <a:solidFill>
                  <a:srgbClr val="1F2039"/>
                </a:solidFill>
                <a:latin typeface="Times New Roman" panose="02020603050405020304" pitchFamily="18" charset="0"/>
                <a:cs typeface="Times New Roman" panose="02020603050405020304" pitchFamily="18" charset="0"/>
              </a:rPr>
              <a:t>）：每个音素建立一个</a:t>
            </a:r>
            <a:r>
              <a:rPr lang="en-US" altLang="zh-CN" sz="2800" b="1" dirty="0" smtClean="0">
                <a:solidFill>
                  <a:srgbClr val="1F2039"/>
                </a:solidFill>
                <a:latin typeface="Times New Roman" panose="02020603050405020304" pitchFamily="18" charset="0"/>
                <a:cs typeface="Times New Roman" panose="02020603050405020304" pitchFamily="18" charset="0"/>
              </a:rPr>
              <a:t>HMM</a:t>
            </a:r>
            <a:r>
              <a:rPr lang="zh-CN" altLang="en-US" sz="2800" b="1" dirty="0" smtClean="0">
                <a:solidFill>
                  <a:srgbClr val="1F2039"/>
                </a:solidFill>
                <a:latin typeface="Times New Roman" panose="02020603050405020304" pitchFamily="18" charset="0"/>
                <a:cs typeface="Times New Roman" panose="02020603050405020304" pitchFamily="18" charset="0"/>
              </a:rPr>
              <a:t>模型。</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r>
              <a:rPr lang="zh-CN" altLang="en-US" sz="2800" b="1" dirty="0" smtClean="0">
                <a:solidFill>
                  <a:srgbClr val="0070C0"/>
                </a:solidFill>
                <a:latin typeface="Times New Roman" panose="02020603050405020304" pitchFamily="18" charset="0"/>
                <a:cs typeface="Times New Roman" panose="02020603050405020304" pitchFamily="18" charset="0"/>
              </a:rPr>
              <a:t>三音素模型</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en-US" altLang="zh-CN" sz="2800" b="1" dirty="0" err="1" smtClean="0">
                <a:solidFill>
                  <a:srgbClr val="1F2039"/>
                </a:solidFill>
                <a:latin typeface="Times New Roman" panose="02020603050405020304" pitchFamily="18" charset="0"/>
                <a:cs typeface="Times New Roman" panose="02020603050405020304" pitchFamily="18" charset="0"/>
              </a:rPr>
              <a:t>Triphone</a:t>
            </a:r>
            <a:r>
              <a:rPr lang="zh-CN" altLang="en-US" sz="2800" b="1" dirty="0">
                <a:solidFill>
                  <a:srgbClr val="1F2039"/>
                </a:solidFill>
                <a:latin typeface="Times New Roman" panose="02020603050405020304" pitchFamily="18" charset="0"/>
                <a:cs typeface="Times New Roman" panose="02020603050405020304" pitchFamily="18" charset="0"/>
              </a:rPr>
              <a:t>）：考虑协同发音</a:t>
            </a:r>
            <a:r>
              <a:rPr lang="zh-CN" altLang="en-US" sz="2800" b="1" dirty="0" smtClean="0">
                <a:solidFill>
                  <a:srgbClr val="1F2039"/>
                </a:solidFill>
                <a:latin typeface="Times New Roman" panose="02020603050405020304" pitchFamily="18" charset="0"/>
                <a:cs typeface="Times New Roman" panose="02020603050405020304" pitchFamily="18" charset="0"/>
              </a:rPr>
              <a:t>效应，上下文不同则建立不同的</a:t>
            </a:r>
            <a:r>
              <a:rPr lang="en-US" altLang="zh-CN" sz="2800" b="1" dirty="0" smtClean="0">
                <a:solidFill>
                  <a:srgbClr val="1F2039"/>
                </a:solidFill>
                <a:latin typeface="Times New Roman" panose="02020603050405020304" pitchFamily="18" charset="0"/>
                <a:cs typeface="Times New Roman" panose="02020603050405020304" pitchFamily="18" charset="0"/>
              </a:rPr>
              <a:t>HMM</a:t>
            </a:r>
            <a:r>
              <a:rPr lang="zh-CN" altLang="en-US" sz="2800" b="1" dirty="0" smtClean="0">
                <a:solidFill>
                  <a:srgbClr val="1F2039"/>
                </a:solidFill>
                <a:latin typeface="Times New Roman" panose="02020603050405020304" pitchFamily="18" charset="0"/>
                <a:cs typeface="Times New Roman" panose="02020603050405020304" pitchFamily="18" charset="0"/>
              </a:rPr>
              <a:t>模型。例如：</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marL="0" indent="0" eaLnBrk="1" hangingPunct="1">
              <a:lnSpc>
                <a:spcPct val="90000"/>
              </a:lnSpc>
              <a:buNone/>
            </a:pPr>
            <a:r>
              <a:rPr lang="en-US" altLang="zh-CN" sz="2800" b="1" dirty="0">
                <a:solidFill>
                  <a:srgbClr val="1F2039"/>
                </a:solidFill>
                <a:latin typeface="Times New Roman" panose="02020603050405020304" pitchFamily="18" charset="0"/>
                <a:cs typeface="Times New Roman" panose="02020603050405020304" pitchFamily="18" charset="0"/>
              </a:rPr>
              <a:t> </a:t>
            </a:r>
            <a:r>
              <a:rPr lang="en-US" altLang="zh-CN" sz="2800" b="1" dirty="0" smtClean="0">
                <a:solidFill>
                  <a:srgbClr val="1F2039"/>
                </a:solidFill>
                <a:latin typeface="Times New Roman" panose="02020603050405020304" pitchFamily="18" charset="0"/>
                <a:cs typeface="Times New Roman" panose="02020603050405020304" pitchFamily="18" charset="0"/>
              </a:rPr>
              <a:t>                           </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marL="0" indent="0" eaLnBrk="1" hangingPunct="1">
              <a:lnSpc>
                <a:spcPct val="90000"/>
              </a:lnSpc>
              <a:buNone/>
            </a:pPr>
            <a:r>
              <a:rPr lang="en-US" altLang="zh-CN" sz="2800" b="1" dirty="0">
                <a:solidFill>
                  <a:srgbClr val="1F2039"/>
                </a:solidFill>
                <a:latin typeface="Times New Roman" panose="02020603050405020304" pitchFamily="18" charset="0"/>
                <a:cs typeface="Times New Roman" panose="02020603050405020304" pitchFamily="18" charset="0"/>
              </a:rPr>
              <a:t> </a:t>
            </a:r>
            <a:r>
              <a:rPr lang="en-US" altLang="zh-CN" sz="2800" b="1" dirty="0" smtClean="0">
                <a:solidFill>
                  <a:srgbClr val="1F2039"/>
                </a:solidFill>
                <a:latin typeface="Times New Roman" panose="02020603050405020304" pitchFamily="18" charset="0"/>
                <a:cs typeface="Times New Roman" panose="02020603050405020304" pitchFamily="18" charset="0"/>
              </a:rPr>
              <a:t>                                     </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p:txBody>
      </p:sp>
      <p:sp>
        <p:nvSpPr>
          <p:cNvPr id="3" name="文本框 2"/>
          <p:cNvSpPr txBox="1"/>
          <p:nvPr/>
        </p:nvSpPr>
        <p:spPr>
          <a:xfrm>
            <a:off x="4017423" y="5067002"/>
            <a:ext cx="1340432" cy="861774"/>
          </a:xfrm>
          <a:prstGeom prst="rect">
            <a:avLst/>
          </a:prstGeom>
          <a:noFill/>
        </p:spPr>
        <p:txBody>
          <a:bodyPr wrap="none" rtlCol="0">
            <a:spAutoFit/>
          </a:bodyPr>
          <a:lstStyle/>
          <a:p>
            <a:r>
              <a:rPr lang="en-US" altLang="zh-CN" sz="3200" b="1" dirty="0" smtClean="0">
                <a:solidFill>
                  <a:srgbClr val="0070C0"/>
                </a:solidFill>
                <a:latin typeface="Times New Roman" panose="02020603050405020304" pitchFamily="18" charset="0"/>
                <a:cs typeface="Times New Roman" panose="02020603050405020304" pitchFamily="18" charset="0"/>
              </a:rPr>
              <a:t>t -</a:t>
            </a:r>
            <a:r>
              <a:rPr lang="en-US" altLang="zh-CN" sz="3200" b="1" dirty="0" err="1">
                <a:solidFill>
                  <a:srgbClr val="0070C0"/>
                </a:solidFill>
                <a:latin typeface="Times New Roman" panose="02020603050405020304" pitchFamily="18" charset="0"/>
                <a:cs typeface="Times New Roman" panose="02020603050405020304" pitchFamily="18" charset="0"/>
              </a:rPr>
              <a:t>iy+n</a:t>
            </a:r>
            <a:endParaRPr lang="zh-CN" altLang="en-US" sz="3200" b="1" dirty="0">
              <a:solidFill>
                <a:srgbClr val="0070C0"/>
              </a:solidFill>
              <a:latin typeface="Times New Roman" panose="02020603050405020304" pitchFamily="18" charset="0"/>
              <a:cs typeface="Times New Roman" panose="02020603050405020304" pitchFamily="18" charset="0"/>
            </a:endParaRPr>
          </a:p>
          <a:p>
            <a:endParaRPr lang="zh-CN" altLang="en-US" dirty="0"/>
          </a:p>
        </p:txBody>
      </p:sp>
      <p:sp>
        <p:nvSpPr>
          <p:cNvPr id="6" name="圆角矩形标注 5"/>
          <p:cNvSpPr>
            <a:spLocks noChangeArrowheads="1"/>
          </p:cNvSpPr>
          <p:nvPr/>
        </p:nvSpPr>
        <p:spPr bwMode="auto">
          <a:xfrm>
            <a:off x="4017423" y="5157191"/>
            <a:ext cx="339074" cy="504057"/>
          </a:xfrm>
          <a:prstGeom prst="wedgeRoundRectCallout">
            <a:avLst>
              <a:gd name="adj1" fmla="val -72986"/>
              <a:gd name="adj2" fmla="val 115157"/>
              <a:gd name="adj3" fmla="val 16667"/>
            </a:avLst>
          </a:prstGeom>
          <a:noFill/>
          <a:ln w="15875" algn="ctr">
            <a:solidFill>
              <a:srgbClr val="FF0000"/>
            </a:solidFill>
            <a:round/>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 name="圆角矩形标注 6"/>
          <p:cNvSpPr>
            <a:spLocks noChangeArrowheads="1"/>
          </p:cNvSpPr>
          <p:nvPr/>
        </p:nvSpPr>
        <p:spPr bwMode="auto">
          <a:xfrm>
            <a:off x="5032399" y="5157191"/>
            <a:ext cx="259681" cy="432049"/>
          </a:xfrm>
          <a:prstGeom prst="wedgeRoundRectCallout">
            <a:avLst>
              <a:gd name="adj1" fmla="val 81963"/>
              <a:gd name="adj2" fmla="val -125894"/>
              <a:gd name="adj3" fmla="val 16667"/>
            </a:avLst>
          </a:prstGeom>
          <a:noFill/>
          <a:ln w="15875" algn="ctr">
            <a:solidFill>
              <a:srgbClr val="FF0000"/>
            </a:solidFill>
            <a:round/>
          </a:ln>
          <a:extLst>
            <a:ext uri="{909E8E84-426E-40DD-AFC4-6F175D3DCCD1}">
              <a14:hiddenFill xmlns:a14="http://schemas.microsoft.com/office/drawing/2010/main">
                <a:solidFill>
                  <a:srgbClr val="FFFFFF"/>
                </a:solidFill>
              </a14:hiddenFill>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8" name="文本框 7"/>
          <p:cNvSpPr txBox="1">
            <a:spLocks noChangeArrowheads="1"/>
          </p:cNvSpPr>
          <p:nvPr/>
        </p:nvSpPr>
        <p:spPr bwMode="auto">
          <a:xfrm>
            <a:off x="5273487" y="4488097"/>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dirty="0" smtClean="0">
                <a:solidFill>
                  <a:srgbClr val="FF0000"/>
                </a:solidFill>
              </a:rPr>
              <a:t>下文</a:t>
            </a:r>
            <a:endParaRPr lang="zh-CN" altLang="en-US" sz="1800" dirty="0">
              <a:solidFill>
                <a:srgbClr val="FF0000"/>
              </a:solidFill>
            </a:endParaRPr>
          </a:p>
        </p:txBody>
      </p:sp>
      <p:sp>
        <p:nvSpPr>
          <p:cNvPr id="9" name="文本框 8"/>
          <p:cNvSpPr txBox="1">
            <a:spLocks noChangeArrowheads="1"/>
          </p:cNvSpPr>
          <p:nvPr/>
        </p:nvSpPr>
        <p:spPr bwMode="auto">
          <a:xfrm>
            <a:off x="3508918" y="6002872"/>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800" dirty="0">
                <a:solidFill>
                  <a:srgbClr val="FF0000"/>
                </a:solidFill>
              </a:rPr>
              <a:t>上文</a:t>
            </a:r>
            <a:endParaRPr lang="zh-CN" altLang="en-US" sz="18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3027">
                                            <p:txEl>
                                              <p:pRg st="0" end="0"/>
                                            </p:txEl>
                                          </p:spTgt>
                                        </p:tgtEl>
                                        <p:attrNameLst>
                                          <p:attrName>style.visibility</p:attrName>
                                        </p:attrNameLst>
                                      </p:cBhvr>
                                      <p:to>
                                        <p:strVal val="visible"/>
                                      </p:to>
                                    </p:set>
                                    <p:animEffect transition="in" filter="wipe(up)">
                                      <p:cBhvr>
                                        <p:cTn id="7" dur="500"/>
                                        <p:tgtEl>
                                          <p:spTgt spid="513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3027">
                                            <p:txEl>
                                              <p:pRg st="1" end="1"/>
                                            </p:txEl>
                                          </p:spTgt>
                                        </p:tgtEl>
                                        <p:attrNameLst>
                                          <p:attrName>style.visibility</p:attrName>
                                        </p:attrNameLst>
                                      </p:cBhvr>
                                      <p:to>
                                        <p:strVal val="visible"/>
                                      </p:to>
                                    </p:set>
                                    <p:animEffect transition="in" filter="wipe(up)">
                                      <p:cBhvr>
                                        <p:cTn id="12" dur="500"/>
                                        <p:tgtEl>
                                          <p:spTgt spid="513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3027">
                                            <p:txEl>
                                              <p:pRg st="2" end="2"/>
                                            </p:txEl>
                                          </p:spTgt>
                                        </p:tgtEl>
                                        <p:attrNameLst>
                                          <p:attrName>style.visibility</p:attrName>
                                        </p:attrNameLst>
                                      </p:cBhvr>
                                      <p:to>
                                        <p:strVal val="visible"/>
                                      </p:to>
                                    </p:set>
                                    <p:animEffect transition="in" filter="wipe(up)">
                                      <p:cBhvr>
                                        <p:cTn id="17" dur="500"/>
                                        <p:tgtEl>
                                          <p:spTgt spid="513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righ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autoUpdateAnimBg="0" build="p"/>
      <p:bldP spid="3" grpId="0"/>
      <p:bldP spid="6" grpId="0" animBg="1"/>
      <p:bldP spid="7" grpId="0" animBg="1"/>
      <p:bldP spid="8" grpId="0"/>
      <p:bldP spid="9" grpId="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13027" name="Rectangle 3"/>
          <p:cNvSpPr>
            <a:spLocks noGrp="1" noChangeArrowheads="1"/>
          </p:cNvSpPr>
          <p:nvPr>
            <p:ph type="body" idx="1"/>
          </p:nvPr>
        </p:nvSpPr>
        <p:spPr>
          <a:xfrm>
            <a:off x="685800" y="1676400"/>
            <a:ext cx="7772400" cy="4953000"/>
          </a:xfrm>
          <a:noFill/>
        </p:spPr>
        <p:txBody>
          <a:bodyPr/>
          <a:lstStyle/>
          <a:p>
            <a:pPr eaLnBrk="1" hangingPunct="1"/>
            <a:r>
              <a:rPr lang="en-US" altLang="zh-CN" sz="2800" b="1" dirty="0" err="1" smtClean="0">
                <a:solidFill>
                  <a:srgbClr val="1F2039"/>
                </a:solidFill>
                <a:latin typeface="Times New Roman" panose="02020603050405020304" pitchFamily="18" charset="0"/>
                <a:cs typeface="Times New Roman" panose="02020603050405020304" pitchFamily="18" charset="0"/>
              </a:rPr>
              <a:t>Triphone</a:t>
            </a:r>
            <a:r>
              <a:rPr lang="zh-CN" altLang="en-US" sz="2800" b="1" dirty="0" smtClean="0">
                <a:solidFill>
                  <a:srgbClr val="1F2039"/>
                </a:solidFill>
                <a:latin typeface="Times New Roman" panose="02020603050405020304" pitchFamily="18" charset="0"/>
                <a:cs typeface="Times New Roman" panose="02020603050405020304" pitchFamily="18" charset="0"/>
              </a:rPr>
              <a:t>数量太多（</a:t>
            </a:r>
            <a:r>
              <a:rPr lang="en-US" altLang="zh-CN" sz="2800" b="1" dirty="0" smtClean="0">
                <a:solidFill>
                  <a:srgbClr val="0070C0"/>
                </a:solidFill>
                <a:latin typeface="Times New Roman" panose="02020603050405020304" pitchFamily="18" charset="0"/>
                <a:cs typeface="Times New Roman" panose="02020603050405020304" pitchFamily="18" charset="0"/>
              </a:rPr>
              <a:t>48×48×48</a:t>
            </a:r>
            <a:r>
              <a:rPr lang="zh-CN" altLang="en-US" sz="2800" b="1" dirty="0" smtClean="0">
                <a:solidFill>
                  <a:srgbClr val="1F2039"/>
                </a:solidFill>
                <a:latin typeface="Times New Roman" panose="02020603050405020304" pitchFamily="18" charset="0"/>
                <a:cs typeface="Times New Roman" panose="02020603050405020304" pitchFamily="18" charset="0"/>
              </a:rPr>
              <a:t>），建模时需要太多数据。</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a:p>
            <a:pPr eaLnBrk="1" hangingPunct="1"/>
            <a:r>
              <a:rPr lang="zh-CN" altLang="en-US" sz="2800" b="1" dirty="0" smtClean="0">
                <a:latin typeface="Times New Roman" panose="02020603050405020304" pitchFamily="18" charset="0"/>
                <a:cs typeface="Times New Roman" panose="02020603050405020304" pitchFamily="18" charset="0"/>
              </a:rPr>
              <a:t>解决方法：</a:t>
            </a:r>
            <a:r>
              <a:rPr lang="zh-CN" altLang="en-US" sz="2800" b="1" dirty="0" smtClean="0">
                <a:solidFill>
                  <a:srgbClr val="0070C0"/>
                </a:solidFill>
                <a:latin typeface="Times New Roman" panose="02020603050405020304" pitchFamily="18" charset="0"/>
                <a:cs typeface="Times New Roman" panose="02020603050405020304" pitchFamily="18" charset="0"/>
              </a:rPr>
              <a:t>状态绑定</a:t>
            </a:r>
            <a:r>
              <a:rPr lang="zh-CN" altLang="en-US" sz="2800" b="1" dirty="0" smtClean="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a:p>
            <a:pPr eaLnBrk="1" hangingPunct="1"/>
            <a:r>
              <a:rPr lang="en-US" altLang="zh-CN" sz="1800" b="1" dirty="0">
                <a:latin typeface="Times New Roman" panose="02020603050405020304" pitchFamily="18" charset="0"/>
                <a:cs typeface="Times New Roman" panose="02020603050405020304" pitchFamily="18" charset="0"/>
              </a:rPr>
              <a:t>Young, S. . "Tree-based state tying for high accuracy acoustic modeling." Proc. ARPA Human Language Technology Workshop 1994.</a:t>
            </a:r>
            <a:endParaRPr lang="en-US" altLang="zh-CN" sz="1800" b="1" dirty="0" smtClean="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3529" y="3861253"/>
            <a:ext cx="5378443" cy="2535552"/>
          </a:xfrm>
          <a:prstGeom prst="rect">
            <a:avLst/>
          </a:prstGeom>
        </p:spPr>
      </p:pic>
      <p:sp>
        <p:nvSpPr>
          <p:cNvPr id="4" name="矩形 3"/>
          <p:cNvSpPr/>
          <p:nvPr/>
        </p:nvSpPr>
        <p:spPr>
          <a:xfrm>
            <a:off x="5866722" y="4221088"/>
            <a:ext cx="2953749" cy="1966116"/>
          </a:xfrm>
          <a:prstGeom prst="rect">
            <a:avLst/>
          </a:prstGeom>
        </p:spPr>
        <p:txBody>
          <a:bodyPr wrap="square">
            <a:spAutoFit/>
          </a:bodyPr>
          <a:lstStyle/>
          <a:p>
            <a:pPr>
              <a:lnSpc>
                <a:spcPct val="110000"/>
              </a:lnSpc>
            </a:pPr>
            <a:r>
              <a:rPr lang="en-US" altLang="zh-CN" sz="1600" b="1" dirty="0" smtClean="0">
                <a:solidFill>
                  <a:srgbClr val="000000"/>
                </a:solidFill>
                <a:latin typeface="Times New Roman" panose="02020603050405020304" pitchFamily="18" charset="0"/>
                <a:cs typeface="Times New Roman" panose="02020603050405020304" pitchFamily="18" charset="0"/>
              </a:rPr>
              <a:t>1</a:t>
            </a:r>
            <a:r>
              <a:rPr lang="zh-CN" altLang="en-US" sz="1600" b="1" dirty="0" smtClean="0">
                <a:solidFill>
                  <a:srgbClr val="000000"/>
                </a:solidFill>
                <a:latin typeface="Times New Roman" panose="02020603050405020304" pitchFamily="18" charset="0"/>
                <a:cs typeface="Times New Roman" panose="02020603050405020304" pitchFamily="18" charset="0"/>
              </a:rPr>
              <a:t>）用</a:t>
            </a:r>
            <a:r>
              <a:rPr lang="en-US" altLang="zh-CN" sz="1600" b="1" dirty="0" smtClean="0">
                <a:solidFill>
                  <a:srgbClr val="000000"/>
                </a:solidFill>
                <a:latin typeface="Times New Roman" panose="02020603050405020304" pitchFamily="18" charset="0"/>
                <a:cs typeface="Times New Roman" panose="02020603050405020304" pitchFamily="18" charset="0"/>
              </a:rPr>
              <a:t>BW</a:t>
            </a:r>
            <a:r>
              <a:rPr lang="zh-CN" altLang="en-US" sz="1600" b="1" dirty="0" smtClean="0">
                <a:solidFill>
                  <a:srgbClr val="000000"/>
                </a:solidFill>
                <a:latin typeface="Times New Roman" panose="02020603050405020304" pitchFamily="18" charset="0"/>
                <a:cs typeface="Times New Roman" panose="02020603050405020304" pitchFamily="18" charset="0"/>
              </a:rPr>
              <a:t>算法训练</a:t>
            </a:r>
            <a:r>
              <a:rPr lang="en-US" altLang="zh-CN" sz="1600" b="1" dirty="0" err="1" smtClean="0">
                <a:solidFill>
                  <a:srgbClr val="000000"/>
                </a:solidFill>
                <a:latin typeface="Times New Roman" panose="02020603050405020304" pitchFamily="18" charset="0"/>
                <a:cs typeface="Times New Roman" panose="02020603050405020304" pitchFamily="18" charset="0"/>
              </a:rPr>
              <a:t>Monophone</a:t>
            </a:r>
            <a:endParaRPr lang="en-US" altLang="zh-CN" sz="1600" b="1" dirty="0" smtClean="0">
              <a:solidFill>
                <a:srgbClr val="000000"/>
              </a:solidFill>
              <a:latin typeface="Times New Roman" panose="02020603050405020304" pitchFamily="18" charset="0"/>
              <a:cs typeface="Times New Roman" panose="02020603050405020304" pitchFamily="18" charset="0"/>
            </a:endParaRPr>
          </a:p>
          <a:p>
            <a:pPr>
              <a:lnSpc>
                <a:spcPct val="110000"/>
              </a:lnSpc>
            </a:pPr>
            <a:r>
              <a:rPr lang="en-US" altLang="zh-CN" sz="1600" b="1" dirty="0" smtClean="0">
                <a:solidFill>
                  <a:srgbClr val="000000"/>
                </a:solidFill>
                <a:latin typeface="Times New Roman" panose="02020603050405020304" pitchFamily="18" charset="0"/>
                <a:cs typeface="Times New Roman" panose="02020603050405020304" pitchFamily="18" charset="0"/>
              </a:rPr>
              <a:t>2</a:t>
            </a:r>
            <a:r>
              <a:rPr lang="zh-CN" altLang="en-US" sz="1600" b="1" dirty="0" smtClean="0">
                <a:solidFill>
                  <a:srgbClr val="000000"/>
                </a:solidFill>
                <a:latin typeface="Times New Roman" panose="02020603050405020304" pitchFamily="18" charset="0"/>
                <a:cs typeface="Times New Roman" panose="02020603050405020304" pitchFamily="18" charset="0"/>
              </a:rPr>
              <a:t>）用</a:t>
            </a:r>
            <a:r>
              <a:rPr lang="en-US" altLang="zh-CN" sz="1600" b="1" dirty="0" err="1" smtClean="0">
                <a:solidFill>
                  <a:srgbClr val="000000"/>
                </a:solidFill>
                <a:latin typeface="Times New Roman" panose="02020603050405020304" pitchFamily="18" charset="0"/>
                <a:cs typeface="Times New Roman" panose="02020603050405020304" pitchFamily="18" charset="0"/>
              </a:rPr>
              <a:t>Monophone</a:t>
            </a:r>
            <a:r>
              <a:rPr lang="zh-CN" altLang="en-US" sz="1600" b="1" dirty="0" smtClean="0">
                <a:solidFill>
                  <a:srgbClr val="000000"/>
                </a:solidFill>
                <a:latin typeface="Times New Roman" panose="02020603050405020304" pitchFamily="18" charset="0"/>
                <a:cs typeface="Times New Roman" panose="02020603050405020304" pitchFamily="18" charset="0"/>
              </a:rPr>
              <a:t>初始化</a:t>
            </a:r>
            <a:r>
              <a:rPr lang="en-US" altLang="zh-CN" sz="1600" b="1" dirty="0" err="1" smtClean="0">
                <a:solidFill>
                  <a:srgbClr val="000000"/>
                </a:solidFill>
                <a:latin typeface="Times New Roman" panose="02020603050405020304" pitchFamily="18" charset="0"/>
                <a:cs typeface="Times New Roman" panose="02020603050405020304" pitchFamily="18" charset="0"/>
              </a:rPr>
              <a:t>Triphone</a:t>
            </a:r>
            <a:r>
              <a:rPr lang="zh-CN" altLang="en-US" sz="1600" b="1" dirty="0" smtClean="0">
                <a:solidFill>
                  <a:srgbClr val="000000"/>
                </a:solidFill>
                <a:latin typeface="Times New Roman" panose="02020603050405020304" pitchFamily="18" charset="0"/>
                <a:cs typeface="Times New Roman" panose="02020603050405020304" pitchFamily="18" charset="0"/>
              </a:rPr>
              <a:t>，用</a:t>
            </a:r>
            <a:r>
              <a:rPr lang="en-US" altLang="zh-CN" sz="1600" b="1" dirty="0" smtClean="0">
                <a:solidFill>
                  <a:srgbClr val="000000"/>
                </a:solidFill>
                <a:latin typeface="Times New Roman" panose="02020603050405020304" pitchFamily="18" charset="0"/>
                <a:cs typeface="Times New Roman" panose="02020603050405020304" pitchFamily="18" charset="0"/>
              </a:rPr>
              <a:t>BW</a:t>
            </a:r>
            <a:r>
              <a:rPr lang="zh-CN" altLang="en-US" sz="1600" b="1" dirty="0" smtClean="0">
                <a:solidFill>
                  <a:srgbClr val="000000"/>
                </a:solidFill>
                <a:latin typeface="Times New Roman" panose="02020603050405020304" pitchFamily="18" charset="0"/>
                <a:cs typeface="Times New Roman" panose="02020603050405020304" pitchFamily="18" charset="0"/>
              </a:rPr>
              <a:t>算法训练。</a:t>
            </a:r>
            <a:endParaRPr lang="en-US" altLang="zh-CN" sz="1600" b="1" dirty="0" smtClean="0">
              <a:solidFill>
                <a:srgbClr val="000000"/>
              </a:solidFill>
              <a:latin typeface="Times New Roman" panose="02020603050405020304" pitchFamily="18" charset="0"/>
              <a:cs typeface="Times New Roman" panose="02020603050405020304" pitchFamily="18" charset="0"/>
            </a:endParaRPr>
          </a:p>
          <a:p>
            <a:pPr>
              <a:lnSpc>
                <a:spcPct val="110000"/>
              </a:lnSpc>
            </a:pPr>
            <a:r>
              <a:rPr lang="en-US" altLang="zh-CN" sz="1600" b="1" dirty="0" smtClean="0">
                <a:solidFill>
                  <a:srgbClr val="000000"/>
                </a:solidFill>
                <a:latin typeface="Times New Roman" panose="02020603050405020304" pitchFamily="18" charset="0"/>
                <a:cs typeface="Times New Roman" panose="02020603050405020304" pitchFamily="18" charset="0"/>
              </a:rPr>
              <a:t>3</a:t>
            </a:r>
            <a:r>
              <a:rPr lang="zh-CN" altLang="en-US" sz="1600" b="1" dirty="0" smtClean="0">
                <a:solidFill>
                  <a:srgbClr val="000000"/>
                </a:solidFill>
                <a:latin typeface="Times New Roman" panose="02020603050405020304" pitchFamily="18" charset="0"/>
                <a:cs typeface="Times New Roman" panose="02020603050405020304" pitchFamily="18" charset="0"/>
              </a:rPr>
              <a:t>）中心</a:t>
            </a:r>
            <a:r>
              <a:rPr lang="zh-CN" altLang="en-US" sz="1600" b="1" dirty="0">
                <a:solidFill>
                  <a:srgbClr val="000000"/>
                </a:solidFill>
                <a:latin typeface="Times New Roman" panose="02020603050405020304" pitchFamily="18" charset="0"/>
                <a:cs typeface="Times New Roman" panose="02020603050405020304" pitchFamily="18" charset="0"/>
              </a:rPr>
              <a:t>音素相同的三音素被聚类，一个典型的状态被选择出，同类的状态绑定该状态。</a:t>
            </a:r>
            <a:endParaRPr lang="zh-CN" altLang="en-US" sz="1600" b="1" dirty="0">
              <a:solidFill>
                <a:srgbClr val="000000"/>
              </a:solidFill>
              <a:latin typeface="Times New Roman" panose="02020603050405020304" pitchFamily="18" charset="0"/>
              <a:cs typeface="Times New Roman" panose="02020603050405020304" pitchFamily="18" charset="0"/>
            </a:endParaRPr>
          </a:p>
          <a:p>
            <a:pPr>
              <a:lnSpc>
                <a:spcPct val="110000"/>
              </a:lnSpc>
            </a:pPr>
            <a:r>
              <a:rPr lang="en-US" altLang="zh-CN" sz="1600" b="1" dirty="0" smtClean="0">
                <a:solidFill>
                  <a:srgbClr val="000000"/>
                </a:solidFill>
                <a:latin typeface="Times New Roman" panose="02020603050405020304" pitchFamily="18" charset="0"/>
                <a:cs typeface="Times New Roman" panose="02020603050405020304" pitchFamily="18" charset="0"/>
              </a:rPr>
              <a:t>4</a:t>
            </a:r>
            <a:r>
              <a:rPr lang="zh-CN" altLang="en-US" sz="1600" b="1" dirty="0" smtClean="0">
                <a:solidFill>
                  <a:srgbClr val="000000"/>
                </a:solidFill>
                <a:latin typeface="Times New Roman" panose="02020603050405020304" pitchFamily="18" charset="0"/>
                <a:cs typeface="Times New Roman" panose="02020603050405020304" pitchFamily="18" charset="0"/>
              </a:rPr>
              <a:t>）</a:t>
            </a:r>
            <a:r>
              <a:rPr lang="zh-CN" altLang="en-US" sz="1600" b="1" dirty="0">
                <a:solidFill>
                  <a:srgbClr val="000000"/>
                </a:solidFill>
                <a:latin typeface="Times New Roman" panose="02020603050405020304" pitchFamily="18" charset="0"/>
                <a:cs typeface="Times New Roman" panose="02020603050405020304" pitchFamily="18" charset="0"/>
              </a:rPr>
              <a:t> </a:t>
            </a:r>
            <a:r>
              <a:rPr lang="zh-CN" altLang="en-US" sz="1600" b="1" dirty="0" smtClean="0">
                <a:solidFill>
                  <a:srgbClr val="000000"/>
                </a:solidFill>
                <a:latin typeface="Times New Roman" panose="02020603050405020304" pitchFamily="18" charset="0"/>
                <a:cs typeface="Times New Roman" panose="02020603050405020304" pitchFamily="18" charset="0"/>
              </a:rPr>
              <a:t>增加</a:t>
            </a:r>
            <a:r>
              <a:rPr lang="en-US" altLang="zh-CN" sz="1600" b="1" dirty="0" smtClean="0">
                <a:solidFill>
                  <a:srgbClr val="000000"/>
                </a:solidFill>
                <a:latin typeface="Times New Roman" panose="02020603050405020304" pitchFamily="18" charset="0"/>
                <a:cs typeface="Times New Roman" panose="02020603050405020304" pitchFamily="18" charset="0"/>
              </a:rPr>
              <a:t>GMM</a:t>
            </a:r>
            <a:r>
              <a:rPr lang="zh-CN" altLang="en-US" sz="1600" b="1" dirty="0" smtClean="0">
                <a:solidFill>
                  <a:srgbClr val="000000"/>
                </a:solidFill>
                <a:latin typeface="Times New Roman" panose="02020603050405020304" pitchFamily="18" charset="0"/>
                <a:cs typeface="Times New Roman" panose="02020603050405020304" pitchFamily="18" charset="0"/>
              </a:rPr>
              <a:t>混合分量数。</a:t>
            </a:r>
            <a:endParaRPr lang="zh-CN" altLang="en-US" sz="1600" b="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3027">
                                            <p:txEl>
                                              <p:pRg st="0" end="0"/>
                                            </p:txEl>
                                          </p:spTgt>
                                        </p:tgtEl>
                                        <p:attrNameLst>
                                          <p:attrName>style.visibility</p:attrName>
                                        </p:attrNameLst>
                                      </p:cBhvr>
                                      <p:to>
                                        <p:strVal val="visible"/>
                                      </p:to>
                                    </p:set>
                                    <p:animEffect transition="in" filter="wipe(up)">
                                      <p:cBhvr>
                                        <p:cTn id="7" dur="500"/>
                                        <p:tgtEl>
                                          <p:spTgt spid="513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3027">
                                            <p:txEl>
                                              <p:pRg st="1" end="1"/>
                                            </p:txEl>
                                          </p:spTgt>
                                        </p:tgtEl>
                                        <p:attrNameLst>
                                          <p:attrName>style.visibility</p:attrName>
                                        </p:attrNameLst>
                                      </p:cBhvr>
                                      <p:to>
                                        <p:strVal val="visible"/>
                                      </p:to>
                                    </p:set>
                                    <p:animEffect transition="in" filter="wipe(up)">
                                      <p:cBhvr>
                                        <p:cTn id="12" dur="500"/>
                                        <p:tgtEl>
                                          <p:spTgt spid="513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3027">
                                            <p:txEl>
                                              <p:pRg st="2" end="2"/>
                                            </p:txEl>
                                          </p:spTgt>
                                        </p:tgtEl>
                                        <p:attrNameLst>
                                          <p:attrName>style.visibility</p:attrName>
                                        </p:attrNameLst>
                                      </p:cBhvr>
                                      <p:to>
                                        <p:strVal val="visible"/>
                                      </p:to>
                                    </p:set>
                                    <p:animEffect transition="in" filter="wipe(up)">
                                      <p:cBhvr>
                                        <p:cTn id="17" dur="500"/>
                                        <p:tgtEl>
                                          <p:spTgt spid="513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up)">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autoUpdateAnimBg="0" build="p"/>
      <p:bldP spid="4" grpId="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pPr eaLnBrk="1" hangingPunct="1"/>
            <a:r>
              <a:rPr lang="zh-CN" altLang="en-US" dirty="0" smtClean="0">
                <a:latin typeface="华文中宋" panose="02010600040101010101" pitchFamily="2" charset="-122"/>
                <a:ea typeface="仿宋_GB2312" pitchFamily="49" charset="-122"/>
              </a:rPr>
              <a:t>语音识别算法</a:t>
            </a:r>
            <a:endParaRPr lang="zh-CN" altLang="en-US" dirty="0" smtClean="0">
              <a:solidFill>
                <a:schemeClr val="accent2"/>
              </a:solidFill>
            </a:endParaRPr>
          </a:p>
        </p:txBody>
      </p:sp>
      <p:sp>
        <p:nvSpPr>
          <p:cNvPr id="513027" name="Rectangle 3"/>
          <p:cNvSpPr>
            <a:spLocks noGrp="1" noChangeArrowheads="1"/>
          </p:cNvSpPr>
          <p:nvPr>
            <p:ph type="body" idx="1"/>
          </p:nvPr>
        </p:nvSpPr>
        <p:spPr>
          <a:xfrm>
            <a:off x="685800" y="1676400"/>
            <a:ext cx="7772400" cy="4953000"/>
          </a:xfrm>
          <a:noFill/>
        </p:spPr>
        <p:txBody>
          <a:bodyPr/>
          <a:lstStyle/>
          <a:p>
            <a:pPr eaLnBrk="1" hangingPunct="1">
              <a:spcAft>
                <a:spcPts val="600"/>
              </a:spcAft>
            </a:pPr>
            <a:r>
              <a:rPr lang="zh-CN" altLang="en-US" sz="2800" b="1" dirty="0" smtClean="0">
                <a:solidFill>
                  <a:srgbClr val="1F2039"/>
                </a:solidFill>
                <a:latin typeface="Times New Roman" panose="02020603050405020304" pitchFamily="18" charset="0"/>
                <a:cs typeface="Times New Roman" panose="02020603050405020304" pitchFamily="18" charset="0"/>
              </a:rPr>
              <a:t>对中文而言，音节、半音节、音素的数量都是</a:t>
            </a:r>
            <a:r>
              <a:rPr lang="zh-CN" altLang="en-US" sz="2800" b="1" dirty="0" smtClean="0">
                <a:solidFill>
                  <a:srgbClr val="0070C0"/>
                </a:solidFill>
                <a:latin typeface="Times New Roman" panose="02020603050405020304" pitchFamily="18" charset="0"/>
                <a:cs typeface="Times New Roman" panose="02020603050405020304" pitchFamily="18" charset="0"/>
              </a:rPr>
              <a:t>固定不变的</a:t>
            </a:r>
            <a:r>
              <a:rPr lang="zh-CN" altLang="en-US"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spcAft>
                <a:spcPts val="600"/>
              </a:spcAft>
            </a:pPr>
            <a:r>
              <a:rPr lang="zh-CN" altLang="en-US" sz="2800" b="1" dirty="0" smtClean="0">
                <a:solidFill>
                  <a:srgbClr val="1F2039"/>
                </a:solidFill>
                <a:latin typeface="Times New Roman" panose="02020603050405020304" pitchFamily="18" charset="0"/>
                <a:cs typeface="Times New Roman" panose="02020603050405020304" pitchFamily="18" charset="0"/>
              </a:rPr>
              <a:t>半音节（</a:t>
            </a:r>
            <a:r>
              <a:rPr lang="en-US" altLang="zh-CN" sz="2800" b="1" dirty="0" err="1" smtClean="0">
                <a:solidFill>
                  <a:srgbClr val="0070C0"/>
                </a:solidFill>
                <a:latin typeface="Times New Roman" panose="02020603050405020304" pitchFamily="18" charset="0"/>
                <a:cs typeface="Times New Roman" panose="02020603050405020304" pitchFamily="18" charset="0"/>
              </a:rPr>
              <a:t>Subsyllable</a:t>
            </a:r>
            <a:r>
              <a:rPr lang="zh-CN" altLang="en-US" sz="2800" b="1" dirty="0" smtClean="0">
                <a:solidFill>
                  <a:srgbClr val="1F2039"/>
                </a:solidFill>
                <a:latin typeface="Times New Roman" panose="02020603050405020304" pitchFamily="18" charset="0"/>
                <a:cs typeface="Times New Roman" panose="02020603050405020304" pitchFamily="18" charset="0"/>
              </a:rPr>
              <a:t>）是主要建模基元</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spcAft>
                <a:spcPts val="600"/>
              </a:spcAft>
            </a:pPr>
            <a:r>
              <a:rPr lang="zh-CN" altLang="en-US" sz="2800" b="1" dirty="0">
                <a:solidFill>
                  <a:srgbClr val="1F2039"/>
                </a:solidFill>
                <a:latin typeface="Times New Roman" panose="02020603050405020304" pitchFamily="18" charset="0"/>
                <a:cs typeface="Times New Roman" panose="02020603050405020304" pitchFamily="18" charset="0"/>
              </a:rPr>
              <a:t>汉字是单音节的</a:t>
            </a:r>
            <a:r>
              <a:rPr lang="zh-CN" altLang="en-US" sz="2800" b="1" dirty="0" smtClean="0">
                <a:solidFill>
                  <a:srgbClr val="1F2039"/>
                </a:solidFill>
                <a:latin typeface="Times New Roman" panose="02020603050405020304" pitchFamily="18" charset="0"/>
                <a:cs typeface="Times New Roman" panose="02020603050405020304" pitchFamily="18" charset="0"/>
              </a:rPr>
              <a:t>，是</a:t>
            </a:r>
            <a:r>
              <a:rPr lang="zh-CN" altLang="en-US" sz="2800" b="1" dirty="0">
                <a:solidFill>
                  <a:srgbClr val="1F2039"/>
                </a:solidFill>
                <a:latin typeface="Times New Roman" panose="02020603050405020304" pitchFamily="18" charset="0"/>
                <a:cs typeface="Times New Roman" panose="02020603050405020304" pitchFamily="18" charset="0"/>
              </a:rPr>
              <a:t>声韵结构的，这种独特而规则的结构，使对音节、以及词条的表示变得比较规则和</a:t>
            </a:r>
            <a:r>
              <a:rPr lang="zh-CN" altLang="en-US" sz="2800" b="1" dirty="0" smtClean="0">
                <a:solidFill>
                  <a:srgbClr val="1F2039"/>
                </a:solidFill>
                <a:latin typeface="Times New Roman" panose="02020603050405020304" pitchFamily="18" charset="0"/>
                <a:cs typeface="Times New Roman" panose="02020603050405020304" pitchFamily="18" charset="0"/>
              </a:rPr>
              <a:t>统一</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spcAft>
                <a:spcPts val="600"/>
              </a:spcAft>
            </a:pPr>
            <a:r>
              <a:rPr lang="zh-CN" altLang="en-US" sz="2800" b="1" dirty="0" smtClean="0">
                <a:solidFill>
                  <a:srgbClr val="1F2039"/>
                </a:solidFill>
                <a:latin typeface="Times New Roman" panose="02020603050405020304" pitchFamily="18" charset="0"/>
                <a:cs typeface="Times New Roman" panose="02020603050405020304" pitchFamily="18" charset="0"/>
              </a:rPr>
              <a:t>使用半音节作为基元，其上下文有特殊的约束规则，</a:t>
            </a:r>
            <a:r>
              <a:rPr lang="en-US" altLang="zh-CN" sz="2800" b="1" dirty="0" err="1" smtClean="0">
                <a:solidFill>
                  <a:srgbClr val="1F2039"/>
                </a:solidFill>
                <a:latin typeface="Times New Roman" panose="02020603050405020304" pitchFamily="18" charset="0"/>
                <a:cs typeface="Times New Roman" panose="02020603050405020304" pitchFamily="18" charset="0"/>
              </a:rPr>
              <a:t>Triphone</a:t>
            </a:r>
            <a:r>
              <a:rPr lang="zh-CN" altLang="en-US" sz="2800" b="1" dirty="0" smtClean="0">
                <a:solidFill>
                  <a:srgbClr val="1F2039"/>
                </a:solidFill>
                <a:latin typeface="Times New Roman" panose="02020603050405020304" pitchFamily="18" charset="0"/>
                <a:cs typeface="Times New Roman" panose="02020603050405020304" pitchFamily="18" charset="0"/>
              </a:rPr>
              <a:t>的数目比较少，不是基元数的立方。</a:t>
            </a:r>
            <a:endParaRPr lang="zh-CN" altLang="en-US" sz="2800" b="1" dirty="0" smtClean="0">
              <a:solidFill>
                <a:srgbClr val="1F2039"/>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3027">
                                            <p:txEl>
                                              <p:pRg st="0" end="0"/>
                                            </p:txEl>
                                          </p:spTgt>
                                        </p:tgtEl>
                                        <p:attrNameLst>
                                          <p:attrName>style.visibility</p:attrName>
                                        </p:attrNameLst>
                                      </p:cBhvr>
                                      <p:to>
                                        <p:strVal val="visible"/>
                                      </p:to>
                                    </p:set>
                                    <p:animEffect transition="in" filter="wipe(up)">
                                      <p:cBhvr>
                                        <p:cTn id="7" dur="500"/>
                                        <p:tgtEl>
                                          <p:spTgt spid="513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3027">
                                            <p:txEl>
                                              <p:pRg st="1" end="1"/>
                                            </p:txEl>
                                          </p:spTgt>
                                        </p:tgtEl>
                                        <p:attrNameLst>
                                          <p:attrName>style.visibility</p:attrName>
                                        </p:attrNameLst>
                                      </p:cBhvr>
                                      <p:to>
                                        <p:strVal val="visible"/>
                                      </p:to>
                                    </p:set>
                                    <p:animEffect transition="in" filter="wipe(up)">
                                      <p:cBhvr>
                                        <p:cTn id="12" dur="500"/>
                                        <p:tgtEl>
                                          <p:spTgt spid="513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3027">
                                            <p:txEl>
                                              <p:pRg st="2" end="2"/>
                                            </p:txEl>
                                          </p:spTgt>
                                        </p:tgtEl>
                                        <p:attrNameLst>
                                          <p:attrName>style.visibility</p:attrName>
                                        </p:attrNameLst>
                                      </p:cBhvr>
                                      <p:to>
                                        <p:strVal val="visible"/>
                                      </p:to>
                                    </p:set>
                                    <p:animEffect transition="in" filter="wipe(up)">
                                      <p:cBhvr>
                                        <p:cTn id="17" dur="500"/>
                                        <p:tgtEl>
                                          <p:spTgt spid="5130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3027">
                                            <p:txEl>
                                              <p:pRg st="3" end="3"/>
                                            </p:txEl>
                                          </p:spTgt>
                                        </p:tgtEl>
                                        <p:attrNameLst>
                                          <p:attrName>style.visibility</p:attrName>
                                        </p:attrNameLst>
                                      </p:cBhvr>
                                      <p:to>
                                        <p:strVal val="visible"/>
                                      </p:to>
                                    </p:set>
                                    <p:animEffect transition="in" filter="wipe(up)">
                                      <p:cBhvr>
                                        <p:cTn id="22" dur="500"/>
                                        <p:tgtEl>
                                          <p:spTgt spid="5130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autoUpdateAnimBg="0" build="p"/>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08931" name="Rectangle 3"/>
          <p:cNvSpPr>
            <a:spLocks noGrp="1" noChangeArrowheads="1"/>
          </p:cNvSpPr>
          <p:nvPr>
            <p:ph type="body" idx="1"/>
          </p:nvPr>
        </p:nvSpPr>
        <p:spPr>
          <a:xfrm>
            <a:off x="685800" y="1676400"/>
            <a:ext cx="7772400" cy="4953000"/>
          </a:xfrm>
          <a:noFill/>
        </p:spPr>
        <p:txBody>
          <a:bodyPr/>
          <a:lstStyle/>
          <a:p>
            <a:pPr eaLnBrk="1" hangingPunct="1">
              <a:lnSpc>
                <a:spcPct val="130000"/>
              </a:lnSpc>
              <a:buFontTx/>
              <a:buNone/>
            </a:pPr>
            <a:r>
              <a:rPr lang="zh-CN" altLang="en-US" sz="2800" b="1" dirty="0" smtClean="0">
                <a:solidFill>
                  <a:srgbClr val="1F2039"/>
                </a:solidFill>
                <a:latin typeface="Times New Roman" panose="02020603050405020304" pitchFamily="18" charset="0"/>
                <a:cs typeface="Times New Roman" panose="02020603050405020304" pitchFamily="18" charset="0"/>
              </a:rPr>
              <a:t>几个问题：</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spcBef>
                <a:spcPts val="1800"/>
              </a:spcBef>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1</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基本声学单元（子词）的选择</a:t>
            </a:r>
            <a:r>
              <a:rPr lang="en-US" altLang="zh-CN" sz="2800" b="1" dirty="0" smtClean="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2</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zh-CN" altLang="en-US" sz="2800" b="1" dirty="0" smtClean="0">
                <a:solidFill>
                  <a:srgbClr val="FF0000"/>
                </a:solidFill>
                <a:latin typeface="Times New Roman" panose="02020603050405020304" pitchFamily="18" charset="0"/>
                <a:cs typeface="Times New Roman" panose="02020603050405020304" pitchFamily="18" charset="0"/>
              </a:rPr>
              <a:t>如何得到词模型</a:t>
            </a:r>
            <a:r>
              <a:rPr lang="en-US" altLang="zh-CN" sz="2800" b="1" dirty="0" smtClean="0">
                <a:solidFill>
                  <a:srgbClr val="FF0000"/>
                </a:solidFill>
                <a:latin typeface="Times New Roman" panose="02020603050405020304" pitchFamily="18" charset="0"/>
                <a:cs typeface="Times New Roman" panose="02020603050405020304" pitchFamily="18" charset="0"/>
              </a:rPr>
              <a:t>?</a:t>
            </a:r>
            <a:endParaRPr lang="en-US" altLang="zh-CN" sz="2800" b="1" dirty="0" smtClean="0">
              <a:solidFill>
                <a:srgbClr val="FF0000"/>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3</a:t>
            </a:r>
            <a:r>
              <a:rPr lang="zh-CN" altLang="en-US" sz="2800" b="1" dirty="0" smtClean="0">
                <a:solidFill>
                  <a:srgbClr val="1F2039"/>
                </a:solidFill>
                <a:latin typeface="Times New Roman" panose="02020603050405020304" pitchFamily="18" charset="0"/>
                <a:cs typeface="Times New Roman" panose="02020603050405020304" pitchFamily="18" charset="0"/>
              </a:rPr>
              <a:t>）如何训练子词模型</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4</a:t>
            </a:r>
            <a:r>
              <a:rPr lang="zh-CN" altLang="en-US" sz="2800" b="1" dirty="0" smtClean="0">
                <a:solidFill>
                  <a:srgbClr val="1F2039"/>
                </a:solidFill>
                <a:latin typeface="Times New Roman" panose="02020603050405020304" pitchFamily="18" charset="0"/>
                <a:cs typeface="Times New Roman" panose="02020603050405020304" pitchFamily="18" charset="0"/>
              </a:rPr>
              <a:t>）如何利用语言学知识</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5</a:t>
            </a:r>
            <a:r>
              <a:rPr lang="zh-CN" altLang="en-US" sz="2800" b="1" dirty="0" smtClean="0">
                <a:solidFill>
                  <a:srgbClr val="1F2039"/>
                </a:solidFill>
                <a:latin typeface="Times New Roman" panose="02020603050405020304" pitchFamily="18" charset="0"/>
                <a:cs typeface="Times New Roman" panose="02020603050405020304" pitchFamily="18" charset="0"/>
              </a:rPr>
              <a:t>）如何识别</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buFontTx/>
              <a:buNone/>
            </a:pPr>
            <a:endParaRPr lang="zh-CN" altLang="en-US" sz="2800" b="1" dirty="0" smtClean="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8931">
                                            <p:txEl>
                                              <p:pRg st="0" end="0"/>
                                            </p:txEl>
                                          </p:spTgt>
                                        </p:tgtEl>
                                        <p:attrNameLst>
                                          <p:attrName>style.visibility</p:attrName>
                                        </p:attrNameLst>
                                      </p:cBhvr>
                                      <p:to>
                                        <p:strVal val="visible"/>
                                      </p:to>
                                    </p:set>
                                    <p:animEffect transition="in" filter="wipe(up)">
                                      <p:cBhvr>
                                        <p:cTn id="7" dur="500"/>
                                        <p:tgtEl>
                                          <p:spTgt spid="5089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8931">
                                            <p:txEl>
                                              <p:pRg st="1" end="1"/>
                                            </p:txEl>
                                          </p:spTgt>
                                        </p:tgtEl>
                                        <p:attrNameLst>
                                          <p:attrName>style.visibility</p:attrName>
                                        </p:attrNameLst>
                                      </p:cBhvr>
                                      <p:to>
                                        <p:strVal val="visible"/>
                                      </p:to>
                                    </p:set>
                                    <p:animEffect transition="in" filter="wipe(up)">
                                      <p:cBhvr>
                                        <p:cTn id="12" dur="500"/>
                                        <p:tgtEl>
                                          <p:spTgt spid="5089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8931">
                                            <p:txEl>
                                              <p:pRg st="2" end="2"/>
                                            </p:txEl>
                                          </p:spTgt>
                                        </p:tgtEl>
                                        <p:attrNameLst>
                                          <p:attrName>style.visibility</p:attrName>
                                        </p:attrNameLst>
                                      </p:cBhvr>
                                      <p:to>
                                        <p:strVal val="visible"/>
                                      </p:to>
                                    </p:set>
                                    <p:animEffect transition="in" filter="wipe(up)">
                                      <p:cBhvr>
                                        <p:cTn id="17" dur="500"/>
                                        <p:tgtEl>
                                          <p:spTgt spid="5089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8931">
                                            <p:txEl>
                                              <p:pRg st="3" end="3"/>
                                            </p:txEl>
                                          </p:spTgt>
                                        </p:tgtEl>
                                        <p:attrNameLst>
                                          <p:attrName>style.visibility</p:attrName>
                                        </p:attrNameLst>
                                      </p:cBhvr>
                                      <p:to>
                                        <p:strVal val="visible"/>
                                      </p:to>
                                    </p:set>
                                    <p:animEffect transition="in" filter="wipe(up)">
                                      <p:cBhvr>
                                        <p:cTn id="22" dur="500"/>
                                        <p:tgtEl>
                                          <p:spTgt spid="5089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8931">
                                            <p:txEl>
                                              <p:pRg st="4" end="4"/>
                                            </p:txEl>
                                          </p:spTgt>
                                        </p:tgtEl>
                                        <p:attrNameLst>
                                          <p:attrName>style.visibility</p:attrName>
                                        </p:attrNameLst>
                                      </p:cBhvr>
                                      <p:to>
                                        <p:strVal val="visible"/>
                                      </p:to>
                                    </p:set>
                                    <p:animEffect transition="in" filter="wipe(up)">
                                      <p:cBhvr>
                                        <p:cTn id="27" dur="500"/>
                                        <p:tgtEl>
                                          <p:spTgt spid="5089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8931">
                                            <p:txEl>
                                              <p:pRg st="5" end="5"/>
                                            </p:txEl>
                                          </p:spTgt>
                                        </p:tgtEl>
                                        <p:attrNameLst>
                                          <p:attrName>style.visibility</p:attrName>
                                        </p:attrNameLst>
                                      </p:cBhvr>
                                      <p:to>
                                        <p:strVal val="visible"/>
                                      </p:to>
                                    </p:set>
                                    <p:animEffect transition="in" filter="wipe(up)">
                                      <p:cBhvr>
                                        <p:cTn id="32" dur="500"/>
                                        <p:tgtEl>
                                          <p:spTgt spid="5089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1" grpId="0" autoUpdateAnimBg="0" build="p"/>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15075" name="Rectangle 3"/>
          <p:cNvSpPr>
            <a:spLocks noGrp="1" noChangeArrowheads="1"/>
          </p:cNvSpPr>
          <p:nvPr>
            <p:ph type="body" idx="1"/>
          </p:nvPr>
        </p:nvSpPr>
        <p:spPr>
          <a:xfrm>
            <a:off x="685800" y="1676400"/>
            <a:ext cx="7924800" cy="4953000"/>
          </a:xfrm>
          <a:noFill/>
        </p:spPr>
        <p:txBody>
          <a:bodyPr/>
          <a:lstStyle/>
          <a:p>
            <a:pPr eaLnBrk="1" hangingPunct="1">
              <a:buFontTx/>
              <a:buNone/>
            </a:pPr>
            <a:r>
              <a:rPr lang="zh-CN" altLang="en-US" sz="2800" b="1" dirty="0" smtClean="0">
                <a:solidFill>
                  <a:srgbClr val="1F2039"/>
                </a:solidFill>
                <a:latin typeface="宋体" panose="02010600030101010101" pitchFamily="2" charset="-122"/>
              </a:rPr>
              <a:t>(2) 如何得到词模型 </a:t>
            </a:r>
            <a:endParaRPr lang="zh-CN" altLang="en-US" sz="2800" b="1" dirty="0" smtClean="0">
              <a:solidFill>
                <a:srgbClr val="1F2039"/>
              </a:solidFill>
              <a:latin typeface="宋体" panose="02010600030101010101" pitchFamily="2" charset="-122"/>
            </a:endParaRPr>
          </a:p>
          <a:p>
            <a:pPr eaLnBrk="1" hangingPunct="1"/>
            <a:r>
              <a:rPr lang="zh-CN" altLang="en-US" sz="2800" b="1" dirty="0" smtClean="0">
                <a:solidFill>
                  <a:srgbClr val="1F2039"/>
                </a:solidFill>
                <a:latin typeface="Times New Roman" panose="02020603050405020304" pitchFamily="18" charset="0"/>
                <a:cs typeface="Times New Roman" panose="02020603050405020304" pitchFamily="18" charset="0"/>
              </a:rPr>
              <a:t>在词层用一部词典（</a:t>
            </a:r>
            <a:r>
              <a:rPr lang="en-US" altLang="zh-CN" sz="2800" b="1" dirty="0" smtClean="0">
                <a:solidFill>
                  <a:srgbClr val="0070C0"/>
                </a:solidFill>
                <a:latin typeface="Times New Roman" panose="02020603050405020304" pitchFamily="18" charset="0"/>
                <a:cs typeface="Times New Roman" panose="02020603050405020304" pitchFamily="18" charset="0"/>
              </a:rPr>
              <a:t>Dictionary</a:t>
            </a:r>
            <a:r>
              <a:rPr lang="zh-CN" altLang="en-US" sz="2800" b="1" dirty="0" smtClean="0">
                <a:solidFill>
                  <a:srgbClr val="1F2039"/>
                </a:solidFill>
                <a:latin typeface="Times New Roman" panose="02020603050405020304" pitchFamily="18" charset="0"/>
                <a:cs typeface="Times New Roman" panose="02020603050405020304" pitchFamily="18" charset="0"/>
              </a:rPr>
              <a:t>）来规定词表中每一个词是用哪些子词单元以何种方式构筑而成的。</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r>
              <a:rPr lang="zh-CN" altLang="en-US" sz="2800" b="1" dirty="0" smtClean="0">
                <a:solidFill>
                  <a:srgbClr val="1F2039"/>
                </a:solidFill>
                <a:latin typeface="宋体" panose="02010600030101010101" pitchFamily="2" charset="-122"/>
              </a:rPr>
              <a:t>最简单实用的方案是每个词用若干子词单元串接而成。</a:t>
            </a:r>
            <a:endParaRPr lang="zh-CN" altLang="en-US" sz="2800" b="1" dirty="0" smtClean="0">
              <a:solidFill>
                <a:srgbClr val="1F2039"/>
              </a:solidFill>
              <a:latin typeface="宋体" panose="02010600030101010101" pitchFamily="2" charset="-122"/>
            </a:endParaRPr>
          </a:p>
          <a:p>
            <a:pPr eaLnBrk="1" hangingPunct="1"/>
            <a:r>
              <a:rPr lang="zh-CN" altLang="en-US" sz="2800" b="1" dirty="0" smtClean="0">
                <a:solidFill>
                  <a:srgbClr val="1F2039"/>
                </a:solidFill>
                <a:latin typeface="宋体" panose="02010600030101010101" pitchFamily="2" charset="-122"/>
              </a:rPr>
              <a:t>然而每个词的发音可能有多种变化方式</a:t>
            </a:r>
            <a:endParaRPr lang="zh-CN" altLang="en-US" sz="2800" b="1" dirty="0" smtClean="0">
              <a:solidFill>
                <a:srgbClr val="1F2039"/>
              </a:solidFill>
              <a:latin typeface="宋体" panose="02010600030101010101" pitchFamily="2" charset="-122"/>
            </a:endParaRPr>
          </a:p>
          <a:p>
            <a:pPr lvl="1" eaLnBrk="1" hangingPunct="1">
              <a:buFont typeface="Wingdings" panose="05000000000000000000" pitchFamily="2" charset="2"/>
              <a:buChar char="v"/>
            </a:pPr>
            <a:r>
              <a:rPr lang="zh-CN" altLang="en-US" sz="2400" b="1" dirty="0" smtClean="0">
                <a:solidFill>
                  <a:srgbClr val="1F2039"/>
                </a:solidFill>
                <a:latin typeface="宋体" panose="02010600030101010101" pitchFamily="2" charset="-122"/>
              </a:rPr>
              <a:t> </a:t>
            </a:r>
            <a:r>
              <a:rPr lang="zh-CN" altLang="en-US" sz="2400" b="1" dirty="0" smtClean="0">
                <a:solidFill>
                  <a:srgbClr val="1F2039"/>
                </a:solidFill>
                <a:latin typeface="Times New Roman" panose="02020603050405020304" pitchFamily="18" charset="0"/>
              </a:rPr>
              <a:t> </a:t>
            </a:r>
            <a:r>
              <a:rPr lang="zh-CN" altLang="en-US" sz="2400" b="1" dirty="0" smtClean="0">
                <a:solidFill>
                  <a:srgbClr val="0070C0"/>
                </a:solidFill>
                <a:latin typeface="Times New Roman" panose="02020603050405020304" pitchFamily="18" charset="0"/>
              </a:rPr>
              <a:t>替换</a:t>
            </a:r>
            <a:r>
              <a:rPr lang="zh-CN" altLang="en-US" sz="2400" b="1" dirty="0" smtClean="0">
                <a:solidFill>
                  <a:srgbClr val="1F2039"/>
                </a:solidFill>
                <a:latin typeface="Times New Roman" panose="02020603050405020304" pitchFamily="18" charset="0"/>
              </a:rPr>
              <a:t>：</a:t>
            </a:r>
            <a:r>
              <a:rPr lang="zh-CN" altLang="en-US" sz="2400" b="1" dirty="0" smtClean="0">
                <a:solidFill>
                  <a:srgbClr val="1F2039"/>
                </a:solidFill>
                <a:latin typeface="宋体" panose="02010600030101010101" pitchFamily="2" charset="-122"/>
              </a:rPr>
              <a:t>即词中的某个子词可能被用其它相似而略有差异的子词单元所替换</a:t>
            </a:r>
            <a:r>
              <a:rPr lang="zh-CN" altLang="en-US" sz="2400" b="1" dirty="0" smtClean="0">
                <a:solidFill>
                  <a:srgbClr val="1F2039"/>
                </a:solidFill>
                <a:latin typeface="Times New Roman" panose="02020603050405020304" pitchFamily="18" charset="0"/>
              </a:rPr>
              <a:t> 。</a:t>
            </a:r>
            <a:endParaRPr lang="zh-CN" altLang="en-US" sz="2400" b="1" dirty="0" smtClean="0">
              <a:solidFill>
                <a:srgbClr val="1F2039"/>
              </a:solidFill>
              <a:latin typeface="Times New Roman" panose="02020603050405020304" pitchFamily="18" charset="0"/>
            </a:endParaRPr>
          </a:p>
          <a:p>
            <a:pPr lvl="1" eaLnBrk="1" hangingPunct="1">
              <a:buFont typeface="Wingdings" panose="05000000000000000000" pitchFamily="2" charset="2"/>
              <a:buChar char="v"/>
            </a:pPr>
            <a:r>
              <a:rPr lang="zh-CN" altLang="en-US" sz="2400" b="1" dirty="0" smtClean="0">
                <a:solidFill>
                  <a:srgbClr val="1F2039"/>
                </a:solidFill>
                <a:latin typeface="Times New Roman" panose="02020603050405020304" pitchFamily="18" charset="0"/>
              </a:rPr>
              <a:t>   </a:t>
            </a:r>
            <a:r>
              <a:rPr lang="zh-CN" altLang="en-US" sz="2400" b="1" dirty="0" smtClean="0">
                <a:solidFill>
                  <a:srgbClr val="0070C0"/>
                </a:solidFill>
                <a:latin typeface="Times New Roman" panose="02020603050405020304" pitchFamily="18" charset="0"/>
              </a:rPr>
              <a:t>插入和删除</a:t>
            </a:r>
            <a:r>
              <a:rPr lang="zh-CN" altLang="en-US" sz="2400" b="1" dirty="0" smtClean="0">
                <a:solidFill>
                  <a:srgbClr val="1F2039"/>
                </a:solidFill>
                <a:latin typeface="Times New Roman" panose="02020603050405020304" pitchFamily="18" charset="0"/>
              </a:rPr>
              <a:t>：</a:t>
            </a:r>
            <a:r>
              <a:rPr lang="zh-CN" altLang="en-US" sz="2400" b="1" dirty="0" smtClean="0">
                <a:solidFill>
                  <a:srgbClr val="1F2039"/>
                </a:solidFill>
                <a:latin typeface="宋体" panose="02010600030101010101" pitchFamily="2" charset="-122"/>
              </a:rPr>
              <a:t>词中有时增加了一个不是本词成分的子词单元，有时又将本词成分中的某个子词删除</a:t>
            </a:r>
            <a:r>
              <a:rPr lang="zh-CN" altLang="en-US" sz="2400" b="1" dirty="0" smtClean="0">
                <a:solidFill>
                  <a:srgbClr val="1F2039"/>
                </a:solidFill>
                <a:latin typeface="Times New Roman" panose="02020603050405020304" pitchFamily="18" charset="0"/>
              </a:rPr>
              <a:t> 。</a:t>
            </a:r>
            <a:endParaRPr lang="zh-CN" altLang="en-US" sz="2400" b="1" dirty="0" smtClean="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5075">
                                            <p:txEl>
                                              <p:pRg st="0" end="0"/>
                                            </p:txEl>
                                          </p:spTgt>
                                        </p:tgtEl>
                                        <p:attrNameLst>
                                          <p:attrName>style.visibility</p:attrName>
                                        </p:attrNameLst>
                                      </p:cBhvr>
                                      <p:to>
                                        <p:strVal val="visible"/>
                                      </p:to>
                                    </p:set>
                                    <p:animEffect transition="in" filter="wipe(up)">
                                      <p:cBhvr>
                                        <p:cTn id="7" dur="500"/>
                                        <p:tgtEl>
                                          <p:spTgt spid="515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5075">
                                            <p:txEl>
                                              <p:pRg st="1" end="1"/>
                                            </p:txEl>
                                          </p:spTgt>
                                        </p:tgtEl>
                                        <p:attrNameLst>
                                          <p:attrName>style.visibility</p:attrName>
                                        </p:attrNameLst>
                                      </p:cBhvr>
                                      <p:to>
                                        <p:strVal val="visible"/>
                                      </p:to>
                                    </p:set>
                                    <p:animEffect transition="in" filter="wipe(up)">
                                      <p:cBhvr>
                                        <p:cTn id="12" dur="500"/>
                                        <p:tgtEl>
                                          <p:spTgt spid="515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5075">
                                            <p:txEl>
                                              <p:pRg st="2" end="2"/>
                                            </p:txEl>
                                          </p:spTgt>
                                        </p:tgtEl>
                                        <p:attrNameLst>
                                          <p:attrName>style.visibility</p:attrName>
                                        </p:attrNameLst>
                                      </p:cBhvr>
                                      <p:to>
                                        <p:strVal val="visible"/>
                                      </p:to>
                                    </p:set>
                                    <p:animEffect transition="in" filter="wipe(up)">
                                      <p:cBhvr>
                                        <p:cTn id="17" dur="500"/>
                                        <p:tgtEl>
                                          <p:spTgt spid="5150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5075">
                                            <p:txEl>
                                              <p:pRg st="3" end="3"/>
                                            </p:txEl>
                                          </p:spTgt>
                                        </p:tgtEl>
                                        <p:attrNameLst>
                                          <p:attrName>style.visibility</p:attrName>
                                        </p:attrNameLst>
                                      </p:cBhvr>
                                      <p:to>
                                        <p:strVal val="visible"/>
                                      </p:to>
                                    </p:set>
                                    <p:animEffect transition="in" filter="wipe(up)">
                                      <p:cBhvr>
                                        <p:cTn id="22" dur="500"/>
                                        <p:tgtEl>
                                          <p:spTgt spid="5150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15075">
                                            <p:txEl>
                                              <p:pRg st="4" end="4"/>
                                            </p:txEl>
                                          </p:spTgt>
                                        </p:tgtEl>
                                        <p:attrNameLst>
                                          <p:attrName>style.visibility</p:attrName>
                                        </p:attrNameLst>
                                      </p:cBhvr>
                                      <p:to>
                                        <p:strVal val="visible"/>
                                      </p:to>
                                    </p:set>
                                    <p:animEffect transition="in" filter="wipe(up)">
                                      <p:cBhvr>
                                        <p:cTn id="27" dur="500"/>
                                        <p:tgtEl>
                                          <p:spTgt spid="5150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15075">
                                            <p:txEl>
                                              <p:pRg st="5" end="5"/>
                                            </p:txEl>
                                          </p:spTgt>
                                        </p:tgtEl>
                                        <p:attrNameLst>
                                          <p:attrName>style.visibility</p:attrName>
                                        </p:attrNameLst>
                                      </p:cBhvr>
                                      <p:to>
                                        <p:strVal val="visible"/>
                                      </p:to>
                                    </p:set>
                                    <p:animEffect transition="in" filter="wipe(up)">
                                      <p:cBhvr>
                                        <p:cTn id="32" dur="500"/>
                                        <p:tgtEl>
                                          <p:spTgt spid="5150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5" grpId="0" bldLvl="2" autoUpdateAnimBg="0" build="p"/>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17123" name="Rectangle 3"/>
          <p:cNvSpPr>
            <a:spLocks noGrp="1" noChangeArrowheads="1"/>
          </p:cNvSpPr>
          <p:nvPr>
            <p:ph type="body" idx="1"/>
          </p:nvPr>
        </p:nvSpPr>
        <p:spPr/>
        <p:txBody>
          <a:bodyPr/>
          <a:lstStyle/>
          <a:p>
            <a:pPr eaLnBrk="1" hangingPunct="1"/>
            <a:r>
              <a:rPr lang="zh-CN" altLang="en-US" sz="2800" b="1" smtClean="0">
                <a:solidFill>
                  <a:srgbClr val="1F2039"/>
                </a:solidFill>
                <a:latin typeface="Times New Roman" panose="02020603050405020304" pitchFamily="18" charset="0"/>
              </a:rPr>
              <a:t>解决方案</a:t>
            </a:r>
            <a:endParaRPr lang="zh-CN" altLang="en-US" sz="2800" b="1" smtClean="0">
              <a:solidFill>
                <a:srgbClr val="1F2039"/>
              </a:solidFill>
              <a:latin typeface="Times New Roman" panose="02020603050405020304" pitchFamily="18" charset="0"/>
            </a:endParaRPr>
          </a:p>
          <a:p>
            <a:pPr lvl="1" eaLnBrk="1" hangingPunct="1">
              <a:buFont typeface="Wingdings" panose="05000000000000000000" pitchFamily="2" charset="2"/>
              <a:buChar char="v"/>
            </a:pPr>
            <a:r>
              <a:rPr lang="zh-CN" altLang="en-US" sz="2400" b="1" smtClean="0">
                <a:solidFill>
                  <a:srgbClr val="1F2039"/>
                </a:solidFill>
                <a:latin typeface="宋体" panose="02010600030101010101" pitchFamily="2" charset="-122"/>
              </a:rPr>
              <a:t>方案1：每一个词建立多套子词单元串接规则</a:t>
            </a:r>
            <a:r>
              <a:rPr lang="zh-CN" altLang="en-US" sz="2400" b="1" smtClean="0">
                <a:solidFill>
                  <a:srgbClr val="1F2039"/>
                </a:solidFill>
                <a:latin typeface="Times New Roman" panose="02020603050405020304" pitchFamily="18" charset="0"/>
              </a:rPr>
              <a:t> 。</a:t>
            </a:r>
            <a:endParaRPr lang="zh-CN" altLang="en-US" sz="2400" b="1" smtClean="0">
              <a:solidFill>
                <a:srgbClr val="1F2039"/>
              </a:solidFill>
              <a:latin typeface="Times New Roman" panose="02020603050405020304" pitchFamily="18" charset="0"/>
            </a:endParaRPr>
          </a:p>
          <a:p>
            <a:pPr lvl="1" eaLnBrk="1" hangingPunct="1">
              <a:buFont typeface="Wingdings" panose="05000000000000000000" pitchFamily="2" charset="2"/>
              <a:buChar char="v"/>
            </a:pPr>
            <a:r>
              <a:rPr lang="zh-CN" altLang="en-US" sz="2400" b="1" smtClean="0">
                <a:solidFill>
                  <a:srgbClr val="1F2039"/>
                </a:solidFill>
                <a:latin typeface="Times New Roman" panose="02020603050405020304" pitchFamily="18" charset="0"/>
              </a:rPr>
              <a:t>方案2：</a:t>
            </a:r>
            <a:r>
              <a:rPr lang="zh-CN" altLang="en-US" sz="2400" b="1" smtClean="0">
                <a:solidFill>
                  <a:srgbClr val="1F2039"/>
                </a:solidFill>
                <a:latin typeface="宋体" panose="02010600030101010101" pitchFamily="2" charset="-122"/>
              </a:rPr>
              <a:t>将子词单元构成词的规则用一个网络图来描述</a:t>
            </a:r>
            <a:r>
              <a:rPr lang="zh-CN" altLang="en-US" sz="2400" b="1" smtClean="0">
                <a:solidFill>
                  <a:srgbClr val="1F2039"/>
                </a:solidFill>
                <a:latin typeface="Times New Roman" panose="02020603050405020304" pitchFamily="18" charset="0"/>
              </a:rPr>
              <a:t> 。</a:t>
            </a:r>
            <a:endParaRPr lang="zh-CN" altLang="en-US" sz="2400" b="1" smtClean="0">
              <a:solidFill>
                <a:srgbClr val="1F2039"/>
              </a:solidFill>
              <a:latin typeface="Times New Roman" panose="02020603050405020304" pitchFamily="18" charset="0"/>
            </a:endParaRPr>
          </a:p>
          <a:p>
            <a:pPr lvl="1" eaLnBrk="1" hangingPunct="1">
              <a:buFont typeface="Wingdings" panose="05000000000000000000" pitchFamily="2" charset="2"/>
              <a:buChar char="v"/>
            </a:pPr>
            <a:endParaRPr lang="zh-CN" altLang="en-US" sz="2400" b="1" smtClean="0">
              <a:solidFill>
                <a:srgbClr val="1F2039"/>
              </a:solidFill>
              <a:latin typeface="Times New Roman" panose="02020603050405020304" pitchFamily="18" charset="0"/>
            </a:endParaRPr>
          </a:p>
        </p:txBody>
      </p:sp>
      <p:graphicFrame>
        <p:nvGraphicFramePr>
          <p:cNvPr id="517124" name="Object 4"/>
          <p:cNvGraphicFramePr>
            <a:graphicFrameLocks noChangeAspect="1"/>
          </p:cNvGraphicFramePr>
          <p:nvPr/>
        </p:nvGraphicFramePr>
        <p:xfrm>
          <a:off x="1524000" y="4038600"/>
          <a:ext cx="6143625" cy="1460500"/>
        </p:xfrm>
        <a:graphic>
          <a:graphicData uri="http://schemas.openxmlformats.org/presentationml/2006/ole">
            <mc:AlternateContent xmlns:mc="http://schemas.openxmlformats.org/markup-compatibility/2006">
              <mc:Choice xmlns:v="urn:schemas-microsoft-com:vml" Requires="v">
                <p:oleObj spid="_x0000_s158762" name="" r:id="rId1" imgW="4504690" imgH="1210310" progId="Word.Picture.8">
                  <p:embed/>
                </p:oleObj>
              </mc:Choice>
              <mc:Fallback>
                <p:oleObj name="" r:id="rId1" imgW="4504690" imgH="1210310" progId="Word.Picture.8">
                  <p:embed/>
                  <p:pic>
                    <p:nvPicPr>
                      <p:cNvPr id="0"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038600"/>
                        <a:ext cx="6143625" cy="146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7123">
                                            <p:txEl>
                                              <p:pRg st="0" end="0"/>
                                            </p:txEl>
                                          </p:spTgt>
                                        </p:tgtEl>
                                        <p:attrNameLst>
                                          <p:attrName>style.visibility</p:attrName>
                                        </p:attrNameLst>
                                      </p:cBhvr>
                                      <p:to>
                                        <p:strVal val="visible"/>
                                      </p:to>
                                    </p:set>
                                    <p:animEffect transition="in" filter="wipe(up)">
                                      <p:cBhvr>
                                        <p:cTn id="7" dur="500"/>
                                        <p:tgtEl>
                                          <p:spTgt spid="517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7123">
                                            <p:txEl>
                                              <p:pRg st="1" end="1"/>
                                            </p:txEl>
                                          </p:spTgt>
                                        </p:tgtEl>
                                        <p:attrNameLst>
                                          <p:attrName>style.visibility</p:attrName>
                                        </p:attrNameLst>
                                      </p:cBhvr>
                                      <p:to>
                                        <p:strVal val="visible"/>
                                      </p:to>
                                    </p:set>
                                    <p:animEffect transition="in" filter="wipe(up)">
                                      <p:cBhvr>
                                        <p:cTn id="12" dur="500"/>
                                        <p:tgtEl>
                                          <p:spTgt spid="517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7123">
                                            <p:txEl>
                                              <p:pRg st="2" end="2"/>
                                            </p:txEl>
                                          </p:spTgt>
                                        </p:tgtEl>
                                        <p:attrNameLst>
                                          <p:attrName>style.visibility</p:attrName>
                                        </p:attrNameLst>
                                      </p:cBhvr>
                                      <p:to>
                                        <p:strVal val="visible"/>
                                      </p:to>
                                    </p:set>
                                    <p:animEffect transition="in" filter="wipe(up)">
                                      <p:cBhvr>
                                        <p:cTn id="17" dur="500"/>
                                        <p:tgtEl>
                                          <p:spTgt spid="517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17124"/>
                                        </p:tgtEl>
                                        <p:attrNameLst>
                                          <p:attrName>style.visibility</p:attrName>
                                        </p:attrNameLst>
                                      </p:cBhvr>
                                      <p:to>
                                        <p:strVal val="visible"/>
                                      </p:to>
                                    </p:set>
                                    <p:animEffect transition="in" filter="wipe(up)">
                                      <p:cBhvr>
                                        <p:cTn id="22" dur="500"/>
                                        <p:tgtEl>
                                          <p:spTgt spid="517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3" grpId="0" bldLvl="2" autoUpdateAnimBg="0" build="p"/>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08931" name="Rectangle 3"/>
          <p:cNvSpPr>
            <a:spLocks noGrp="1" noChangeArrowheads="1"/>
          </p:cNvSpPr>
          <p:nvPr>
            <p:ph type="body" idx="1"/>
          </p:nvPr>
        </p:nvSpPr>
        <p:spPr>
          <a:xfrm>
            <a:off x="685800" y="1676400"/>
            <a:ext cx="7772400" cy="4953000"/>
          </a:xfrm>
          <a:noFill/>
        </p:spPr>
        <p:txBody>
          <a:bodyPr/>
          <a:lstStyle/>
          <a:p>
            <a:pPr eaLnBrk="1" hangingPunct="1">
              <a:lnSpc>
                <a:spcPct val="130000"/>
              </a:lnSpc>
              <a:buFontTx/>
              <a:buNone/>
            </a:pPr>
            <a:r>
              <a:rPr lang="zh-CN" altLang="en-US" sz="2800" b="1" dirty="0" smtClean="0">
                <a:solidFill>
                  <a:srgbClr val="1F2039"/>
                </a:solidFill>
                <a:latin typeface="Times New Roman" panose="02020603050405020304" pitchFamily="18" charset="0"/>
                <a:cs typeface="Times New Roman" panose="02020603050405020304" pitchFamily="18" charset="0"/>
              </a:rPr>
              <a:t>几个问题：</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spcBef>
                <a:spcPts val="1800"/>
              </a:spcBef>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1</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基本声学单元（子词）的选择</a:t>
            </a:r>
            <a:r>
              <a:rPr lang="en-US" altLang="zh-CN" sz="2800" b="1" dirty="0" smtClean="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2</a:t>
            </a:r>
            <a:r>
              <a:rPr lang="zh-CN" altLang="en-US" sz="2800" b="1" dirty="0" smtClean="0">
                <a:solidFill>
                  <a:srgbClr val="1F2039"/>
                </a:solidFill>
                <a:latin typeface="Times New Roman" panose="02020603050405020304" pitchFamily="18" charset="0"/>
                <a:cs typeface="Times New Roman" panose="02020603050405020304" pitchFamily="18" charset="0"/>
              </a:rPr>
              <a:t>）如何得到词模型</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3</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zh-CN" altLang="en-US" sz="2800" b="1" dirty="0" smtClean="0">
                <a:solidFill>
                  <a:srgbClr val="C00000"/>
                </a:solidFill>
                <a:latin typeface="Times New Roman" panose="02020603050405020304" pitchFamily="18" charset="0"/>
                <a:cs typeface="Times New Roman" panose="02020603050405020304" pitchFamily="18" charset="0"/>
              </a:rPr>
              <a:t>如何训练子词模型</a:t>
            </a:r>
            <a:r>
              <a:rPr lang="en-US" altLang="zh-CN" sz="2800" b="1" dirty="0" smtClean="0">
                <a:solidFill>
                  <a:srgbClr val="C00000"/>
                </a:solidFill>
                <a:latin typeface="Times New Roman" panose="02020603050405020304" pitchFamily="18" charset="0"/>
                <a:cs typeface="Times New Roman" panose="02020603050405020304" pitchFamily="18" charset="0"/>
              </a:rPr>
              <a:t>?</a:t>
            </a:r>
            <a:endParaRPr lang="en-US" altLang="zh-CN" sz="2800" b="1" dirty="0" smtClean="0">
              <a:solidFill>
                <a:srgbClr val="C00000"/>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4</a:t>
            </a:r>
            <a:r>
              <a:rPr lang="zh-CN" altLang="en-US" sz="2800" b="1" dirty="0" smtClean="0">
                <a:solidFill>
                  <a:srgbClr val="1F2039"/>
                </a:solidFill>
                <a:latin typeface="Times New Roman" panose="02020603050405020304" pitchFamily="18" charset="0"/>
                <a:cs typeface="Times New Roman" panose="02020603050405020304" pitchFamily="18" charset="0"/>
              </a:rPr>
              <a:t>）如何利用语言学知识</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5</a:t>
            </a:r>
            <a:r>
              <a:rPr lang="zh-CN" altLang="en-US" sz="2800" b="1" dirty="0" smtClean="0">
                <a:solidFill>
                  <a:srgbClr val="1F2039"/>
                </a:solidFill>
                <a:latin typeface="Times New Roman" panose="02020603050405020304" pitchFamily="18" charset="0"/>
                <a:cs typeface="Times New Roman" panose="02020603050405020304" pitchFamily="18" charset="0"/>
              </a:rPr>
              <a:t>）如何识别</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buFontTx/>
              <a:buNone/>
            </a:pPr>
            <a:endParaRPr lang="zh-CN" altLang="en-US" sz="2800" b="1" dirty="0" smtClean="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8931">
                                            <p:txEl>
                                              <p:pRg st="0" end="0"/>
                                            </p:txEl>
                                          </p:spTgt>
                                        </p:tgtEl>
                                        <p:attrNameLst>
                                          <p:attrName>style.visibility</p:attrName>
                                        </p:attrNameLst>
                                      </p:cBhvr>
                                      <p:to>
                                        <p:strVal val="visible"/>
                                      </p:to>
                                    </p:set>
                                    <p:animEffect transition="in" filter="wipe(up)">
                                      <p:cBhvr>
                                        <p:cTn id="7" dur="500"/>
                                        <p:tgtEl>
                                          <p:spTgt spid="5089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8931">
                                            <p:txEl>
                                              <p:pRg st="1" end="1"/>
                                            </p:txEl>
                                          </p:spTgt>
                                        </p:tgtEl>
                                        <p:attrNameLst>
                                          <p:attrName>style.visibility</p:attrName>
                                        </p:attrNameLst>
                                      </p:cBhvr>
                                      <p:to>
                                        <p:strVal val="visible"/>
                                      </p:to>
                                    </p:set>
                                    <p:animEffect transition="in" filter="wipe(up)">
                                      <p:cBhvr>
                                        <p:cTn id="12" dur="500"/>
                                        <p:tgtEl>
                                          <p:spTgt spid="5089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8931">
                                            <p:txEl>
                                              <p:pRg st="2" end="2"/>
                                            </p:txEl>
                                          </p:spTgt>
                                        </p:tgtEl>
                                        <p:attrNameLst>
                                          <p:attrName>style.visibility</p:attrName>
                                        </p:attrNameLst>
                                      </p:cBhvr>
                                      <p:to>
                                        <p:strVal val="visible"/>
                                      </p:to>
                                    </p:set>
                                    <p:animEffect transition="in" filter="wipe(up)">
                                      <p:cBhvr>
                                        <p:cTn id="17" dur="500"/>
                                        <p:tgtEl>
                                          <p:spTgt spid="5089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8931">
                                            <p:txEl>
                                              <p:pRg st="3" end="3"/>
                                            </p:txEl>
                                          </p:spTgt>
                                        </p:tgtEl>
                                        <p:attrNameLst>
                                          <p:attrName>style.visibility</p:attrName>
                                        </p:attrNameLst>
                                      </p:cBhvr>
                                      <p:to>
                                        <p:strVal val="visible"/>
                                      </p:to>
                                    </p:set>
                                    <p:animEffect transition="in" filter="wipe(up)">
                                      <p:cBhvr>
                                        <p:cTn id="22" dur="500"/>
                                        <p:tgtEl>
                                          <p:spTgt spid="5089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8931">
                                            <p:txEl>
                                              <p:pRg st="4" end="4"/>
                                            </p:txEl>
                                          </p:spTgt>
                                        </p:tgtEl>
                                        <p:attrNameLst>
                                          <p:attrName>style.visibility</p:attrName>
                                        </p:attrNameLst>
                                      </p:cBhvr>
                                      <p:to>
                                        <p:strVal val="visible"/>
                                      </p:to>
                                    </p:set>
                                    <p:animEffect transition="in" filter="wipe(up)">
                                      <p:cBhvr>
                                        <p:cTn id="27" dur="500"/>
                                        <p:tgtEl>
                                          <p:spTgt spid="5089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8931">
                                            <p:txEl>
                                              <p:pRg st="5" end="5"/>
                                            </p:txEl>
                                          </p:spTgt>
                                        </p:tgtEl>
                                        <p:attrNameLst>
                                          <p:attrName>style.visibility</p:attrName>
                                        </p:attrNameLst>
                                      </p:cBhvr>
                                      <p:to>
                                        <p:strVal val="visible"/>
                                      </p:to>
                                    </p:set>
                                    <p:animEffect transition="in" filter="wipe(up)">
                                      <p:cBhvr>
                                        <p:cTn id="32" dur="500"/>
                                        <p:tgtEl>
                                          <p:spTgt spid="5089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1" grpId="0" autoUpdateAnimBg="0" build="p"/>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19171" name="Rectangle 3"/>
          <p:cNvSpPr>
            <a:spLocks noGrp="1" noChangeArrowheads="1"/>
          </p:cNvSpPr>
          <p:nvPr>
            <p:ph type="body" idx="1"/>
          </p:nvPr>
        </p:nvSpPr>
        <p:spPr>
          <a:xfrm>
            <a:off x="685800" y="1828800"/>
            <a:ext cx="7846640" cy="4114800"/>
          </a:xfrm>
        </p:spPr>
        <p:txBody>
          <a:bodyPr/>
          <a:lstStyle/>
          <a:p>
            <a:pPr eaLnBrk="1" hangingPunct="1">
              <a:lnSpc>
                <a:spcPct val="90000"/>
              </a:lnSpc>
              <a:buFontTx/>
              <a:buNone/>
            </a:pPr>
            <a:r>
              <a:rPr lang="zh-CN" altLang="en-US" sz="2800" b="1" dirty="0" smtClean="0">
                <a:solidFill>
                  <a:srgbClr val="1F2039"/>
                </a:solidFill>
                <a:latin typeface="Times New Roman" panose="02020603050405020304" pitchFamily="18" charset="0"/>
              </a:rPr>
              <a:t>(3) 基于子词单元的</a:t>
            </a:r>
            <a:r>
              <a:rPr lang="en-US" altLang="zh-CN" sz="2800" b="1" dirty="0" smtClean="0">
                <a:solidFill>
                  <a:srgbClr val="1F2039"/>
                </a:solidFill>
                <a:latin typeface="Times New Roman" panose="02020603050405020304" pitchFamily="18" charset="0"/>
              </a:rPr>
              <a:t>HMM</a:t>
            </a:r>
            <a:r>
              <a:rPr lang="zh-CN" altLang="en-US" sz="2800" b="1" dirty="0" smtClean="0">
                <a:solidFill>
                  <a:srgbClr val="1F2039"/>
                </a:solidFill>
                <a:latin typeface="Times New Roman" panose="02020603050405020304" pitchFamily="18" charset="0"/>
              </a:rPr>
              <a:t>训练</a:t>
            </a:r>
            <a:endParaRPr lang="zh-CN" altLang="en-US" sz="2800" b="1" dirty="0" smtClean="0">
              <a:solidFill>
                <a:srgbClr val="1F2039"/>
              </a:solidFill>
              <a:latin typeface="Times New Roman" panose="02020603050405020304" pitchFamily="18" charset="0"/>
            </a:endParaRPr>
          </a:p>
          <a:p>
            <a:pPr eaLnBrk="1" hangingPunct="1">
              <a:lnSpc>
                <a:spcPct val="90000"/>
              </a:lnSpc>
            </a:pPr>
            <a:r>
              <a:rPr lang="zh-CN" altLang="en-US" sz="2800" b="1" dirty="0" smtClean="0">
                <a:solidFill>
                  <a:srgbClr val="1F2039"/>
                </a:solidFill>
                <a:latin typeface="Times New Roman" panose="02020603050405020304" pitchFamily="18" charset="0"/>
              </a:rPr>
              <a:t>子词单元的</a:t>
            </a:r>
            <a:r>
              <a:rPr lang="en-US" altLang="zh-CN" sz="2800" b="1" dirty="0" smtClean="0">
                <a:solidFill>
                  <a:srgbClr val="1F2039"/>
                </a:solidFill>
                <a:latin typeface="Times New Roman" panose="02020603050405020304" pitchFamily="18" charset="0"/>
              </a:rPr>
              <a:t>HMM</a:t>
            </a:r>
            <a:r>
              <a:rPr lang="zh-CN" altLang="en-US" sz="2800" b="1" dirty="0" smtClean="0">
                <a:solidFill>
                  <a:srgbClr val="1F2039"/>
                </a:solidFill>
                <a:latin typeface="Times New Roman" panose="02020603050405020304" pitchFamily="18" charset="0"/>
              </a:rPr>
              <a:t>一般采用从左到右的结构，状态数固定为2到4个。 </a:t>
            </a:r>
            <a:endParaRPr lang="zh-CN" altLang="en-US" sz="2800" b="1" dirty="0" smtClean="0">
              <a:solidFill>
                <a:srgbClr val="1F2039"/>
              </a:solidFill>
              <a:latin typeface="Times New Roman" panose="02020603050405020304" pitchFamily="18" charset="0"/>
            </a:endParaRPr>
          </a:p>
          <a:p>
            <a:pPr eaLnBrk="1" hangingPunct="1">
              <a:lnSpc>
                <a:spcPct val="90000"/>
              </a:lnSpc>
            </a:pPr>
            <a:r>
              <a:rPr lang="zh-CN" altLang="en-US" sz="2800" b="1" dirty="0" smtClean="0">
                <a:solidFill>
                  <a:srgbClr val="1F2039"/>
                </a:solidFill>
                <a:latin typeface="Times New Roman" panose="02020603050405020304" pitchFamily="18" charset="0"/>
              </a:rPr>
              <a:t>在语音段中，子词太短，无法精确标出语音的边界。</a:t>
            </a:r>
            <a:endParaRPr lang="en-US" altLang="zh-CN" sz="2800" b="1" dirty="0" smtClean="0">
              <a:solidFill>
                <a:srgbClr val="1F2039"/>
              </a:solidFill>
              <a:latin typeface="Times New Roman" panose="02020603050405020304" pitchFamily="18" charset="0"/>
            </a:endParaRPr>
          </a:p>
          <a:p>
            <a:pPr eaLnBrk="1" hangingPunct="1">
              <a:lnSpc>
                <a:spcPct val="90000"/>
              </a:lnSpc>
            </a:pPr>
            <a:r>
              <a:rPr lang="zh-CN" altLang="en-US" sz="2800" b="1" dirty="0">
                <a:solidFill>
                  <a:srgbClr val="1F2039"/>
                </a:solidFill>
                <a:latin typeface="Times New Roman" panose="02020603050405020304" pitchFamily="18" charset="0"/>
              </a:rPr>
              <a:t>已知句子内容，因此可以将子词模型串接成</a:t>
            </a:r>
            <a:r>
              <a:rPr lang="zh-CN" altLang="en-US" sz="2800" b="1" dirty="0" smtClean="0">
                <a:solidFill>
                  <a:srgbClr val="1F2039"/>
                </a:solidFill>
                <a:latin typeface="Times New Roman" panose="02020603050405020304" pitchFamily="18" charset="0"/>
              </a:rPr>
              <a:t>句子。</a:t>
            </a:r>
            <a:endParaRPr lang="zh-CN" altLang="en-US" sz="2800" b="1" dirty="0" smtClean="0">
              <a:solidFill>
                <a:srgbClr val="1F2039"/>
              </a:solidFill>
              <a:latin typeface="Times New Roman" panose="02020603050405020304" pitchFamily="18" charset="0"/>
            </a:endParaRPr>
          </a:p>
          <a:p>
            <a:pPr eaLnBrk="1" hangingPunct="1">
              <a:lnSpc>
                <a:spcPct val="90000"/>
              </a:lnSpc>
            </a:pPr>
            <a:r>
              <a:rPr lang="zh-CN" altLang="en-US" sz="2800" b="1" dirty="0" smtClean="0">
                <a:solidFill>
                  <a:srgbClr val="1F2039"/>
                </a:solidFill>
                <a:latin typeface="Times New Roman" panose="02020603050405020304" pitchFamily="18" charset="0"/>
              </a:rPr>
              <a:t>用</a:t>
            </a:r>
            <a:r>
              <a:rPr lang="zh-CN" altLang="en-US" sz="2800" b="1" dirty="0" smtClean="0">
                <a:solidFill>
                  <a:srgbClr val="0070C0"/>
                </a:solidFill>
                <a:latin typeface="宋体" panose="02010600030101010101" pitchFamily="2" charset="-122"/>
              </a:rPr>
              <a:t>分段</a:t>
            </a:r>
            <a:r>
              <a:rPr lang="en-US" altLang="zh-CN" sz="2800" b="1" i="1" dirty="0" smtClean="0">
                <a:solidFill>
                  <a:srgbClr val="0070C0"/>
                </a:solidFill>
                <a:latin typeface="Times New Roman" panose="02020603050405020304" pitchFamily="18" charset="0"/>
              </a:rPr>
              <a:t>K</a:t>
            </a:r>
            <a:r>
              <a:rPr lang="zh-CN" altLang="en-US" sz="2800" b="1" dirty="0" smtClean="0">
                <a:solidFill>
                  <a:srgbClr val="0070C0"/>
                </a:solidFill>
                <a:latin typeface="宋体" panose="02010600030101010101" pitchFamily="2" charset="-122"/>
              </a:rPr>
              <a:t>均值</a:t>
            </a:r>
            <a:r>
              <a:rPr lang="zh-CN" altLang="en-US" sz="2800" b="1" dirty="0" smtClean="0">
                <a:solidFill>
                  <a:srgbClr val="1F2039"/>
                </a:solidFill>
                <a:latin typeface="宋体" panose="02010600030101010101" pitchFamily="2" charset="-122"/>
              </a:rPr>
              <a:t>算法进行多次迭代</a:t>
            </a:r>
            <a:r>
              <a:rPr lang="zh-CN" altLang="en-US" sz="2800" b="1" dirty="0" smtClean="0">
                <a:solidFill>
                  <a:srgbClr val="1F2039"/>
                </a:solidFill>
                <a:latin typeface="Times New Roman" panose="02020603050405020304" pitchFamily="18" charset="0"/>
              </a:rPr>
              <a:t> ，对各子词模型进行重估。</a:t>
            </a:r>
            <a:r>
              <a:rPr lang="zh-CN" altLang="en-US" sz="2800" b="1" dirty="0" smtClean="0">
                <a:solidFill>
                  <a:srgbClr val="1F2039"/>
                </a:solidFill>
                <a:latin typeface="宋体" panose="02010600030101010101" pitchFamily="2" charset="-122"/>
              </a:rPr>
              <a:t>最终它会自动收敛于一个最佳模型估计，同时达到合理的子词分段</a:t>
            </a:r>
            <a:r>
              <a:rPr lang="zh-CN" altLang="en-US" sz="2800" b="1" dirty="0" smtClean="0">
                <a:solidFill>
                  <a:srgbClr val="1F2039"/>
                </a:solidFill>
                <a:latin typeface="Times New Roman" panose="02020603050405020304" pitchFamily="18" charset="0"/>
              </a:rPr>
              <a:t> </a:t>
            </a:r>
            <a:endParaRPr lang="zh-CN" altLang="en-US" sz="2800" b="1" dirty="0" smtClean="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9171">
                                            <p:txEl>
                                              <p:pRg st="0" end="0"/>
                                            </p:txEl>
                                          </p:spTgt>
                                        </p:tgtEl>
                                        <p:attrNameLst>
                                          <p:attrName>style.visibility</p:attrName>
                                        </p:attrNameLst>
                                      </p:cBhvr>
                                      <p:to>
                                        <p:strVal val="visible"/>
                                      </p:to>
                                    </p:set>
                                    <p:animEffect transition="in" filter="wipe(up)">
                                      <p:cBhvr>
                                        <p:cTn id="7" dur="500"/>
                                        <p:tgtEl>
                                          <p:spTgt spid="519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9171">
                                            <p:txEl>
                                              <p:pRg st="1" end="1"/>
                                            </p:txEl>
                                          </p:spTgt>
                                        </p:tgtEl>
                                        <p:attrNameLst>
                                          <p:attrName>style.visibility</p:attrName>
                                        </p:attrNameLst>
                                      </p:cBhvr>
                                      <p:to>
                                        <p:strVal val="visible"/>
                                      </p:to>
                                    </p:set>
                                    <p:animEffect transition="in" filter="wipe(up)">
                                      <p:cBhvr>
                                        <p:cTn id="12" dur="500"/>
                                        <p:tgtEl>
                                          <p:spTgt spid="519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9171">
                                            <p:txEl>
                                              <p:pRg st="2" end="2"/>
                                            </p:txEl>
                                          </p:spTgt>
                                        </p:tgtEl>
                                        <p:attrNameLst>
                                          <p:attrName>style.visibility</p:attrName>
                                        </p:attrNameLst>
                                      </p:cBhvr>
                                      <p:to>
                                        <p:strVal val="visible"/>
                                      </p:to>
                                    </p:set>
                                    <p:animEffect transition="in" filter="wipe(up)">
                                      <p:cBhvr>
                                        <p:cTn id="17" dur="500"/>
                                        <p:tgtEl>
                                          <p:spTgt spid="5191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9171">
                                            <p:txEl>
                                              <p:pRg st="3" end="3"/>
                                            </p:txEl>
                                          </p:spTgt>
                                        </p:tgtEl>
                                        <p:attrNameLst>
                                          <p:attrName>style.visibility</p:attrName>
                                        </p:attrNameLst>
                                      </p:cBhvr>
                                      <p:to>
                                        <p:strVal val="visible"/>
                                      </p:to>
                                    </p:set>
                                    <p:animEffect transition="in" filter="wipe(up)">
                                      <p:cBhvr>
                                        <p:cTn id="22" dur="500"/>
                                        <p:tgtEl>
                                          <p:spTgt spid="5191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19171">
                                            <p:txEl>
                                              <p:pRg st="4" end="4"/>
                                            </p:txEl>
                                          </p:spTgt>
                                        </p:tgtEl>
                                        <p:attrNameLst>
                                          <p:attrName>style.visibility</p:attrName>
                                        </p:attrNameLst>
                                      </p:cBhvr>
                                      <p:to>
                                        <p:strVal val="visible"/>
                                      </p:to>
                                    </p:set>
                                    <p:animEffect transition="in" filter="wipe(up)">
                                      <p:cBhvr>
                                        <p:cTn id="27" dur="500"/>
                                        <p:tgtEl>
                                          <p:spTgt spid="519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1" grpId="0" autoUpdateAnimBg="0" build="p"/>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21219" name="Rectangle 3"/>
          <p:cNvSpPr>
            <a:spLocks noGrp="1" noChangeArrowheads="1"/>
          </p:cNvSpPr>
          <p:nvPr>
            <p:ph type="body" idx="1"/>
          </p:nvPr>
        </p:nvSpPr>
        <p:spPr>
          <a:xfrm>
            <a:off x="457200" y="1981200"/>
            <a:ext cx="8001000" cy="4114800"/>
          </a:xfrm>
        </p:spPr>
        <p:txBody>
          <a:bodyPr lIns="378000"/>
          <a:lstStyle/>
          <a:p>
            <a:pPr eaLnBrk="1" hangingPunct="1">
              <a:buFont typeface="Wingdings" panose="05000000000000000000" pitchFamily="2" charset="2"/>
              <a:buNone/>
            </a:pPr>
            <a:r>
              <a:rPr lang="zh-CN" altLang="en-US" sz="2400" b="1" dirty="0" smtClean="0">
                <a:solidFill>
                  <a:srgbClr val="0070C0"/>
                </a:solidFill>
                <a:latin typeface="Times New Roman" panose="02020603050405020304" pitchFamily="18" charset="0"/>
              </a:rPr>
              <a:t>分段</a:t>
            </a:r>
            <a:r>
              <a:rPr lang="en-US" altLang="zh-CN" sz="2400" b="1" i="1" dirty="0" smtClean="0">
                <a:solidFill>
                  <a:srgbClr val="0070C0"/>
                </a:solidFill>
                <a:latin typeface="Times New Roman" panose="02020603050405020304" pitchFamily="18" charset="0"/>
              </a:rPr>
              <a:t>K</a:t>
            </a:r>
            <a:r>
              <a:rPr lang="zh-CN" altLang="en-US" sz="2400" b="1" dirty="0" smtClean="0">
                <a:solidFill>
                  <a:srgbClr val="0070C0"/>
                </a:solidFill>
                <a:latin typeface="Times New Roman" panose="02020603050405020304" pitchFamily="18" charset="0"/>
              </a:rPr>
              <a:t>均值算法</a:t>
            </a:r>
            <a:endParaRPr lang="zh-CN" altLang="en-US" sz="2400" b="1" dirty="0" smtClean="0">
              <a:solidFill>
                <a:srgbClr val="0070C0"/>
              </a:solidFill>
              <a:latin typeface="Times New Roman" panose="02020603050405020304" pitchFamily="18" charset="0"/>
            </a:endParaRPr>
          </a:p>
          <a:p>
            <a:pPr eaLnBrk="1" hangingPunct="1">
              <a:buFont typeface="Wingdings" panose="05000000000000000000" pitchFamily="2" charset="2"/>
              <a:buChar char="v"/>
            </a:pPr>
            <a:r>
              <a:rPr lang="zh-CN" altLang="en-US" sz="2400" b="1" dirty="0" smtClean="0">
                <a:solidFill>
                  <a:srgbClr val="1F2039"/>
                </a:solidFill>
              </a:rPr>
              <a:t> </a:t>
            </a:r>
            <a:r>
              <a:rPr lang="zh-CN" altLang="en-US" sz="2400" b="1" dirty="0" smtClean="0">
                <a:solidFill>
                  <a:srgbClr val="1F2039"/>
                </a:solidFill>
                <a:latin typeface="Times New Roman" panose="02020603050405020304" pitchFamily="18" charset="0"/>
              </a:rPr>
              <a:t> </a:t>
            </a:r>
            <a:r>
              <a:rPr lang="zh-CN" altLang="en-US" sz="2400" b="1" dirty="0" smtClean="0">
                <a:solidFill>
                  <a:srgbClr val="0070C0"/>
                </a:solidFill>
                <a:latin typeface="Times New Roman" panose="02020603050405020304" pitchFamily="18" charset="0"/>
              </a:rPr>
              <a:t>初始化</a:t>
            </a:r>
            <a:r>
              <a:rPr lang="zh-CN" altLang="en-US" sz="2400" b="1" dirty="0" smtClean="0">
                <a:solidFill>
                  <a:srgbClr val="1F2039"/>
                </a:solidFill>
                <a:latin typeface="Times New Roman" panose="02020603050405020304" pitchFamily="18" charset="0"/>
              </a:rPr>
              <a:t>：将每个训练语句线性分割成子词单元，将每个子词单元线性分割成状态，即假定在一个语句中，子词单元及其内部的状态驻留时间是均匀的；</a:t>
            </a:r>
            <a:endParaRPr lang="zh-CN" altLang="en-US" sz="2400" b="1" dirty="0" smtClean="0">
              <a:solidFill>
                <a:srgbClr val="1F2039"/>
              </a:solidFill>
              <a:latin typeface="Times New Roman" panose="02020603050405020304" pitchFamily="18" charset="0"/>
            </a:endParaRPr>
          </a:p>
          <a:p>
            <a:pPr eaLnBrk="1" hangingPunct="1">
              <a:buFont typeface="Wingdings" panose="05000000000000000000" pitchFamily="2" charset="2"/>
              <a:buChar char="v"/>
            </a:pPr>
            <a:r>
              <a:rPr lang="zh-CN" altLang="en-US" sz="2400" b="1" dirty="0" smtClean="0">
                <a:solidFill>
                  <a:srgbClr val="0070C0"/>
                </a:solidFill>
                <a:latin typeface="Times New Roman" panose="02020603050405020304" pitchFamily="18" charset="0"/>
              </a:rPr>
              <a:t>聚类</a:t>
            </a:r>
            <a:r>
              <a:rPr lang="zh-CN" altLang="en-US" sz="2400" b="1" dirty="0" smtClean="0">
                <a:solidFill>
                  <a:srgbClr val="1F2039"/>
                </a:solidFill>
                <a:latin typeface="Times New Roman" panose="02020603050405020304" pitchFamily="18" charset="0"/>
              </a:rPr>
              <a:t>：对每个给定子词单元的每一个状态，其在所有训练语句段中特征矢量用</a:t>
            </a:r>
            <a:r>
              <a:rPr lang="en-US" altLang="zh-CN" sz="2400" b="1" i="1" dirty="0" smtClean="0">
                <a:solidFill>
                  <a:srgbClr val="1F2039"/>
                </a:solidFill>
                <a:latin typeface="Times New Roman" panose="02020603050405020304" pitchFamily="18" charset="0"/>
              </a:rPr>
              <a:t>K</a:t>
            </a:r>
            <a:r>
              <a:rPr lang="zh-CN" altLang="en-US" sz="2400" b="1" dirty="0" smtClean="0">
                <a:solidFill>
                  <a:srgbClr val="1F2039"/>
                </a:solidFill>
                <a:latin typeface="Times New Roman" panose="02020603050405020304" pitchFamily="18" charset="0"/>
              </a:rPr>
              <a:t>均值算法聚类；</a:t>
            </a:r>
            <a:endParaRPr lang="zh-CN" altLang="en-US" sz="2400" b="1" dirty="0" smtClean="0">
              <a:solidFill>
                <a:srgbClr val="1F2039"/>
              </a:solidFill>
              <a:latin typeface="Times New Roman" panose="02020603050405020304" pitchFamily="18" charset="0"/>
            </a:endParaRPr>
          </a:p>
          <a:p>
            <a:pPr eaLnBrk="1" hangingPunct="1">
              <a:buFont typeface="Wingdings" panose="05000000000000000000" pitchFamily="2" charset="2"/>
              <a:buChar char="v"/>
            </a:pPr>
            <a:r>
              <a:rPr lang="zh-CN" altLang="en-US" sz="2400" b="1" dirty="0" smtClean="0">
                <a:solidFill>
                  <a:srgbClr val="0070C0"/>
                </a:solidFill>
                <a:latin typeface="Times New Roman" panose="02020603050405020304" pitchFamily="18" charset="0"/>
              </a:rPr>
              <a:t>参数估计</a:t>
            </a:r>
            <a:r>
              <a:rPr lang="zh-CN" altLang="en-US" sz="2400" b="1" dirty="0" smtClean="0">
                <a:solidFill>
                  <a:srgbClr val="1F2039"/>
                </a:solidFill>
                <a:latin typeface="Times New Roman" panose="02020603050405020304" pitchFamily="18" charset="0"/>
              </a:rPr>
              <a:t>：根据聚类的结果计算均值、各维方差和混合权值系数；</a:t>
            </a:r>
            <a:endParaRPr lang="zh-CN" altLang="en-US" sz="2400" b="1" dirty="0" smtClean="0">
              <a:solidFill>
                <a:srgbClr val="1F2039"/>
              </a:solidFill>
              <a:latin typeface="Times New Roman" panose="02020603050405020304" pitchFamily="18" charset="0"/>
            </a:endParaRPr>
          </a:p>
          <a:p>
            <a:pPr eaLnBrk="1" hangingPunct="1">
              <a:buFont typeface="Wingdings" panose="05000000000000000000" pitchFamily="2" charset="2"/>
              <a:buChar char="v"/>
            </a:pPr>
            <a:r>
              <a:rPr lang="zh-CN" altLang="en-US" sz="2400" b="1" dirty="0" smtClean="0">
                <a:solidFill>
                  <a:srgbClr val="0070C0"/>
                </a:solidFill>
                <a:latin typeface="Times New Roman" panose="02020603050405020304" pitchFamily="18" charset="0"/>
              </a:rPr>
              <a:t>分段</a:t>
            </a:r>
            <a:r>
              <a:rPr lang="zh-CN" altLang="en-US" sz="2400" b="1" dirty="0" smtClean="0">
                <a:solidFill>
                  <a:srgbClr val="1F2039"/>
                </a:solidFill>
                <a:latin typeface="Times New Roman" panose="02020603050405020304" pitchFamily="18" charset="0"/>
              </a:rPr>
              <a:t>：根据上一步得到的新的子词单元模型，通过</a:t>
            </a:r>
            <a:r>
              <a:rPr lang="en-US" altLang="zh-CN" sz="2400" b="1" dirty="0" smtClean="0">
                <a:solidFill>
                  <a:srgbClr val="1F2039"/>
                </a:solidFill>
                <a:latin typeface="Times New Roman" panose="02020603050405020304" pitchFamily="18" charset="0"/>
              </a:rPr>
              <a:t>Viterbi</a:t>
            </a:r>
            <a:r>
              <a:rPr lang="zh-CN" altLang="en-US" sz="2400" b="1" dirty="0" smtClean="0">
                <a:solidFill>
                  <a:srgbClr val="1F2039"/>
                </a:solidFill>
                <a:latin typeface="Times New Roman" panose="02020603050405020304" pitchFamily="18" charset="0"/>
              </a:rPr>
              <a:t>算法对所有训练语句再分成子词单元和状态，重新迭代聚类和参数估计，直到收敛。  </a:t>
            </a:r>
            <a:endParaRPr lang="zh-CN" altLang="en-US" sz="2400" b="1" dirty="0" smtClean="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21219">
                                            <p:txEl>
                                              <p:pRg st="0" end="0"/>
                                            </p:txEl>
                                          </p:spTgt>
                                        </p:tgtEl>
                                        <p:attrNameLst>
                                          <p:attrName>style.visibility</p:attrName>
                                        </p:attrNameLst>
                                      </p:cBhvr>
                                      <p:to>
                                        <p:strVal val="visible"/>
                                      </p:to>
                                    </p:set>
                                    <p:animEffect transition="in" filter="wipe(up)">
                                      <p:cBhvr>
                                        <p:cTn id="7" dur="500"/>
                                        <p:tgtEl>
                                          <p:spTgt spid="521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21219">
                                            <p:txEl>
                                              <p:pRg st="1" end="1"/>
                                            </p:txEl>
                                          </p:spTgt>
                                        </p:tgtEl>
                                        <p:attrNameLst>
                                          <p:attrName>style.visibility</p:attrName>
                                        </p:attrNameLst>
                                      </p:cBhvr>
                                      <p:to>
                                        <p:strVal val="visible"/>
                                      </p:to>
                                    </p:set>
                                    <p:animEffect transition="in" filter="wipe(up)">
                                      <p:cBhvr>
                                        <p:cTn id="12" dur="500"/>
                                        <p:tgtEl>
                                          <p:spTgt spid="521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21219">
                                            <p:txEl>
                                              <p:pRg st="2" end="2"/>
                                            </p:txEl>
                                          </p:spTgt>
                                        </p:tgtEl>
                                        <p:attrNameLst>
                                          <p:attrName>style.visibility</p:attrName>
                                        </p:attrNameLst>
                                      </p:cBhvr>
                                      <p:to>
                                        <p:strVal val="visible"/>
                                      </p:to>
                                    </p:set>
                                    <p:animEffect transition="in" filter="wipe(up)">
                                      <p:cBhvr>
                                        <p:cTn id="17" dur="500"/>
                                        <p:tgtEl>
                                          <p:spTgt spid="521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21219">
                                            <p:txEl>
                                              <p:pRg st="3" end="3"/>
                                            </p:txEl>
                                          </p:spTgt>
                                        </p:tgtEl>
                                        <p:attrNameLst>
                                          <p:attrName>style.visibility</p:attrName>
                                        </p:attrNameLst>
                                      </p:cBhvr>
                                      <p:to>
                                        <p:strVal val="visible"/>
                                      </p:to>
                                    </p:set>
                                    <p:animEffect transition="in" filter="wipe(up)">
                                      <p:cBhvr>
                                        <p:cTn id="22" dur="500"/>
                                        <p:tgtEl>
                                          <p:spTgt spid="521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21219">
                                            <p:txEl>
                                              <p:pRg st="4" end="4"/>
                                            </p:txEl>
                                          </p:spTgt>
                                        </p:tgtEl>
                                        <p:attrNameLst>
                                          <p:attrName>style.visibility</p:attrName>
                                        </p:attrNameLst>
                                      </p:cBhvr>
                                      <p:to>
                                        <p:strVal val="visible"/>
                                      </p:to>
                                    </p:set>
                                    <p:animEffect transition="in" filter="wipe(up)">
                                      <p:cBhvr>
                                        <p:cTn id="27" dur="500"/>
                                        <p:tgtEl>
                                          <p:spTgt spid="521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19" grpId="0" autoUpdateAnimBg="0" build="p"/>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19171" name="Rectangle 3"/>
          <p:cNvSpPr>
            <a:spLocks noGrp="1" noChangeArrowheads="1"/>
          </p:cNvSpPr>
          <p:nvPr>
            <p:ph type="body" idx="1"/>
          </p:nvPr>
        </p:nvSpPr>
        <p:spPr>
          <a:xfrm>
            <a:off x="685800" y="1828800"/>
            <a:ext cx="7772400" cy="4114800"/>
          </a:xfrm>
        </p:spPr>
        <p:txBody>
          <a:bodyPr/>
          <a:lstStyle/>
          <a:p>
            <a:pPr eaLnBrk="1" hangingPunct="1">
              <a:lnSpc>
                <a:spcPct val="120000"/>
              </a:lnSpc>
            </a:pPr>
            <a:r>
              <a:rPr lang="zh-CN" altLang="en-US" sz="2800" b="1" dirty="0">
                <a:solidFill>
                  <a:srgbClr val="1F2039"/>
                </a:solidFill>
                <a:latin typeface="Times New Roman" panose="02020603050405020304" pitchFamily="18" charset="0"/>
              </a:rPr>
              <a:t>这一</a:t>
            </a:r>
            <a:r>
              <a:rPr lang="zh-CN" altLang="en-US" sz="2800" b="1" dirty="0" smtClean="0">
                <a:solidFill>
                  <a:srgbClr val="1F2039"/>
                </a:solidFill>
                <a:latin typeface="Times New Roman" panose="02020603050405020304" pitchFamily="18" charset="0"/>
              </a:rPr>
              <a:t>过程也被称之为“</a:t>
            </a:r>
            <a:r>
              <a:rPr lang="zh-CN" altLang="en-US" sz="2800" b="1" dirty="0">
                <a:solidFill>
                  <a:srgbClr val="0070C0"/>
                </a:solidFill>
                <a:latin typeface="Times New Roman" panose="02020603050405020304" pitchFamily="18" charset="0"/>
              </a:rPr>
              <a:t>强制</a:t>
            </a:r>
            <a:r>
              <a:rPr lang="zh-CN" altLang="en-US" sz="2800" b="1" dirty="0" smtClean="0">
                <a:solidFill>
                  <a:srgbClr val="0070C0"/>
                </a:solidFill>
                <a:latin typeface="Times New Roman" panose="02020603050405020304" pitchFamily="18" charset="0"/>
              </a:rPr>
              <a:t>对齐</a:t>
            </a:r>
            <a:r>
              <a:rPr lang="zh-CN" altLang="en-US" sz="2800" b="1" dirty="0" smtClean="0">
                <a:solidFill>
                  <a:srgbClr val="1F2039"/>
                </a:solidFill>
                <a:latin typeface="Times New Roman" panose="02020603050405020304" pitchFamily="18" charset="0"/>
              </a:rPr>
              <a:t>”</a:t>
            </a:r>
            <a:r>
              <a:rPr lang="en-US" altLang="zh-CN" sz="2800" b="1" dirty="0" smtClean="0">
                <a:solidFill>
                  <a:srgbClr val="1F2039"/>
                </a:solidFill>
                <a:latin typeface="Times New Roman" panose="02020603050405020304" pitchFamily="18" charset="0"/>
              </a:rPr>
              <a:t>(Force </a:t>
            </a:r>
            <a:r>
              <a:rPr lang="en-US" altLang="zh-CN" sz="2800" b="1" dirty="0" err="1" smtClean="0">
                <a:solidFill>
                  <a:srgbClr val="1F2039"/>
                </a:solidFill>
                <a:latin typeface="Times New Roman" panose="02020603050405020304" pitchFamily="18" charset="0"/>
              </a:rPr>
              <a:t>Allignment</a:t>
            </a:r>
            <a:r>
              <a:rPr lang="en-US" altLang="zh-CN" sz="2800" b="1" dirty="0" smtClean="0">
                <a:solidFill>
                  <a:srgbClr val="1F2039"/>
                </a:solidFill>
                <a:latin typeface="Times New Roman" panose="02020603050405020304" pitchFamily="18" charset="0"/>
              </a:rPr>
              <a:t>)</a:t>
            </a:r>
            <a:endParaRPr lang="en-US" altLang="zh-CN" sz="2800" b="1" dirty="0" smtClean="0">
              <a:solidFill>
                <a:srgbClr val="1F2039"/>
              </a:solidFill>
              <a:latin typeface="Times New Roman" panose="02020603050405020304" pitchFamily="18" charset="0"/>
            </a:endParaRPr>
          </a:p>
          <a:p>
            <a:pPr eaLnBrk="1" hangingPunct="1">
              <a:lnSpc>
                <a:spcPct val="120000"/>
              </a:lnSpc>
            </a:pPr>
            <a:r>
              <a:rPr lang="zh-CN" altLang="en-US" sz="2800" b="1" dirty="0" smtClean="0">
                <a:solidFill>
                  <a:srgbClr val="1F2039"/>
                </a:solidFill>
                <a:latin typeface="Times New Roman" panose="02020603050405020304" pitchFamily="18" charset="0"/>
              </a:rPr>
              <a:t>对齐过程合理分割了语音段，</a:t>
            </a:r>
            <a:r>
              <a:rPr lang="zh-CN" altLang="en-US" sz="2800" b="1" dirty="0">
                <a:solidFill>
                  <a:srgbClr val="1F2039"/>
                </a:solidFill>
                <a:latin typeface="Times New Roman" panose="02020603050405020304" pitchFamily="18" charset="0"/>
              </a:rPr>
              <a:t>并</a:t>
            </a:r>
            <a:r>
              <a:rPr lang="zh-CN" altLang="en-US" sz="2800" b="1" dirty="0" smtClean="0">
                <a:solidFill>
                  <a:srgbClr val="1F2039"/>
                </a:solidFill>
                <a:latin typeface="Times New Roman" panose="02020603050405020304" pitchFamily="18" charset="0"/>
              </a:rPr>
              <a:t>得到</a:t>
            </a:r>
            <a:r>
              <a:rPr lang="zh-CN" altLang="en-US" sz="2800" b="1" dirty="0" smtClean="0">
                <a:solidFill>
                  <a:srgbClr val="0070C0"/>
                </a:solidFill>
                <a:latin typeface="Times New Roman" panose="02020603050405020304" pitchFamily="18" charset="0"/>
              </a:rPr>
              <a:t>子词边界</a:t>
            </a:r>
            <a:endParaRPr lang="en-US" altLang="zh-CN" sz="2800" b="1" dirty="0" smtClean="0">
              <a:solidFill>
                <a:srgbClr val="0070C0"/>
              </a:solidFill>
              <a:latin typeface="Times New Roman" panose="02020603050405020304" pitchFamily="18" charset="0"/>
            </a:endParaRPr>
          </a:p>
          <a:p>
            <a:pPr eaLnBrk="1" hangingPunct="1">
              <a:lnSpc>
                <a:spcPct val="120000"/>
              </a:lnSpc>
            </a:pPr>
            <a:r>
              <a:rPr lang="zh-CN" altLang="en-US" sz="2800" b="1" dirty="0">
                <a:solidFill>
                  <a:srgbClr val="1F2039"/>
                </a:solidFill>
                <a:latin typeface="Times New Roman" panose="02020603050405020304" pitchFamily="18" charset="0"/>
              </a:rPr>
              <a:t>也初步估计</a:t>
            </a:r>
            <a:r>
              <a:rPr lang="zh-CN" altLang="en-US" sz="2800" b="1" dirty="0" smtClean="0">
                <a:solidFill>
                  <a:srgbClr val="1F2039"/>
                </a:solidFill>
                <a:latin typeface="Times New Roman" panose="02020603050405020304" pitchFamily="18" charset="0"/>
              </a:rPr>
              <a:t>出了每个子词的</a:t>
            </a:r>
            <a:r>
              <a:rPr lang="en-US" altLang="zh-CN" sz="2800" b="1" dirty="0" smtClean="0">
                <a:solidFill>
                  <a:srgbClr val="0070C0"/>
                </a:solidFill>
                <a:latin typeface="Times New Roman" panose="02020603050405020304" pitchFamily="18" charset="0"/>
              </a:rPr>
              <a:t>HMM</a:t>
            </a:r>
            <a:r>
              <a:rPr lang="zh-CN" altLang="en-US" sz="2800" b="1" dirty="0" smtClean="0">
                <a:solidFill>
                  <a:srgbClr val="0070C0"/>
                </a:solidFill>
                <a:latin typeface="Times New Roman" panose="02020603050405020304" pitchFamily="18" charset="0"/>
              </a:rPr>
              <a:t>参数</a:t>
            </a:r>
            <a:r>
              <a:rPr lang="zh-CN" altLang="en-US" sz="2800" b="1" dirty="0" smtClean="0">
                <a:solidFill>
                  <a:srgbClr val="1F2039"/>
                </a:solidFill>
                <a:latin typeface="Times New Roman" panose="02020603050405020304" pitchFamily="18" charset="0"/>
              </a:rPr>
              <a:t>。</a:t>
            </a:r>
            <a:endParaRPr lang="en-US" altLang="zh-CN" sz="2800" b="1" dirty="0" smtClean="0">
              <a:solidFill>
                <a:srgbClr val="1F2039"/>
              </a:solidFill>
              <a:latin typeface="Times New Roman" panose="02020603050405020304" pitchFamily="18" charset="0"/>
            </a:endParaRPr>
          </a:p>
          <a:p>
            <a:pPr eaLnBrk="1" hangingPunct="1">
              <a:lnSpc>
                <a:spcPct val="120000"/>
              </a:lnSpc>
            </a:pPr>
            <a:r>
              <a:rPr lang="zh-CN" altLang="en-US" sz="2800" b="1" dirty="0" smtClean="0">
                <a:solidFill>
                  <a:srgbClr val="1F2039"/>
                </a:solidFill>
                <a:latin typeface="Times New Roman" panose="02020603050405020304" pitchFamily="18" charset="0"/>
              </a:rPr>
              <a:t>以此参数为初值，采用</a:t>
            </a:r>
            <a:r>
              <a:rPr lang="en-US" altLang="zh-CN" sz="2800" b="1" dirty="0" smtClean="0">
                <a:solidFill>
                  <a:srgbClr val="1F2039"/>
                </a:solidFill>
                <a:latin typeface="Times New Roman" panose="02020603050405020304" pitchFamily="18" charset="0"/>
              </a:rPr>
              <a:t>BW</a:t>
            </a:r>
            <a:r>
              <a:rPr lang="zh-CN" altLang="en-US" sz="2800" b="1" dirty="0" smtClean="0">
                <a:solidFill>
                  <a:srgbClr val="1F2039"/>
                </a:solidFill>
                <a:latin typeface="Times New Roman" panose="02020603050405020304" pitchFamily="18" charset="0"/>
              </a:rPr>
              <a:t>算法迭代若干次即完成子词训练。</a:t>
            </a:r>
            <a:endParaRPr lang="zh-CN" altLang="en-US" sz="2800" b="1" dirty="0" smtClean="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9171">
                                            <p:txEl>
                                              <p:pRg st="0" end="0"/>
                                            </p:txEl>
                                          </p:spTgt>
                                        </p:tgtEl>
                                        <p:attrNameLst>
                                          <p:attrName>style.visibility</p:attrName>
                                        </p:attrNameLst>
                                      </p:cBhvr>
                                      <p:to>
                                        <p:strVal val="visible"/>
                                      </p:to>
                                    </p:set>
                                    <p:animEffect transition="in" filter="wipe(up)">
                                      <p:cBhvr>
                                        <p:cTn id="7" dur="500"/>
                                        <p:tgtEl>
                                          <p:spTgt spid="519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9171">
                                            <p:txEl>
                                              <p:pRg st="1" end="1"/>
                                            </p:txEl>
                                          </p:spTgt>
                                        </p:tgtEl>
                                        <p:attrNameLst>
                                          <p:attrName>style.visibility</p:attrName>
                                        </p:attrNameLst>
                                      </p:cBhvr>
                                      <p:to>
                                        <p:strVal val="visible"/>
                                      </p:to>
                                    </p:set>
                                    <p:animEffect transition="in" filter="wipe(up)">
                                      <p:cBhvr>
                                        <p:cTn id="12" dur="500"/>
                                        <p:tgtEl>
                                          <p:spTgt spid="5191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19171">
                                            <p:txEl>
                                              <p:pRg st="2" end="2"/>
                                            </p:txEl>
                                          </p:spTgt>
                                        </p:tgtEl>
                                        <p:attrNameLst>
                                          <p:attrName>style.visibility</p:attrName>
                                        </p:attrNameLst>
                                      </p:cBhvr>
                                      <p:to>
                                        <p:strVal val="visible"/>
                                      </p:to>
                                    </p:set>
                                    <p:animEffect transition="in" filter="wipe(up)">
                                      <p:cBhvr>
                                        <p:cTn id="17" dur="500"/>
                                        <p:tgtEl>
                                          <p:spTgt spid="5191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19171">
                                            <p:txEl>
                                              <p:pRg st="3" end="3"/>
                                            </p:txEl>
                                          </p:spTgt>
                                        </p:tgtEl>
                                        <p:attrNameLst>
                                          <p:attrName>style.visibility</p:attrName>
                                        </p:attrNameLst>
                                      </p:cBhvr>
                                      <p:to>
                                        <p:strVal val="visible"/>
                                      </p:to>
                                    </p:set>
                                    <p:animEffect transition="in" filter="wipe(up)">
                                      <p:cBhvr>
                                        <p:cTn id="22" dur="500"/>
                                        <p:tgtEl>
                                          <p:spTgt spid="519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1" grpId="0" autoUpdateAnimBg="0" build="p"/>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08931" name="Rectangle 3"/>
          <p:cNvSpPr>
            <a:spLocks noGrp="1" noChangeArrowheads="1"/>
          </p:cNvSpPr>
          <p:nvPr>
            <p:ph type="body" idx="1"/>
          </p:nvPr>
        </p:nvSpPr>
        <p:spPr>
          <a:xfrm>
            <a:off x="685800" y="1676400"/>
            <a:ext cx="7772400" cy="4953000"/>
          </a:xfrm>
          <a:noFill/>
        </p:spPr>
        <p:txBody>
          <a:bodyPr/>
          <a:lstStyle/>
          <a:p>
            <a:pPr eaLnBrk="1" hangingPunct="1">
              <a:lnSpc>
                <a:spcPct val="130000"/>
              </a:lnSpc>
              <a:buFontTx/>
              <a:buNone/>
            </a:pPr>
            <a:r>
              <a:rPr lang="zh-CN" altLang="en-US" sz="2800" b="1" dirty="0" smtClean="0">
                <a:solidFill>
                  <a:srgbClr val="1F2039"/>
                </a:solidFill>
                <a:latin typeface="Times New Roman" panose="02020603050405020304" pitchFamily="18" charset="0"/>
                <a:cs typeface="Times New Roman" panose="02020603050405020304" pitchFamily="18" charset="0"/>
              </a:rPr>
              <a:t>几个问题：</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spcBef>
                <a:spcPts val="1800"/>
              </a:spcBef>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1</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基本声学单元（子词）的选择</a:t>
            </a:r>
            <a:r>
              <a:rPr lang="en-US" altLang="zh-CN" sz="2800" b="1" dirty="0" smtClean="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2</a:t>
            </a:r>
            <a:r>
              <a:rPr lang="zh-CN" altLang="en-US" sz="2800" b="1" dirty="0" smtClean="0">
                <a:solidFill>
                  <a:srgbClr val="1F2039"/>
                </a:solidFill>
                <a:latin typeface="Times New Roman" panose="02020603050405020304" pitchFamily="18" charset="0"/>
                <a:cs typeface="Times New Roman" panose="02020603050405020304" pitchFamily="18" charset="0"/>
              </a:rPr>
              <a:t>）如何得到词模型</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3</a:t>
            </a:r>
            <a:r>
              <a:rPr lang="zh-CN" altLang="en-US" sz="2800" b="1" dirty="0" smtClean="0">
                <a:solidFill>
                  <a:srgbClr val="1F2039"/>
                </a:solidFill>
                <a:latin typeface="Times New Roman" panose="02020603050405020304" pitchFamily="18" charset="0"/>
                <a:cs typeface="Times New Roman" panose="02020603050405020304" pitchFamily="18" charset="0"/>
              </a:rPr>
              <a:t>）如何训练子词模型</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4</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zh-CN" altLang="en-US" sz="2800" b="1" dirty="0" smtClean="0">
                <a:solidFill>
                  <a:srgbClr val="C00000"/>
                </a:solidFill>
                <a:latin typeface="Times New Roman" panose="02020603050405020304" pitchFamily="18" charset="0"/>
                <a:cs typeface="Times New Roman" panose="02020603050405020304" pitchFamily="18" charset="0"/>
              </a:rPr>
              <a:t>如何利用语言学知识</a:t>
            </a:r>
            <a:r>
              <a:rPr lang="en-US" altLang="zh-CN" sz="2800" b="1" dirty="0" smtClean="0">
                <a:solidFill>
                  <a:srgbClr val="C00000"/>
                </a:solidFill>
                <a:latin typeface="Times New Roman" panose="02020603050405020304" pitchFamily="18" charset="0"/>
                <a:cs typeface="Times New Roman" panose="02020603050405020304" pitchFamily="18" charset="0"/>
              </a:rPr>
              <a:t>?</a:t>
            </a:r>
            <a:endParaRPr lang="en-US" altLang="zh-CN" sz="2800" b="1" dirty="0" smtClean="0">
              <a:solidFill>
                <a:srgbClr val="C00000"/>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5</a:t>
            </a:r>
            <a:r>
              <a:rPr lang="zh-CN" altLang="en-US" sz="2800" b="1" dirty="0" smtClean="0">
                <a:solidFill>
                  <a:srgbClr val="1F2039"/>
                </a:solidFill>
                <a:latin typeface="Times New Roman" panose="02020603050405020304" pitchFamily="18" charset="0"/>
                <a:cs typeface="Times New Roman" panose="02020603050405020304" pitchFamily="18" charset="0"/>
              </a:rPr>
              <a:t>）如何识别</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buFontTx/>
              <a:buNone/>
            </a:pPr>
            <a:endParaRPr lang="zh-CN" altLang="en-US" sz="2800" b="1" dirty="0" smtClean="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8931">
                                            <p:txEl>
                                              <p:pRg st="0" end="0"/>
                                            </p:txEl>
                                          </p:spTgt>
                                        </p:tgtEl>
                                        <p:attrNameLst>
                                          <p:attrName>style.visibility</p:attrName>
                                        </p:attrNameLst>
                                      </p:cBhvr>
                                      <p:to>
                                        <p:strVal val="visible"/>
                                      </p:to>
                                    </p:set>
                                    <p:animEffect transition="in" filter="wipe(up)">
                                      <p:cBhvr>
                                        <p:cTn id="7" dur="500"/>
                                        <p:tgtEl>
                                          <p:spTgt spid="5089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8931">
                                            <p:txEl>
                                              <p:pRg st="1" end="1"/>
                                            </p:txEl>
                                          </p:spTgt>
                                        </p:tgtEl>
                                        <p:attrNameLst>
                                          <p:attrName>style.visibility</p:attrName>
                                        </p:attrNameLst>
                                      </p:cBhvr>
                                      <p:to>
                                        <p:strVal val="visible"/>
                                      </p:to>
                                    </p:set>
                                    <p:animEffect transition="in" filter="wipe(up)">
                                      <p:cBhvr>
                                        <p:cTn id="12" dur="500"/>
                                        <p:tgtEl>
                                          <p:spTgt spid="5089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8931">
                                            <p:txEl>
                                              <p:pRg st="2" end="2"/>
                                            </p:txEl>
                                          </p:spTgt>
                                        </p:tgtEl>
                                        <p:attrNameLst>
                                          <p:attrName>style.visibility</p:attrName>
                                        </p:attrNameLst>
                                      </p:cBhvr>
                                      <p:to>
                                        <p:strVal val="visible"/>
                                      </p:to>
                                    </p:set>
                                    <p:animEffect transition="in" filter="wipe(up)">
                                      <p:cBhvr>
                                        <p:cTn id="17" dur="500"/>
                                        <p:tgtEl>
                                          <p:spTgt spid="5089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8931">
                                            <p:txEl>
                                              <p:pRg st="3" end="3"/>
                                            </p:txEl>
                                          </p:spTgt>
                                        </p:tgtEl>
                                        <p:attrNameLst>
                                          <p:attrName>style.visibility</p:attrName>
                                        </p:attrNameLst>
                                      </p:cBhvr>
                                      <p:to>
                                        <p:strVal val="visible"/>
                                      </p:to>
                                    </p:set>
                                    <p:animEffect transition="in" filter="wipe(up)">
                                      <p:cBhvr>
                                        <p:cTn id="22" dur="500"/>
                                        <p:tgtEl>
                                          <p:spTgt spid="5089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8931">
                                            <p:txEl>
                                              <p:pRg st="4" end="4"/>
                                            </p:txEl>
                                          </p:spTgt>
                                        </p:tgtEl>
                                        <p:attrNameLst>
                                          <p:attrName>style.visibility</p:attrName>
                                        </p:attrNameLst>
                                      </p:cBhvr>
                                      <p:to>
                                        <p:strVal val="visible"/>
                                      </p:to>
                                    </p:set>
                                    <p:animEffect transition="in" filter="wipe(up)">
                                      <p:cBhvr>
                                        <p:cTn id="27" dur="500"/>
                                        <p:tgtEl>
                                          <p:spTgt spid="5089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8931">
                                            <p:txEl>
                                              <p:pRg st="5" end="5"/>
                                            </p:txEl>
                                          </p:spTgt>
                                        </p:tgtEl>
                                        <p:attrNameLst>
                                          <p:attrName>style.visibility</p:attrName>
                                        </p:attrNameLst>
                                      </p:cBhvr>
                                      <p:to>
                                        <p:strVal val="visible"/>
                                      </p:to>
                                    </p:set>
                                    <p:animEffect transition="in" filter="wipe(up)">
                                      <p:cBhvr>
                                        <p:cTn id="32" dur="500"/>
                                        <p:tgtEl>
                                          <p:spTgt spid="5089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1" grpId="0" autoUpdateAnimBg="0" build="p"/>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23267" name="Rectangle 3"/>
          <p:cNvSpPr>
            <a:spLocks noGrp="1" noChangeArrowheads="1"/>
          </p:cNvSpPr>
          <p:nvPr>
            <p:ph type="body" idx="1"/>
          </p:nvPr>
        </p:nvSpPr>
        <p:spPr/>
        <p:txBody>
          <a:bodyPr/>
          <a:lstStyle/>
          <a:p>
            <a:pPr eaLnBrk="1" hangingPunct="1">
              <a:lnSpc>
                <a:spcPct val="90000"/>
              </a:lnSpc>
              <a:buClr>
                <a:srgbClr val="9900FF"/>
              </a:buClr>
              <a:buFont typeface="Wingdings" panose="05000000000000000000" pitchFamily="2" charset="2"/>
              <a:buChar char="Ø"/>
            </a:pPr>
            <a:r>
              <a:rPr lang="zh-CN" altLang="en-US" sz="2800" b="1" dirty="0" smtClean="0">
                <a:solidFill>
                  <a:srgbClr val="1F2039"/>
                </a:solidFill>
                <a:latin typeface="Times New Roman" panose="02020603050405020304" pitchFamily="18" charset="0"/>
              </a:rPr>
              <a:t> 语言模型</a:t>
            </a:r>
            <a:endParaRPr lang="zh-CN" altLang="en-US" sz="2800" b="1" dirty="0" smtClean="0">
              <a:solidFill>
                <a:srgbClr val="1F2039"/>
              </a:solidFill>
              <a:latin typeface="Times New Roman" panose="02020603050405020304" pitchFamily="18" charset="0"/>
            </a:endParaRPr>
          </a:p>
          <a:p>
            <a:pPr eaLnBrk="1" hangingPunct="1">
              <a:spcBef>
                <a:spcPts val="1800"/>
              </a:spcBef>
              <a:spcAft>
                <a:spcPts val="600"/>
              </a:spcAft>
            </a:pPr>
            <a:r>
              <a:rPr lang="zh-CN" altLang="en-US" sz="2800" b="1" dirty="0" smtClean="0">
                <a:solidFill>
                  <a:srgbClr val="1F2039"/>
                </a:solidFill>
                <a:latin typeface="宋体" panose="02010600030101010101" pitchFamily="2" charset="-122"/>
              </a:rPr>
              <a:t>从一个词表中任意选择若干词所构成的序列不一定能构成自然语言中的句子，只有合乎句法者才能算是句子。</a:t>
            </a:r>
            <a:endParaRPr lang="zh-CN" altLang="en-US" sz="2800" b="1" dirty="0" smtClean="0">
              <a:solidFill>
                <a:srgbClr val="1F2039"/>
              </a:solidFill>
              <a:latin typeface="宋体" panose="02010600030101010101" pitchFamily="2" charset="-122"/>
            </a:endParaRPr>
          </a:p>
          <a:p>
            <a:pPr eaLnBrk="1" hangingPunct="1">
              <a:spcAft>
                <a:spcPts val="600"/>
              </a:spcAft>
            </a:pPr>
            <a:r>
              <a:rPr lang="zh-CN" altLang="en-US" sz="2800" b="1" dirty="0" smtClean="0">
                <a:solidFill>
                  <a:srgbClr val="1F2039"/>
                </a:solidFill>
                <a:latin typeface="宋体" panose="02010600030101010101" pitchFamily="2" charset="-122"/>
              </a:rPr>
              <a:t>语言模型分为</a:t>
            </a:r>
            <a:r>
              <a:rPr lang="zh-CN" altLang="en-US" sz="2800" b="1" dirty="0" smtClean="0">
                <a:solidFill>
                  <a:srgbClr val="0070C0"/>
                </a:solidFill>
                <a:latin typeface="宋体" panose="02010600030101010101" pitchFamily="2" charset="-122"/>
              </a:rPr>
              <a:t>基于文法的语言模型</a:t>
            </a:r>
            <a:r>
              <a:rPr lang="zh-CN" altLang="en-US" sz="2800" b="1" dirty="0" smtClean="0">
                <a:solidFill>
                  <a:srgbClr val="1F2039"/>
                </a:solidFill>
                <a:latin typeface="宋体" panose="02010600030101010101" pitchFamily="2" charset="-122"/>
              </a:rPr>
              <a:t>和</a:t>
            </a:r>
            <a:r>
              <a:rPr lang="zh-CN" altLang="en-US" sz="2800" b="1" dirty="0" smtClean="0">
                <a:solidFill>
                  <a:srgbClr val="0070C0"/>
                </a:solidFill>
                <a:latin typeface="宋体" panose="02010600030101010101" pitchFamily="2" charset="-122"/>
              </a:rPr>
              <a:t>基于统计的语言模型</a:t>
            </a:r>
            <a:r>
              <a:rPr lang="zh-CN" altLang="en-US" sz="2800" b="1" dirty="0" smtClean="0">
                <a:solidFill>
                  <a:srgbClr val="1F2039"/>
                </a:solidFill>
                <a:latin typeface="宋体" panose="02010600030101010101" pitchFamily="2" charset="-122"/>
              </a:rPr>
              <a:t>。</a:t>
            </a:r>
            <a:endParaRPr lang="en-US" altLang="zh-CN" sz="2800" b="1" dirty="0" smtClean="0">
              <a:solidFill>
                <a:srgbClr val="1F2039"/>
              </a:solidFill>
              <a:latin typeface="宋体" panose="02010600030101010101" pitchFamily="2" charset="-122"/>
            </a:endParaRPr>
          </a:p>
          <a:p>
            <a:pPr eaLnBrk="1" hangingPunct="1">
              <a:spcAft>
                <a:spcPts val="600"/>
              </a:spcAft>
            </a:pPr>
            <a:r>
              <a:rPr lang="zh-CN" altLang="en-US" sz="2800" b="1" dirty="0" smtClean="0">
                <a:solidFill>
                  <a:srgbClr val="1F2039"/>
                </a:solidFill>
                <a:latin typeface="宋体" panose="02010600030101010101" pitchFamily="2" charset="-122"/>
              </a:rPr>
              <a:t>在大词汇量的语音识别系统中，统计语言模型被广泛的应用。 </a:t>
            </a:r>
            <a:endParaRPr lang="zh-CN" altLang="en-US" sz="2800" b="1" dirty="0" smtClean="0">
              <a:solidFill>
                <a:srgbClr val="1F2039"/>
              </a:solidFill>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23267">
                                            <p:txEl>
                                              <p:pRg st="0" end="0"/>
                                            </p:txEl>
                                          </p:spTgt>
                                        </p:tgtEl>
                                        <p:attrNameLst>
                                          <p:attrName>style.visibility</p:attrName>
                                        </p:attrNameLst>
                                      </p:cBhvr>
                                      <p:to>
                                        <p:strVal val="visible"/>
                                      </p:to>
                                    </p:set>
                                    <p:animEffect transition="in" filter="wipe(up)">
                                      <p:cBhvr>
                                        <p:cTn id="7" dur="500"/>
                                        <p:tgtEl>
                                          <p:spTgt spid="523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23267">
                                            <p:txEl>
                                              <p:pRg st="1" end="1"/>
                                            </p:txEl>
                                          </p:spTgt>
                                        </p:tgtEl>
                                        <p:attrNameLst>
                                          <p:attrName>style.visibility</p:attrName>
                                        </p:attrNameLst>
                                      </p:cBhvr>
                                      <p:to>
                                        <p:strVal val="visible"/>
                                      </p:to>
                                    </p:set>
                                    <p:animEffect transition="in" filter="wipe(up)">
                                      <p:cBhvr>
                                        <p:cTn id="12" dur="500"/>
                                        <p:tgtEl>
                                          <p:spTgt spid="523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23267">
                                            <p:txEl>
                                              <p:pRg st="2" end="2"/>
                                            </p:txEl>
                                          </p:spTgt>
                                        </p:tgtEl>
                                        <p:attrNameLst>
                                          <p:attrName>style.visibility</p:attrName>
                                        </p:attrNameLst>
                                      </p:cBhvr>
                                      <p:to>
                                        <p:strVal val="visible"/>
                                      </p:to>
                                    </p:set>
                                    <p:animEffect transition="in" filter="wipe(up)">
                                      <p:cBhvr>
                                        <p:cTn id="17" dur="500"/>
                                        <p:tgtEl>
                                          <p:spTgt spid="523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23267">
                                            <p:txEl>
                                              <p:pRg st="3" end="3"/>
                                            </p:txEl>
                                          </p:spTgt>
                                        </p:tgtEl>
                                        <p:attrNameLst>
                                          <p:attrName>style.visibility</p:attrName>
                                        </p:attrNameLst>
                                      </p:cBhvr>
                                      <p:to>
                                        <p:strVal val="visible"/>
                                      </p:to>
                                    </p:set>
                                    <p:animEffect transition="in" filter="wipe(up)">
                                      <p:cBhvr>
                                        <p:cTn id="22" dur="500"/>
                                        <p:tgtEl>
                                          <p:spTgt spid="5232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7" grpId="0" autoUpdateAnimBg="0" build="p"/>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25315" name="Rectangle 3"/>
          <p:cNvSpPr>
            <a:spLocks noGrp="1" noChangeArrowheads="1"/>
          </p:cNvSpPr>
          <p:nvPr>
            <p:ph type="body" idx="1"/>
          </p:nvPr>
        </p:nvSpPr>
        <p:spPr>
          <a:xfrm>
            <a:off x="457200" y="1768475"/>
            <a:ext cx="8229600" cy="2597150"/>
          </a:xfrm>
        </p:spPr>
        <p:txBody>
          <a:bodyPr/>
          <a:lstStyle/>
          <a:p>
            <a:pPr algn="just" eaLnBrk="1" hangingPunct="1"/>
            <a:r>
              <a:rPr lang="zh-CN" altLang="en-US" sz="2800" b="1" dirty="0" smtClean="0">
                <a:solidFill>
                  <a:srgbClr val="1F2039"/>
                </a:solidFill>
                <a:latin typeface="Times New Roman" panose="02020603050405020304" pitchFamily="18" charset="0"/>
              </a:rPr>
              <a:t> 统计语言模型的基本原理是，采用大量的文本资料，统计各个词的</a:t>
            </a:r>
            <a:r>
              <a:rPr lang="zh-CN" altLang="en-US" sz="2800" b="1" dirty="0" smtClean="0">
                <a:solidFill>
                  <a:srgbClr val="0070C0"/>
                </a:solidFill>
                <a:latin typeface="Times New Roman" panose="02020603050405020304" pitchFamily="18" charset="0"/>
              </a:rPr>
              <a:t>出现概率</a:t>
            </a:r>
            <a:r>
              <a:rPr lang="zh-CN" altLang="en-US" sz="2800" b="1" dirty="0" smtClean="0">
                <a:solidFill>
                  <a:srgbClr val="1F2039"/>
                </a:solidFill>
                <a:latin typeface="Times New Roman" panose="02020603050405020304" pitchFamily="18" charset="0"/>
              </a:rPr>
              <a:t>以及其</a:t>
            </a:r>
            <a:r>
              <a:rPr lang="zh-CN" altLang="en-US" sz="2800" b="1" dirty="0" smtClean="0">
                <a:solidFill>
                  <a:srgbClr val="0070C0"/>
                </a:solidFill>
                <a:latin typeface="Times New Roman" panose="02020603050405020304" pitchFamily="18" charset="0"/>
              </a:rPr>
              <a:t>相互关联的条件概率</a:t>
            </a:r>
            <a:r>
              <a:rPr lang="zh-CN" altLang="en-US" sz="2800" b="1" dirty="0" smtClean="0">
                <a:solidFill>
                  <a:srgbClr val="1F2039"/>
                </a:solidFill>
                <a:latin typeface="Times New Roman" panose="02020603050405020304" pitchFamily="18" charset="0"/>
              </a:rPr>
              <a:t>。</a:t>
            </a:r>
            <a:endParaRPr lang="zh-CN" altLang="en-US" sz="2800" b="1" dirty="0" smtClean="0">
              <a:solidFill>
                <a:srgbClr val="1F2039"/>
              </a:solidFill>
              <a:latin typeface="Times New Roman" panose="02020603050405020304" pitchFamily="18" charset="0"/>
            </a:endParaRPr>
          </a:p>
        </p:txBody>
      </p:sp>
      <p:grpSp>
        <p:nvGrpSpPr>
          <p:cNvPr id="2" name="Group 4"/>
          <p:cNvGrpSpPr/>
          <p:nvPr/>
        </p:nvGrpSpPr>
        <p:grpSpPr bwMode="auto">
          <a:xfrm>
            <a:off x="1022350" y="3645024"/>
            <a:ext cx="7375525" cy="1524000"/>
            <a:chOff x="644" y="2688"/>
            <a:chExt cx="4646" cy="960"/>
          </a:xfrm>
        </p:grpSpPr>
        <p:sp>
          <p:nvSpPr>
            <p:cNvPr id="198662" name="Text Box 5"/>
            <p:cNvSpPr txBox="1">
              <a:spLocks noChangeArrowheads="1"/>
            </p:cNvSpPr>
            <p:nvPr/>
          </p:nvSpPr>
          <p:spPr bwMode="auto">
            <a:xfrm>
              <a:off x="644" y="2688"/>
              <a:ext cx="399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Blip>
                  <a:blip r:embed="rId1"/>
                </a:buBlip>
              </a:pPr>
              <a:r>
                <a:rPr kumimoji="1" lang="zh-CN" altLang="en-US" sz="2800" b="1">
                  <a:solidFill>
                    <a:srgbClr val="1F2039"/>
                  </a:solidFill>
                  <a:latin typeface="Times New Roman" panose="02020603050405020304" pitchFamily="18" charset="0"/>
                </a:rPr>
                <a:t> 理想情况：对词串                              ，</a:t>
              </a:r>
              <a:endParaRPr kumimoji="1" lang="zh-CN" altLang="en-US" sz="2800" b="1">
                <a:solidFill>
                  <a:srgbClr val="1F2039"/>
                </a:solidFill>
                <a:latin typeface="Times New Roman" panose="02020603050405020304" pitchFamily="18" charset="0"/>
              </a:endParaRPr>
            </a:p>
          </p:txBody>
        </p:sp>
        <p:graphicFrame>
          <p:nvGraphicFramePr>
            <p:cNvPr id="198663" name="Object 6"/>
            <p:cNvGraphicFramePr>
              <a:graphicFrameLocks noChangeAspect="1"/>
            </p:cNvGraphicFramePr>
            <p:nvPr/>
          </p:nvGraphicFramePr>
          <p:xfrm>
            <a:off x="2688" y="2688"/>
            <a:ext cx="1351" cy="302"/>
          </p:xfrm>
          <a:graphic>
            <a:graphicData uri="http://schemas.openxmlformats.org/presentationml/2006/ole">
              <mc:AlternateContent xmlns:mc="http://schemas.openxmlformats.org/markup-compatibility/2006">
                <mc:Choice xmlns:v="urn:schemas-microsoft-com:vml" Requires="v">
                  <p:oleObj spid="_x0000_s159828" name="Equation" r:id="rId2" imgW="1066800" imgH="241300" progId="Equation.3">
                    <p:embed/>
                  </p:oleObj>
                </mc:Choice>
                <mc:Fallback>
                  <p:oleObj name="Equation" r:id="rId2" imgW="1066800" imgH="241300" progId="Equation.3">
                    <p:embed/>
                    <p:pic>
                      <p:nvPicPr>
                        <p:cNvPr id="0"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8" y="2688"/>
                          <a:ext cx="1351" cy="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8664" name="Object 7"/>
            <p:cNvGraphicFramePr>
              <a:graphicFrameLocks noChangeAspect="1"/>
            </p:cNvGraphicFramePr>
            <p:nvPr/>
          </p:nvGraphicFramePr>
          <p:xfrm>
            <a:off x="1008" y="3043"/>
            <a:ext cx="4282" cy="605"/>
          </p:xfrm>
          <a:graphic>
            <a:graphicData uri="http://schemas.openxmlformats.org/presentationml/2006/ole">
              <mc:AlternateContent xmlns:mc="http://schemas.openxmlformats.org/markup-compatibility/2006">
                <mc:Choice xmlns:v="urn:schemas-microsoft-com:vml" Requires="v">
                  <p:oleObj spid="_x0000_s159829" name="" r:id="rId4" imgW="3441700" imgH="482600" progId="Equation.3">
                    <p:embed/>
                  </p:oleObj>
                </mc:Choice>
                <mc:Fallback>
                  <p:oleObj name="" r:id="rId4" imgW="3441700" imgH="482600" progId="Equation.3">
                    <p:embed/>
                    <p:pic>
                      <p:nvPicPr>
                        <p:cNvPr id="0" name="Picture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 y="3043"/>
                          <a:ext cx="4282" cy="6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25320" name="Text Box 8"/>
          <p:cNvSpPr txBox="1">
            <a:spLocks noChangeArrowheads="1"/>
          </p:cNvSpPr>
          <p:nvPr/>
        </p:nvSpPr>
        <p:spPr bwMode="auto">
          <a:xfrm>
            <a:off x="806450" y="5435178"/>
            <a:ext cx="37655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Blip>
                <a:blip r:embed="rId1"/>
              </a:buBlip>
            </a:pPr>
            <a:r>
              <a:rPr kumimoji="1" lang="zh-CN" altLang="en-US" sz="2800" b="1" dirty="0">
                <a:solidFill>
                  <a:srgbClr val="1F2039"/>
                </a:solidFill>
                <a:latin typeface="Times New Roman" panose="02020603050405020304" pitchFamily="18" charset="0"/>
              </a:rPr>
              <a:t> 一般采用简化模型</a:t>
            </a:r>
            <a:endParaRPr kumimoji="1" lang="zh-CN" altLang="en-US" sz="2800" b="1" dirty="0">
              <a:solidFill>
                <a:srgbClr val="1F2039"/>
              </a:solidFill>
              <a:latin typeface="Times New Roman" panose="02020603050405020304" pitchFamily="18" charset="0"/>
            </a:endParaRPr>
          </a:p>
          <a:p>
            <a:pPr algn="ctr" eaLnBrk="1" hangingPunct="1">
              <a:lnSpc>
                <a:spcPct val="90000"/>
              </a:lnSpc>
              <a:buSzPct val="80000"/>
              <a:buFontTx/>
              <a:buNone/>
            </a:pPr>
            <a:r>
              <a:rPr kumimoji="1" lang="zh-CN" altLang="en-US" sz="2800" b="1" dirty="0">
                <a:solidFill>
                  <a:srgbClr val="1F2039"/>
                </a:solidFill>
                <a:latin typeface="Times New Roman" panose="02020603050405020304" pitchFamily="18" charset="0"/>
              </a:rPr>
              <a:t> </a:t>
            </a:r>
            <a:endParaRPr kumimoji="1" lang="zh-CN" altLang="en-US" sz="2800" b="1" dirty="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25315">
                                            <p:txEl>
                                              <p:pRg st="0" end="0"/>
                                            </p:txEl>
                                          </p:spTgt>
                                        </p:tgtEl>
                                        <p:attrNameLst>
                                          <p:attrName>style.visibility</p:attrName>
                                        </p:attrNameLst>
                                      </p:cBhvr>
                                      <p:to>
                                        <p:strVal val="visible"/>
                                      </p:to>
                                    </p:set>
                                    <p:animEffect transition="in" filter="wipe(up)">
                                      <p:cBhvr>
                                        <p:cTn id="7" dur="500"/>
                                        <p:tgtEl>
                                          <p:spTgt spid="525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25320"/>
                                        </p:tgtEl>
                                        <p:attrNameLst>
                                          <p:attrName>style.visibility</p:attrName>
                                        </p:attrNameLst>
                                      </p:cBhvr>
                                      <p:to>
                                        <p:strVal val="visible"/>
                                      </p:to>
                                    </p:set>
                                    <p:animEffect transition="in" filter="wipe(up)">
                                      <p:cBhvr>
                                        <p:cTn id="17" dur="500"/>
                                        <p:tgtEl>
                                          <p:spTgt spid="525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5" grpId="0" autoUpdateAnimBg="0" build="p"/>
      <p:bldP spid="525320"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27363" name="Rectangle 3"/>
          <p:cNvSpPr>
            <a:spLocks noGrp="1" noChangeArrowheads="1"/>
          </p:cNvSpPr>
          <p:nvPr>
            <p:ph type="body" idx="1"/>
          </p:nvPr>
        </p:nvSpPr>
        <p:spPr>
          <a:xfrm>
            <a:off x="685800" y="1905000"/>
            <a:ext cx="7772400" cy="1524000"/>
          </a:xfrm>
        </p:spPr>
        <p:txBody>
          <a:bodyPr/>
          <a:lstStyle/>
          <a:p>
            <a:pPr marL="609600" indent="-609600" eaLnBrk="1" hangingPunct="1">
              <a:buFontTx/>
              <a:buAutoNum type="arabicParenBoth"/>
            </a:pPr>
            <a:r>
              <a:rPr lang="en-US" altLang="zh-CN" sz="2800" b="1" dirty="0" smtClean="0">
                <a:solidFill>
                  <a:srgbClr val="0070C0"/>
                </a:solidFill>
                <a:latin typeface="Times New Roman" panose="02020603050405020304" pitchFamily="18" charset="0"/>
              </a:rPr>
              <a:t>N</a:t>
            </a:r>
            <a:r>
              <a:rPr lang="zh-CN" altLang="en-US" sz="2800" b="1" dirty="0" smtClean="0">
                <a:solidFill>
                  <a:srgbClr val="0070C0"/>
                </a:solidFill>
                <a:latin typeface="Times New Roman" panose="02020603050405020304" pitchFamily="18" charset="0"/>
              </a:rPr>
              <a:t>元文法模型 </a:t>
            </a:r>
            <a:r>
              <a:rPr lang="zh-CN" altLang="en-US" sz="2800" b="1" dirty="0" smtClean="0">
                <a:solidFill>
                  <a:srgbClr val="1F2039"/>
                </a:solidFill>
                <a:latin typeface="Times New Roman" panose="02020603050405020304" pitchFamily="18" charset="0"/>
              </a:rPr>
              <a:t>:</a:t>
            </a:r>
            <a:r>
              <a:rPr lang="zh-CN" altLang="en-US" sz="2800" b="1" dirty="0" smtClean="0">
                <a:solidFill>
                  <a:srgbClr val="1F2039"/>
                </a:solidFill>
                <a:latin typeface="宋体" panose="02010600030101010101" pitchFamily="2" charset="-122"/>
              </a:rPr>
              <a:t>条件概率计算时，只考虑与前</a:t>
            </a:r>
            <a:r>
              <a:rPr lang="en-US" altLang="zh-CN" sz="2800" b="1" i="1" dirty="0" smtClean="0">
                <a:solidFill>
                  <a:srgbClr val="1F2039"/>
                </a:solidFill>
                <a:latin typeface="Times New Roman" panose="02020603050405020304" pitchFamily="18" charset="0"/>
              </a:rPr>
              <a:t>N</a:t>
            </a:r>
            <a:r>
              <a:rPr lang="en-US" altLang="zh-CN" sz="2800" b="1" i="1" dirty="0" smtClean="0">
                <a:solidFill>
                  <a:srgbClr val="1F2039"/>
                </a:solidFill>
                <a:latin typeface="Times New Roman" panose="02020603050405020304" pitchFamily="18" charset="0"/>
                <a:sym typeface="Symbol" panose="05050102010706020507" pitchFamily="18" charset="2"/>
              </a:rPr>
              <a:t></a:t>
            </a:r>
            <a:r>
              <a:rPr lang="en-US" altLang="zh-CN" sz="2800" b="1" dirty="0" smtClean="0">
                <a:solidFill>
                  <a:srgbClr val="1F2039"/>
                </a:solidFill>
                <a:latin typeface="Times New Roman" panose="02020603050405020304" pitchFamily="18" charset="0"/>
              </a:rPr>
              <a:t>1</a:t>
            </a:r>
            <a:r>
              <a:rPr lang="zh-CN" altLang="en-US" sz="2800" b="1" dirty="0" smtClean="0">
                <a:solidFill>
                  <a:srgbClr val="1F2039"/>
                </a:solidFill>
                <a:latin typeface="宋体" panose="02010600030101010101" pitchFamily="2" charset="-122"/>
              </a:rPr>
              <a:t>个词相关</a:t>
            </a:r>
            <a:r>
              <a:rPr lang="zh-CN" altLang="en-US" sz="2800" b="1" dirty="0" smtClean="0">
                <a:solidFill>
                  <a:srgbClr val="1F2039"/>
                </a:solidFill>
                <a:latin typeface="Times New Roman" panose="02020603050405020304" pitchFamily="18" charset="0"/>
              </a:rPr>
              <a:t> 。</a:t>
            </a:r>
            <a:endParaRPr lang="zh-CN" altLang="en-US" sz="2800" b="1" dirty="0" smtClean="0">
              <a:solidFill>
                <a:srgbClr val="1F2039"/>
              </a:solidFill>
              <a:latin typeface="Times New Roman" panose="02020603050405020304" pitchFamily="18" charset="0"/>
            </a:endParaRPr>
          </a:p>
        </p:txBody>
      </p:sp>
      <p:graphicFrame>
        <p:nvGraphicFramePr>
          <p:cNvPr id="527364" name="Object 4"/>
          <p:cNvGraphicFramePr>
            <a:graphicFrameLocks noChangeAspect="1"/>
          </p:cNvGraphicFramePr>
          <p:nvPr/>
        </p:nvGraphicFramePr>
        <p:xfrm>
          <a:off x="2514600" y="2693988"/>
          <a:ext cx="4289425" cy="887412"/>
        </p:xfrm>
        <a:graphic>
          <a:graphicData uri="http://schemas.openxmlformats.org/presentationml/2006/ole">
            <mc:AlternateContent xmlns:mc="http://schemas.openxmlformats.org/markup-compatibility/2006">
              <mc:Choice xmlns:v="urn:schemas-microsoft-com:vml" Requires="v">
                <p:oleObj spid="_x0000_s160850" name="" r:id="rId1" imgW="2159000" imgH="444500" progId="Equation.3">
                  <p:embed/>
                </p:oleObj>
              </mc:Choice>
              <mc:Fallback>
                <p:oleObj name="" r:id="rId1" imgW="2159000" imgH="444500" progId="Equation.3">
                  <p:embed/>
                  <p:pic>
                    <p:nvPicPr>
                      <p:cNvPr id="0" name="Picture 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693988"/>
                        <a:ext cx="4289425" cy="887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5"/>
          <p:cNvGrpSpPr/>
          <p:nvPr/>
        </p:nvGrpSpPr>
        <p:grpSpPr bwMode="auto">
          <a:xfrm>
            <a:off x="1066800" y="4800600"/>
            <a:ext cx="6827838" cy="1335088"/>
            <a:chOff x="672" y="3024"/>
            <a:chExt cx="4301" cy="841"/>
          </a:xfrm>
        </p:grpSpPr>
        <p:graphicFrame>
          <p:nvGraphicFramePr>
            <p:cNvPr id="200711" name="Object 6"/>
            <p:cNvGraphicFramePr>
              <a:graphicFrameLocks noChangeAspect="1"/>
            </p:cNvGraphicFramePr>
            <p:nvPr/>
          </p:nvGraphicFramePr>
          <p:xfrm>
            <a:off x="1344" y="3024"/>
            <a:ext cx="3629" cy="544"/>
          </p:xfrm>
          <a:graphic>
            <a:graphicData uri="http://schemas.openxmlformats.org/presentationml/2006/ole">
              <mc:AlternateContent xmlns:mc="http://schemas.openxmlformats.org/markup-compatibility/2006">
                <mc:Choice xmlns:v="urn:schemas-microsoft-com:vml" Requires="v">
                  <p:oleObj spid="_x0000_s160851" name="" r:id="rId3" imgW="2857500" imgH="431800" progId="Equation.3">
                    <p:embed/>
                  </p:oleObj>
                </mc:Choice>
                <mc:Fallback>
                  <p:oleObj name="" r:id="rId3" imgW="2857500" imgH="431800" progId="Equation.3">
                    <p:embed/>
                    <p:pic>
                      <p:nvPicPr>
                        <p:cNvPr id="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4" y="3024"/>
                          <a:ext cx="3629" cy="5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0712" name="Text Box 7"/>
            <p:cNvSpPr txBox="1">
              <a:spLocks noChangeArrowheads="1"/>
            </p:cNvSpPr>
            <p:nvPr/>
          </p:nvSpPr>
          <p:spPr bwMode="auto">
            <a:xfrm>
              <a:off x="672" y="3600"/>
              <a:ext cx="3657"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SzPct val="80000"/>
                <a:buFontTx/>
                <a:buNone/>
              </a:pPr>
              <a:r>
                <a:rPr kumimoji="1" lang="en-US" altLang="zh-CN" sz="2400" b="1" i="1">
                  <a:solidFill>
                    <a:srgbClr val="1F2039"/>
                  </a:solidFill>
                  <a:latin typeface="Times New Roman" panose="02020603050405020304" pitchFamily="18" charset="0"/>
                </a:rPr>
                <a:t>F</a:t>
              </a:r>
              <a:r>
                <a:rPr kumimoji="1" lang="en-US" altLang="zh-CN" sz="2400" b="1">
                  <a:solidFill>
                    <a:srgbClr val="1F2039"/>
                  </a:solidFill>
                  <a:latin typeface="Times New Roman" panose="02020603050405020304" pitchFamily="18" charset="0"/>
                </a:rPr>
                <a:t>(</a:t>
              </a:r>
              <a:r>
                <a:rPr kumimoji="1" lang="en-US" altLang="zh-CN" sz="2400" b="1" i="1">
                  <a:solidFill>
                    <a:srgbClr val="1F2039"/>
                  </a:solidFill>
                  <a:latin typeface="Times New Roman" panose="02020603050405020304" pitchFamily="18" charset="0"/>
                </a:rPr>
                <a:t>W</a:t>
              </a:r>
              <a:r>
                <a:rPr kumimoji="1" lang="en-US" altLang="zh-CN" sz="2400" b="1">
                  <a:solidFill>
                    <a:srgbClr val="1F2039"/>
                  </a:solidFill>
                  <a:latin typeface="Times New Roman" panose="02020603050405020304" pitchFamily="18" charset="0"/>
                </a:rPr>
                <a:t>)</a:t>
              </a:r>
              <a:r>
                <a:rPr kumimoji="1" lang="zh-CN" altLang="en-US" sz="2400" b="1">
                  <a:solidFill>
                    <a:srgbClr val="1F2039"/>
                  </a:solidFill>
                  <a:latin typeface="Times New Roman" panose="02020603050405020304" pitchFamily="18" charset="0"/>
                </a:rPr>
                <a:t>是指词串</a:t>
              </a:r>
              <a:r>
                <a:rPr kumimoji="1" lang="en-US" altLang="zh-CN" sz="2400" b="1" i="1">
                  <a:solidFill>
                    <a:srgbClr val="1F2039"/>
                  </a:solidFill>
                  <a:latin typeface="Times New Roman" panose="02020603050405020304" pitchFamily="18" charset="0"/>
                </a:rPr>
                <a:t>W</a:t>
              </a:r>
              <a:r>
                <a:rPr kumimoji="1" lang="zh-CN" altLang="en-US" sz="2400" b="1">
                  <a:solidFill>
                    <a:srgbClr val="1F2039"/>
                  </a:solidFill>
                  <a:latin typeface="Times New Roman" panose="02020603050405020304" pitchFamily="18" charset="0"/>
                </a:rPr>
                <a:t>在训练数据中出现的次数 </a:t>
              </a:r>
              <a:endParaRPr kumimoji="1" lang="zh-CN" altLang="en-US" sz="2400" b="1">
                <a:solidFill>
                  <a:srgbClr val="1F2039"/>
                </a:solidFill>
                <a:latin typeface="Times New Roman" panose="02020603050405020304" pitchFamily="18" charset="0"/>
              </a:endParaRPr>
            </a:p>
          </p:txBody>
        </p:sp>
      </p:grpSp>
      <p:sp>
        <p:nvSpPr>
          <p:cNvPr id="527368" name="Text Box 8"/>
          <p:cNvSpPr txBox="1">
            <a:spLocks noChangeArrowheads="1"/>
          </p:cNvSpPr>
          <p:nvPr/>
        </p:nvSpPr>
        <p:spPr bwMode="auto">
          <a:xfrm>
            <a:off x="838200" y="3429000"/>
            <a:ext cx="7513638" cy="173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 typeface="Wingdings" panose="05000000000000000000" pitchFamily="2" charset="2"/>
              <a:buChar char="v"/>
            </a:pPr>
            <a:r>
              <a:rPr kumimoji="1" lang="zh-CN" altLang="en-US" sz="2800" b="1" dirty="0">
                <a:solidFill>
                  <a:srgbClr val="1F2039"/>
                </a:solidFill>
                <a:latin typeface="Times New Roman" panose="02020603050405020304" pitchFamily="18" charset="0"/>
              </a:rPr>
              <a:t>通常系统中采用的也</a:t>
            </a:r>
            <a:r>
              <a:rPr kumimoji="1" lang="zh-CN" altLang="en-US" sz="2800" b="1" dirty="0" smtClean="0">
                <a:solidFill>
                  <a:srgbClr val="1F2039"/>
                </a:solidFill>
                <a:latin typeface="Times New Roman" panose="02020603050405020304" pitchFamily="18" charset="0"/>
              </a:rPr>
              <a:t>只是</a:t>
            </a:r>
            <a:r>
              <a:rPr kumimoji="1" lang="zh-CN" altLang="en-US" sz="2800" b="1" dirty="0" smtClean="0">
                <a:solidFill>
                  <a:srgbClr val="0070C0"/>
                </a:solidFill>
                <a:latin typeface="Times New Roman" panose="02020603050405020304" pitchFamily="18" charset="0"/>
              </a:rPr>
              <a:t>二</a:t>
            </a:r>
            <a:r>
              <a:rPr kumimoji="1" lang="zh-CN" altLang="en-US" sz="2800" b="1" dirty="0">
                <a:solidFill>
                  <a:srgbClr val="0070C0"/>
                </a:solidFill>
                <a:latin typeface="Times New Roman" panose="02020603050405020304" pitchFamily="18" charset="0"/>
              </a:rPr>
              <a:t>元</a:t>
            </a:r>
            <a:r>
              <a:rPr kumimoji="1" lang="zh-CN" altLang="en-US" sz="2800" b="1" dirty="0">
                <a:solidFill>
                  <a:srgbClr val="1F2039"/>
                </a:solidFill>
                <a:latin typeface="Times New Roman" panose="02020603050405020304" pitchFamily="18" charset="0"/>
              </a:rPr>
              <a:t>和</a:t>
            </a:r>
            <a:r>
              <a:rPr kumimoji="1" lang="zh-CN" altLang="en-US" sz="2800" b="1" dirty="0">
                <a:solidFill>
                  <a:srgbClr val="0070C0"/>
                </a:solidFill>
                <a:latin typeface="Times New Roman" panose="02020603050405020304" pitchFamily="18" charset="0"/>
              </a:rPr>
              <a:t>三元</a:t>
            </a:r>
            <a:r>
              <a:rPr kumimoji="1" lang="zh-CN" altLang="en-US" sz="2800" b="1" dirty="0">
                <a:solidFill>
                  <a:srgbClr val="1F2039"/>
                </a:solidFill>
                <a:latin typeface="Times New Roman" panose="02020603050405020304" pitchFamily="18" charset="0"/>
              </a:rPr>
              <a:t>文法。</a:t>
            </a:r>
            <a:endParaRPr kumimoji="1" lang="zh-CN" altLang="en-US" sz="2800" b="1" dirty="0">
              <a:solidFill>
                <a:srgbClr val="1F2039"/>
              </a:solidFill>
              <a:latin typeface="Times New Roman" panose="02020603050405020304" pitchFamily="18" charset="0"/>
            </a:endParaRPr>
          </a:p>
          <a:p>
            <a:pPr eaLnBrk="1" hangingPunct="1">
              <a:lnSpc>
                <a:spcPct val="90000"/>
              </a:lnSpc>
              <a:buSzPct val="80000"/>
              <a:buFont typeface="Wingdings" panose="05000000000000000000" pitchFamily="2" charset="2"/>
              <a:buChar char="v"/>
            </a:pPr>
            <a:r>
              <a:rPr kumimoji="1" lang="en-US" altLang="zh-CN" sz="2800" b="1" i="1" dirty="0">
                <a:solidFill>
                  <a:srgbClr val="1F2039"/>
                </a:solidFill>
                <a:latin typeface="Times New Roman" panose="02020603050405020304" pitchFamily="18" charset="0"/>
              </a:rPr>
              <a:t>N</a:t>
            </a:r>
            <a:r>
              <a:rPr kumimoji="1" lang="zh-CN" altLang="en-US" sz="2800" b="1" dirty="0">
                <a:solidFill>
                  <a:srgbClr val="1F2039"/>
                </a:solidFill>
                <a:latin typeface="Times New Roman" panose="02020603050405020304" pitchFamily="18" charset="0"/>
              </a:rPr>
              <a:t>元文法统计语言模型的建立，一般是通过相对频率计数得到：</a:t>
            </a:r>
            <a:endParaRPr kumimoji="1" lang="zh-CN" altLang="en-US" sz="2800" b="1" dirty="0">
              <a:solidFill>
                <a:srgbClr val="1F2039"/>
              </a:solidFill>
              <a:latin typeface="Times New Roman" panose="02020603050405020304" pitchFamily="18" charset="0"/>
            </a:endParaRPr>
          </a:p>
          <a:p>
            <a:pPr algn="ctr" eaLnBrk="1" hangingPunct="1">
              <a:lnSpc>
                <a:spcPct val="90000"/>
              </a:lnSpc>
              <a:buSzPct val="80000"/>
              <a:buFontTx/>
              <a:buNone/>
            </a:pPr>
            <a:endParaRPr kumimoji="1" lang="zh-CN" altLang="en-US" sz="2400" b="1" dirty="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27363">
                                            <p:txEl>
                                              <p:pRg st="0" end="0"/>
                                            </p:txEl>
                                          </p:spTgt>
                                        </p:tgtEl>
                                        <p:attrNameLst>
                                          <p:attrName>style.visibility</p:attrName>
                                        </p:attrNameLst>
                                      </p:cBhvr>
                                      <p:to>
                                        <p:strVal val="visible"/>
                                      </p:to>
                                    </p:set>
                                    <p:animEffect transition="in" filter="wipe(up)">
                                      <p:cBhvr>
                                        <p:cTn id="7" dur="500"/>
                                        <p:tgtEl>
                                          <p:spTgt spid="527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27364"/>
                                        </p:tgtEl>
                                        <p:attrNameLst>
                                          <p:attrName>style.visibility</p:attrName>
                                        </p:attrNameLst>
                                      </p:cBhvr>
                                      <p:to>
                                        <p:strVal val="visible"/>
                                      </p:to>
                                    </p:set>
                                    <p:animEffect transition="in" filter="wipe(up)">
                                      <p:cBhvr>
                                        <p:cTn id="12" dur="500"/>
                                        <p:tgtEl>
                                          <p:spTgt spid="5273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27368">
                                            <p:txEl>
                                              <p:pRg st="0" end="0"/>
                                            </p:txEl>
                                          </p:spTgt>
                                        </p:tgtEl>
                                        <p:attrNameLst>
                                          <p:attrName>style.visibility</p:attrName>
                                        </p:attrNameLst>
                                      </p:cBhvr>
                                      <p:to>
                                        <p:strVal val="visible"/>
                                      </p:to>
                                    </p:set>
                                    <p:animEffect transition="in" filter="wipe(up)">
                                      <p:cBhvr>
                                        <p:cTn id="17" dur="500"/>
                                        <p:tgtEl>
                                          <p:spTgt spid="52736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27368">
                                            <p:txEl>
                                              <p:pRg st="1" end="1"/>
                                            </p:txEl>
                                          </p:spTgt>
                                        </p:tgtEl>
                                        <p:attrNameLst>
                                          <p:attrName>style.visibility</p:attrName>
                                        </p:attrNameLst>
                                      </p:cBhvr>
                                      <p:to>
                                        <p:strVal val="visible"/>
                                      </p:to>
                                    </p:set>
                                    <p:animEffect transition="in" filter="wipe(up)">
                                      <p:cBhvr>
                                        <p:cTn id="22" dur="500"/>
                                        <p:tgtEl>
                                          <p:spTgt spid="52736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63" grpId="0" autoUpdateAnimBg="0" build="p"/>
      <p:bldP spid="527368" grpId="0" autoUpdateAnimBg="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pSp>
        <p:nvGrpSpPr>
          <p:cNvPr id="2" name="Group 3"/>
          <p:cNvGrpSpPr/>
          <p:nvPr/>
        </p:nvGrpSpPr>
        <p:grpSpPr bwMode="auto">
          <a:xfrm>
            <a:off x="533400" y="1828801"/>
            <a:ext cx="7513638" cy="1341438"/>
            <a:chOff x="336" y="1152"/>
            <a:chExt cx="4733" cy="845"/>
          </a:xfrm>
        </p:grpSpPr>
        <p:sp>
          <p:nvSpPr>
            <p:cNvPr id="202761" name="Text Box 4"/>
            <p:cNvSpPr txBox="1">
              <a:spLocks noChangeArrowheads="1"/>
            </p:cNvSpPr>
            <p:nvPr/>
          </p:nvSpPr>
          <p:spPr bwMode="auto">
            <a:xfrm>
              <a:off x="336" y="1152"/>
              <a:ext cx="4733" cy="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 typeface="Wingdings" panose="05000000000000000000" pitchFamily="2" charset="2"/>
                <a:buChar char="v"/>
              </a:pPr>
              <a:r>
                <a:rPr kumimoji="1" lang="zh-CN" altLang="en-US" sz="2800" b="1" dirty="0" smtClean="0">
                  <a:solidFill>
                    <a:srgbClr val="0070C0"/>
                  </a:solidFill>
                  <a:latin typeface="宋体" panose="02010600030101010101" pitchFamily="2" charset="-122"/>
                </a:rPr>
                <a:t>训练</a:t>
              </a:r>
              <a:r>
                <a:rPr kumimoji="1" lang="zh-CN" altLang="en-US" sz="2800" b="1" dirty="0">
                  <a:solidFill>
                    <a:srgbClr val="0070C0"/>
                  </a:solidFill>
                  <a:latin typeface="宋体" panose="02010600030101010101" pitchFamily="2" charset="-122"/>
                </a:rPr>
                <a:t>数据</a:t>
              </a:r>
              <a:r>
                <a:rPr kumimoji="1" lang="zh-CN" altLang="en-US" sz="2800" b="1" dirty="0" smtClean="0">
                  <a:solidFill>
                    <a:srgbClr val="0070C0"/>
                  </a:solidFill>
                  <a:latin typeface="宋体" panose="02010600030101010101" pitchFamily="2" charset="-122"/>
                </a:rPr>
                <a:t>稀疏</a:t>
              </a:r>
              <a:r>
                <a:rPr kumimoji="1" lang="zh-CN" altLang="en-US" sz="2800" b="1" dirty="0" smtClean="0">
                  <a:solidFill>
                    <a:srgbClr val="1F2039"/>
                  </a:solidFill>
                  <a:latin typeface="宋体" panose="02010600030101010101" pitchFamily="2" charset="-122"/>
                </a:rPr>
                <a:t>时的解决方法</a:t>
              </a:r>
              <a:r>
                <a:rPr kumimoji="1" lang="zh-CN" altLang="en-US" sz="2800" b="1" dirty="0">
                  <a:solidFill>
                    <a:srgbClr val="1F2039"/>
                  </a:solidFill>
                  <a:latin typeface="宋体" panose="02010600030101010101" pitchFamily="2" charset="-122"/>
                </a:rPr>
                <a:t>：</a:t>
              </a:r>
              <a:r>
                <a:rPr kumimoji="1" lang="zh-CN" altLang="en-US" sz="2800" b="1" dirty="0">
                  <a:solidFill>
                    <a:srgbClr val="1F2039"/>
                  </a:solidFill>
                  <a:latin typeface="Times New Roman" panose="02020603050405020304" pitchFamily="18" charset="0"/>
                </a:rPr>
                <a:t>为了避免</a:t>
              </a:r>
              <a:r>
                <a:rPr kumimoji="1" lang="zh-CN" altLang="en-US" sz="2800" b="1" dirty="0" smtClean="0">
                  <a:solidFill>
                    <a:srgbClr val="1F2039"/>
                  </a:solidFill>
                  <a:latin typeface="Times New Roman" panose="02020603050405020304" pitchFamily="18" charset="0"/>
                </a:rPr>
                <a:t>出现</a:t>
              </a:r>
              <a:endParaRPr kumimoji="1" lang="en-US" altLang="zh-CN" sz="2800" b="1" dirty="0" smtClean="0">
                <a:solidFill>
                  <a:srgbClr val="1F2039"/>
                </a:solidFill>
                <a:latin typeface="Times New Roman" panose="02020603050405020304" pitchFamily="18" charset="0"/>
              </a:endParaRPr>
            </a:p>
            <a:p>
              <a:pPr eaLnBrk="1" hangingPunct="1">
                <a:lnSpc>
                  <a:spcPct val="90000"/>
                </a:lnSpc>
                <a:buSzPct val="80000"/>
                <a:buNone/>
              </a:pPr>
              <a:r>
                <a:rPr kumimoji="1" lang="en-US" altLang="zh-CN" sz="2800" b="1" dirty="0">
                  <a:solidFill>
                    <a:srgbClr val="1F2039"/>
                  </a:solidFill>
                  <a:latin typeface="Times New Roman" panose="02020603050405020304" pitchFamily="18" charset="0"/>
                </a:rPr>
                <a:t> </a:t>
              </a:r>
              <a:r>
                <a:rPr kumimoji="1" lang="en-US" altLang="zh-CN" sz="2800" b="1" dirty="0" smtClean="0">
                  <a:solidFill>
                    <a:srgbClr val="1F2039"/>
                  </a:solidFill>
                  <a:latin typeface="Times New Roman" panose="02020603050405020304" pitchFamily="18" charset="0"/>
                </a:rPr>
                <a:t>   </a:t>
              </a:r>
              <a:r>
                <a:rPr kumimoji="1" lang="zh-CN" altLang="en-US" sz="2800" b="1" dirty="0" smtClean="0">
                  <a:solidFill>
                    <a:srgbClr val="1F2039"/>
                  </a:solidFill>
                  <a:latin typeface="Times New Roman" panose="02020603050405020304" pitchFamily="18" charset="0"/>
                </a:rPr>
                <a:t>              或</a:t>
              </a:r>
              <a:r>
                <a:rPr kumimoji="1" lang="zh-CN" altLang="en-US" sz="2800" b="1" dirty="0">
                  <a:solidFill>
                    <a:srgbClr val="1F2039"/>
                  </a:solidFill>
                  <a:latin typeface="宋体" panose="02010600030101010101" pitchFamily="2" charset="-122"/>
                </a:rPr>
                <a:t>接近于零的</a:t>
              </a:r>
              <a:r>
                <a:rPr kumimoji="1" lang="zh-CN" altLang="en-US" sz="2800" b="1" dirty="0" smtClean="0">
                  <a:solidFill>
                    <a:srgbClr val="1F2039"/>
                  </a:solidFill>
                  <a:latin typeface="宋体" panose="02010600030101010101" pitchFamily="2" charset="-122"/>
                </a:rPr>
                <a:t>情况</a:t>
              </a:r>
              <a:r>
                <a:rPr kumimoji="1" lang="zh-CN" altLang="en-US" sz="2800" b="1" dirty="0" smtClean="0">
                  <a:solidFill>
                    <a:srgbClr val="1F2039"/>
                  </a:solidFill>
                  <a:latin typeface="Times New Roman" panose="02020603050405020304" pitchFamily="18" charset="0"/>
                </a:rPr>
                <a:t>，</a:t>
              </a:r>
              <a:r>
                <a:rPr kumimoji="1" lang="zh-CN" altLang="en-US" sz="2800" b="1" dirty="0">
                  <a:solidFill>
                    <a:srgbClr val="1F2039"/>
                  </a:solidFill>
                  <a:latin typeface="Times New Roman" panose="02020603050405020304" pitchFamily="18" charset="0"/>
                </a:rPr>
                <a:t>可以</a:t>
              </a:r>
              <a:r>
                <a:rPr kumimoji="1" lang="zh-CN" altLang="en-US" sz="2800" b="1" dirty="0">
                  <a:solidFill>
                    <a:srgbClr val="1F2039"/>
                  </a:solidFill>
                  <a:latin typeface="宋体" panose="02010600030101010101" pitchFamily="2" charset="-122"/>
                </a:rPr>
                <a:t>用三元、二元和一元</a:t>
              </a:r>
              <a:r>
                <a:rPr kumimoji="1" lang="zh-CN" altLang="en-US" sz="2800" b="1" dirty="0">
                  <a:solidFill>
                    <a:srgbClr val="0070C0"/>
                  </a:solidFill>
                  <a:latin typeface="宋体" panose="02010600030101010101" pitchFamily="2" charset="-122"/>
                </a:rPr>
                <a:t>相对频率</a:t>
              </a:r>
              <a:r>
                <a:rPr kumimoji="1" lang="zh-CN" altLang="en-US" sz="2800" b="1" dirty="0">
                  <a:solidFill>
                    <a:srgbClr val="1F2039"/>
                  </a:solidFill>
                  <a:latin typeface="宋体" panose="02010600030101010101" pitchFamily="2" charset="-122"/>
                </a:rPr>
                <a:t>做</a:t>
              </a:r>
              <a:r>
                <a:rPr kumimoji="1" lang="zh-CN" altLang="en-US" sz="2800" b="1" dirty="0">
                  <a:solidFill>
                    <a:srgbClr val="0070C0"/>
                  </a:solidFill>
                  <a:latin typeface="宋体" panose="02010600030101010101" pitchFamily="2" charset="-122"/>
                </a:rPr>
                <a:t>插值</a:t>
              </a:r>
              <a:r>
                <a:rPr kumimoji="1" lang="zh-CN" altLang="en-US" sz="2800" b="1" dirty="0">
                  <a:solidFill>
                    <a:srgbClr val="1F2039"/>
                  </a:solidFill>
                  <a:latin typeface="Times New Roman" panose="02020603050405020304" pitchFamily="18" charset="0"/>
                </a:rPr>
                <a:t> 。</a:t>
              </a:r>
              <a:endParaRPr kumimoji="1" lang="zh-CN" altLang="en-US" sz="2800" b="1" dirty="0">
                <a:solidFill>
                  <a:srgbClr val="1F2039"/>
                </a:solidFill>
                <a:latin typeface="Times New Roman" panose="02020603050405020304" pitchFamily="18" charset="0"/>
              </a:endParaRPr>
            </a:p>
          </p:txBody>
        </p:sp>
        <p:graphicFrame>
          <p:nvGraphicFramePr>
            <p:cNvPr id="202762" name="Object 5"/>
            <p:cNvGraphicFramePr>
              <a:graphicFrameLocks noChangeAspect="1"/>
            </p:cNvGraphicFramePr>
            <p:nvPr/>
          </p:nvGraphicFramePr>
          <p:xfrm>
            <a:off x="576" y="1458"/>
            <a:ext cx="787" cy="254"/>
          </p:xfrm>
          <a:graphic>
            <a:graphicData uri="http://schemas.openxmlformats.org/presentationml/2006/ole">
              <mc:AlternateContent xmlns:mc="http://schemas.openxmlformats.org/markup-compatibility/2006">
                <mc:Choice xmlns:v="urn:schemas-microsoft-com:vml" Requires="v">
                  <p:oleObj spid="_x0000_s161956" name="" r:id="rId1" imgW="622300" imgH="203200" progId="Equation.3">
                    <p:embed/>
                  </p:oleObj>
                </mc:Choice>
                <mc:Fallback>
                  <p:oleObj name="" r:id="rId1" imgW="622300" imgH="203200" progId="Equation.3">
                    <p:embed/>
                    <p:pic>
                      <p:nvPicPr>
                        <p:cNvPr id="0" name="Picture 1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 y="1458"/>
                          <a:ext cx="787"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29414" name="Object 6"/>
          <p:cNvGraphicFramePr>
            <a:graphicFrameLocks noChangeAspect="1"/>
          </p:cNvGraphicFramePr>
          <p:nvPr/>
        </p:nvGraphicFramePr>
        <p:xfrm>
          <a:off x="1066800" y="3412157"/>
          <a:ext cx="7058025" cy="1096963"/>
        </p:xfrm>
        <a:graphic>
          <a:graphicData uri="http://schemas.openxmlformats.org/presentationml/2006/ole">
            <mc:AlternateContent xmlns:mc="http://schemas.openxmlformats.org/markup-compatibility/2006">
              <mc:Choice xmlns:v="urn:schemas-microsoft-com:vml" Requires="v">
                <p:oleObj spid="_x0000_s161957" name="" r:id="rId3" imgW="3492500" imgH="546100" progId="Equation.3">
                  <p:embed/>
                </p:oleObj>
              </mc:Choice>
              <mc:Fallback>
                <p:oleObj name="" r:id="rId3" imgW="3492500" imgH="546100" progId="Equation.3">
                  <p:embed/>
                  <p:pic>
                    <p:nvPicPr>
                      <p:cNvPr id="0" name="Picture 1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412157"/>
                        <a:ext cx="7058025" cy="1096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7"/>
          <p:cNvGrpSpPr/>
          <p:nvPr/>
        </p:nvGrpSpPr>
        <p:grpSpPr bwMode="auto">
          <a:xfrm>
            <a:off x="914400" y="4938489"/>
            <a:ext cx="6757988" cy="866775"/>
            <a:chOff x="576" y="2862"/>
            <a:chExt cx="4257" cy="546"/>
          </a:xfrm>
        </p:grpSpPr>
        <p:graphicFrame>
          <p:nvGraphicFramePr>
            <p:cNvPr id="202758" name="Object 8"/>
            <p:cNvGraphicFramePr>
              <a:graphicFrameLocks noChangeAspect="1"/>
            </p:cNvGraphicFramePr>
            <p:nvPr/>
          </p:nvGraphicFramePr>
          <p:xfrm>
            <a:off x="1056" y="2862"/>
            <a:ext cx="728" cy="546"/>
          </p:xfrm>
          <a:graphic>
            <a:graphicData uri="http://schemas.openxmlformats.org/presentationml/2006/ole">
              <mc:AlternateContent xmlns:mc="http://schemas.openxmlformats.org/markup-compatibility/2006">
                <mc:Choice xmlns:v="urn:schemas-microsoft-com:vml" Requires="v">
                  <p:oleObj spid="_x0000_s161958" name="" r:id="rId5" imgW="571500" imgH="431800" progId="Equation.3">
                    <p:embed/>
                  </p:oleObj>
                </mc:Choice>
                <mc:Fallback>
                  <p:oleObj name="" r:id="rId5" imgW="571500" imgH="431800" progId="Equation.3">
                    <p:embed/>
                    <p:pic>
                      <p:nvPicPr>
                        <p:cNvPr id="0" name="Picture 1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2862"/>
                          <a:ext cx="728" cy="5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2759" name="Text Box 9"/>
            <p:cNvSpPr txBox="1">
              <a:spLocks noChangeArrowheads="1"/>
            </p:cNvSpPr>
            <p:nvPr/>
          </p:nvSpPr>
          <p:spPr bwMode="auto">
            <a:xfrm>
              <a:off x="576" y="2987"/>
              <a:ext cx="4257"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Tx/>
                <a:buNone/>
              </a:pPr>
              <a:r>
                <a:rPr kumimoji="1" lang="zh-CN" altLang="en-US" sz="2400" b="1" dirty="0">
                  <a:solidFill>
                    <a:srgbClr val="1F2039"/>
                  </a:solidFill>
                  <a:latin typeface="Times New Roman" panose="02020603050405020304" pitchFamily="18" charset="0"/>
                </a:rPr>
                <a:t>其中                  ，               </a:t>
              </a:r>
              <a:r>
                <a:rPr kumimoji="1" lang="zh-CN" altLang="en-US" sz="2400" b="1" dirty="0">
                  <a:solidFill>
                    <a:srgbClr val="1F2039"/>
                  </a:solidFill>
                  <a:latin typeface="宋体" panose="02010600030101010101" pitchFamily="2" charset="-122"/>
                </a:rPr>
                <a:t>是训练语料的总词数。</a:t>
              </a:r>
              <a:r>
                <a:rPr kumimoji="1" lang="zh-CN" altLang="en-US" sz="2400" b="1" dirty="0">
                  <a:solidFill>
                    <a:srgbClr val="1F2039"/>
                  </a:solidFill>
                  <a:latin typeface="Times New Roman" panose="02020603050405020304" pitchFamily="18" charset="0"/>
                </a:rPr>
                <a:t> </a:t>
              </a:r>
              <a:endParaRPr kumimoji="1" lang="zh-CN" altLang="en-US" sz="2400" b="1" dirty="0">
                <a:solidFill>
                  <a:srgbClr val="1F2039"/>
                </a:solidFill>
                <a:latin typeface="Times New Roman" panose="02020603050405020304" pitchFamily="18" charset="0"/>
              </a:endParaRPr>
            </a:p>
          </p:txBody>
        </p:sp>
        <p:graphicFrame>
          <p:nvGraphicFramePr>
            <p:cNvPr id="202760" name="Object 10"/>
            <p:cNvGraphicFramePr>
              <a:graphicFrameLocks noChangeAspect="1"/>
            </p:cNvGraphicFramePr>
            <p:nvPr/>
          </p:nvGraphicFramePr>
          <p:xfrm>
            <a:off x="2064" y="2975"/>
            <a:ext cx="757" cy="433"/>
          </p:xfrm>
          <a:graphic>
            <a:graphicData uri="http://schemas.openxmlformats.org/presentationml/2006/ole">
              <mc:AlternateContent xmlns:mc="http://schemas.openxmlformats.org/markup-compatibility/2006">
                <mc:Choice xmlns:v="urn:schemas-microsoft-com:vml" Requires="v">
                  <p:oleObj spid="_x0000_s161959" name="" r:id="rId7" imgW="596900" imgH="342900" progId="Equation.3">
                    <p:embed/>
                  </p:oleObj>
                </mc:Choice>
                <mc:Fallback>
                  <p:oleObj name="" r:id="rId7" imgW="596900" imgH="342900" progId="Equation.3">
                    <p:embed/>
                    <p:pic>
                      <p:nvPicPr>
                        <p:cNvPr id="0" name="Picture 1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4" y="2975"/>
                          <a:ext cx="757" cy="4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29414"/>
                                        </p:tgtEl>
                                        <p:attrNameLst>
                                          <p:attrName>style.visibility</p:attrName>
                                        </p:attrNameLst>
                                      </p:cBhvr>
                                      <p:to>
                                        <p:strVal val="visible"/>
                                      </p:to>
                                    </p:set>
                                    <p:animEffect transition="in" filter="wipe(up)">
                                      <p:cBhvr>
                                        <p:cTn id="12" dur="500"/>
                                        <p:tgtEl>
                                          <p:spTgt spid="5294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grpSp>
        <p:nvGrpSpPr>
          <p:cNvPr id="4" name="Group 9"/>
          <p:cNvGrpSpPr/>
          <p:nvPr/>
        </p:nvGrpSpPr>
        <p:grpSpPr bwMode="auto">
          <a:xfrm>
            <a:off x="539552" y="1916832"/>
            <a:ext cx="7513638" cy="2657475"/>
            <a:chOff x="192" y="3024"/>
            <a:chExt cx="4733" cy="1674"/>
          </a:xfrm>
        </p:grpSpPr>
        <p:sp>
          <p:nvSpPr>
            <p:cNvPr id="204806" name="Text Box 10"/>
            <p:cNvSpPr txBox="1">
              <a:spLocks noChangeArrowheads="1"/>
            </p:cNvSpPr>
            <p:nvPr/>
          </p:nvSpPr>
          <p:spPr bwMode="auto">
            <a:xfrm>
              <a:off x="192" y="3024"/>
              <a:ext cx="4733" cy="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SzPct val="80000"/>
                <a:buFont typeface="Wingdings" panose="05000000000000000000" pitchFamily="2" charset="2"/>
                <a:buNone/>
              </a:pPr>
              <a:r>
                <a:rPr kumimoji="1" lang="zh-CN" altLang="en-US" sz="2800" b="1" dirty="0">
                  <a:solidFill>
                    <a:srgbClr val="1F2039"/>
                  </a:solidFill>
                  <a:latin typeface="Times New Roman" panose="02020603050405020304" pitchFamily="18" charset="0"/>
                </a:rPr>
                <a:t>（4）</a:t>
              </a:r>
              <a:r>
                <a:rPr kumimoji="1" lang="en-US" altLang="zh-CN" sz="2800" b="1" i="1" dirty="0">
                  <a:solidFill>
                    <a:srgbClr val="0070C0"/>
                  </a:solidFill>
                  <a:latin typeface="Times New Roman" panose="02020603050405020304" pitchFamily="18" charset="0"/>
                </a:rPr>
                <a:t>N</a:t>
              </a:r>
              <a:r>
                <a:rPr kumimoji="1" lang="zh-CN" altLang="en-US" sz="2800" b="1" dirty="0">
                  <a:solidFill>
                    <a:srgbClr val="0070C0"/>
                  </a:solidFill>
                  <a:latin typeface="Times New Roman" panose="02020603050405020304" pitchFamily="18" charset="0"/>
                </a:rPr>
                <a:t>元词类文法模型 </a:t>
              </a:r>
              <a:r>
                <a:rPr kumimoji="1" lang="zh-CN" altLang="en-US" sz="2800" b="1" dirty="0">
                  <a:solidFill>
                    <a:srgbClr val="1F2039"/>
                  </a:solidFill>
                  <a:latin typeface="Times New Roman" panose="02020603050405020304" pitchFamily="18" charset="0"/>
                </a:rPr>
                <a:t>：每个词</a:t>
              </a:r>
              <a:r>
                <a:rPr kumimoji="1" lang="en-US" altLang="zh-CN" sz="2800" i="1" dirty="0" err="1">
                  <a:solidFill>
                    <a:srgbClr val="1F2039"/>
                  </a:solidFill>
                  <a:latin typeface="Times New Roman" panose="02020603050405020304" pitchFamily="18" charset="0"/>
                </a:rPr>
                <a:t>w</a:t>
              </a:r>
              <a:r>
                <a:rPr kumimoji="1" lang="en-US" altLang="zh-CN" sz="2800" i="1" baseline="-25000" dirty="0" err="1">
                  <a:solidFill>
                    <a:srgbClr val="1F2039"/>
                  </a:solidFill>
                  <a:latin typeface="Times New Roman" panose="02020603050405020304" pitchFamily="18" charset="0"/>
                </a:rPr>
                <a:t>t</a:t>
              </a:r>
              <a:r>
                <a:rPr kumimoji="1" lang="zh-CN" altLang="en-US" sz="2800" b="1" dirty="0">
                  <a:solidFill>
                    <a:srgbClr val="1F2039"/>
                  </a:solidFill>
                  <a:latin typeface="Times New Roman" panose="02020603050405020304" pitchFamily="18" charset="0"/>
                </a:rPr>
                <a:t>只与其所在类</a:t>
              </a:r>
              <a:r>
                <a:rPr kumimoji="1" lang="en-US" altLang="zh-CN" sz="2800" i="1" dirty="0" err="1">
                  <a:solidFill>
                    <a:srgbClr val="1F2039"/>
                  </a:solidFill>
                  <a:latin typeface="Times New Roman" panose="02020603050405020304" pitchFamily="18" charset="0"/>
                </a:rPr>
                <a:t>c</a:t>
              </a:r>
              <a:r>
                <a:rPr kumimoji="1" lang="en-US" altLang="zh-CN" sz="2800" i="1" baseline="-25000" dirty="0" err="1">
                  <a:solidFill>
                    <a:srgbClr val="1F2039"/>
                  </a:solidFill>
                  <a:latin typeface="Times New Roman" panose="02020603050405020304" pitchFamily="18" charset="0"/>
                </a:rPr>
                <a:t>t</a:t>
              </a:r>
              <a:r>
                <a:rPr kumimoji="1" lang="zh-CN" altLang="en-US" sz="2800" b="1" dirty="0">
                  <a:solidFill>
                    <a:srgbClr val="1F2039"/>
                  </a:solidFill>
                  <a:latin typeface="Times New Roman" panose="02020603050405020304" pitchFamily="18" charset="0"/>
                </a:rPr>
                <a:t>有关，而与前一时间的词所在类</a:t>
              </a:r>
              <a:r>
                <a:rPr kumimoji="1" lang="en-US" altLang="zh-CN" sz="2800" i="1" dirty="0">
                  <a:solidFill>
                    <a:srgbClr val="1F2039"/>
                  </a:solidFill>
                  <a:latin typeface="Times New Roman" panose="02020603050405020304" pitchFamily="18" charset="0"/>
                </a:rPr>
                <a:t>c</a:t>
              </a:r>
              <a:r>
                <a:rPr kumimoji="1" lang="en-US" altLang="zh-CN" sz="2800" i="1" baseline="-25000" dirty="0">
                  <a:solidFill>
                    <a:srgbClr val="1F2039"/>
                  </a:solidFill>
                  <a:latin typeface="Times New Roman" panose="02020603050405020304" pitchFamily="18" charset="0"/>
                </a:rPr>
                <a:t>t</a:t>
              </a:r>
              <a:r>
                <a:rPr kumimoji="1" lang="en-US" altLang="zh-CN" sz="2800" baseline="-25000" dirty="0">
                  <a:solidFill>
                    <a:srgbClr val="1F2039"/>
                  </a:solidFill>
                  <a:latin typeface="Times New Roman" panose="02020603050405020304" pitchFamily="18" charset="0"/>
                </a:rPr>
                <a:t>-1</a:t>
              </a:r>
              <a:r>
                <a:rPr kumimoji="1" lang="zh-CN" altLang="en-US" sz="2800" b="1" dirty="0">
                  <a:solidFill>
                    <a:srgbClr val="1F2039"/>
                  </a:solidFill>
                  <a:latin typeface="Times New Roman" panose="02020603050405020304" pitchFamily="18" charset="0"/>
                </a:rPr>
                <a:t>中的成员无关。 </a:t>
              </a:r>
              <a:endParaRPr kumimoji="1" lang="zh-CN" altLang="en-US" sz="2800" b="1" dirty="0">
                <a:solidFill>
                  <a:srgbClr val="1F2039"/>
                </a:solidFill>
                <a:latin typeface="Times New Roman" panose="02020603050405020304" pitchFamily="18" charset="0"/>
              </a:endParaRPr>
            </a:p>
          </p:txBody>
        </p:sp>
        <p:graphicFrame>
          <p:nvGraphicFramePr>
            <p:cNvPr id="204807" name="Object 11"/>
            <p:cNvGraphicFramePr>
              <a:graphicFrameLocks noChangeAspect="1"/>
            </p:cNvGraphicFramePr>
            <p:nvPr/>
          </p:nvGraphicFramePr>
          <p:xfrm>
            <a:off x="1116" y="4122"/>
            <a:ext cx="3323" cy="576"/>
          </p:xfrm>
          <a:graphic>
            <a:graphicData uri="http://schemas.openxmlformats.org/presentationml/2006/ole">
              <mc:AlternateContent xmlns:mc="http://schemas.openxmlformats.org/markup-compatibility/2006">
                <mc:Choice xmlns:v="urn:schemas-microsoft-com:vml" Requires="v">
                  <p:oleObj spid="_x0000_s162901" name="" r:id="rId1" imgW="2641600" imgH="457200" progId="Equation.3">
                    <p:embed/>
                  </p:oleObj>
                </mc:Choice>
                <mc:Fallback>
                  <p:oleObj name="" r:id="rId1" imgW="2641600" imgH="457200" progId="Equation.3">
                    <p:embed/>
                    <p:pic>
                      <p:nvPicPr>
                        <p:cNvPr id="0" name="Picture 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 y="4122"/>
                          <a:ext cx="3323" cy="5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37" name="矩形 389136"/>
          <p:cNvSpPr/>
          <p:nvPr/>
        </p:nvSpPr>
        <p:spPr bwMode="auto">
          <a:xfrm>
            <a:off x="971600" y="1844824"/>
            <a:ext cx="3312368" cy="1800200"/>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2706" name="Rectangle 2"/>
          <p:cNvSpPr>
            <a:spLocks noGrp="1" noChangeArrowheads="1"/>
          </p:cNvSpPr>
          <p:nvPr>
            <p:ph type="title"/>
          </p:nvPr>
        </p:nvSpPr>
        <p:spPr/>
        <p:txBody>
          <a:bodyPr/>
          <a:lstStyle/>
          <a:p>
            <a:pPr eaLnBrk="1" hangingPunct="1"/>
            <a:r>
              <a:rPr lang="en-US" altLang="zh-CN" dirty="0" smtClean="0">
                <a:latin typeface="华文中宋" panose="02010600040101010101" pitchFamily="2" charset="-122"/>
                <a:ea typeface="仿宋_GB2312" pitchFamily="49" charset="-122"/>
              </a:rPr>
              <a:t>HMM-GMM</a:t>
            </a:r>
            <a:r>
              <a:rPr lang="zh-CN" altLang="en-US" dirty="0" smtClean="0">
                <a:latin typeface="华文中宋" panose="02010600040101010101" pitchFamily="2" charset="-122"/>
                <a:ea typeface="仿宋_GB2312" pitchFamily="49" charset="-122"/>
              </a:rPr>
              <a:t>语音识别之</a:t>
            </a:r>
            <a:r>
              <a:rPr lang="zh-CN" altLang="en-US" dirty="0" smtClean="0">
                <a:solidFill>
                  <a:srgbClr val="0070C0"/>
                </a:solidFill>
                <a:latin typeface="华文中宋" panose="02010600040101010101" pitchFamily="2" charset="-122"/>
                <a:ea typeface="仿宋_GB2312" pitchFamily="49" charset="-122"/>
              </a:rPr>
              <a:t>学习</a:t>
            </a:r>
            <a:endParaRPr lang="zh-CN" altLang="en-US" dirty="0" smtClean="0">
              <a:solidFill>
                <a:srgbClr val="0070C0"/>
              </a:solidFill>
            </a:endParaRPr>
          </a:p>
        </p:txBody>
      </p:sp>
      <p:sp>
        <p:nvSpPr>
          <p:cNvPr id="8" name="文本框 7"/>
          <p:cNvSpPr txBox="1"/>
          <p:nvPr/>
        </p:nvSpPr>
        <p:spPr>
          <a:xfrm>
            <a:off x="1646917" y="1403484"/>
            <a:ext cx="2185214" cy="369332"/>
          </a:xfrm>
          <a:prstGeom prst="rect">
            <a:avLst/>
          </a:prstGeom>
          <a:noFill/>
        </p:spPr>
        <p:txBody>
          <a:bodyPr wrap="none" rtlCol="0">
            <a:spAutoFit/>
          </a:bodyPr>
          <a:lstStyle/>
          <a:p>
            <a:r>
              <a:rPr lang="zh-CN" altLang="en-US" b="1" dirty="0" smtClean="0"/>
              <a:t>声学模型</a:t>
            </a:r>
            <a:r>
              <a:rPr lang="en-US" altLang="zh-CN" b="1" dirty="0" smtClean="0"/>
              <a:t>(</a:t>
            </a:r>
            <a:r>
              <a:rPr lang="zh-CN" altLang="en-US" b="1" dirty="0" smtClean="0"/>
              <a:t>音素模型</a:t>
            </a:r>
            <a:r>
              <a:rPr lang="en-US" altLang="zh-CN" b="1" dirty="0" smtClean="0"/>
              <a:t>)</a:t>
            </a:r>
            <a:endParaRPr lang="zh-CN" altLang="en-US" b="1" dirty="0"/>
          </a:p>
        </p:txBody>
      </p:sp>
      <p:sp>
        <p:nvSpPr>
          <p:cNvPr id="29" name="文本框 28"/>
          <p:cNvSpPr txBox="1"/>
          <p:nvPr/>
        </p:nvSpPr>
        <p:spPr>
          <a:xfrm>
            <a:off x="1259632" y="2132856"/>
            <a:ext cx="774571" cy="369332"/>
          </a:xfrm>
          <a:prstGeom prst="rect">
            <a:avLst/>
          </a:prstGeom>
          <a:noFill/>
        </p:spPr>
        <p:txBody>
          <a:bodyPr wrap="none" rtlCol="0">
            <a:spAutoFit/>
          </a:bodyPr>
          <a:lstStyle/>
          <a:p>
            <a:r>
              <a:rPr lang="zh-CN" altLang="en-US" dirty="0" smtClean="0"/>
              <a:t>音素</a:t>
            </a:r>
            <a:r>
              <a:rPr lang="en-US" altLang="zh-CN" dirty="0" smtClean="0"/>
              <a:t>1</a:t>
            </a:r>
            <a:endParaRPr lang="zh-CN" altLang="en-US" dirty="0"/>
          </a:p>
        </p:txBody>
      </p:sp>
      <p:sp>
        <p:nvSpPr>
          <p:cNvPr id="30" name="文本框 29"/>
          <p:cNvSpPr txBox="1"/>
          <p:nvPr/>
        </p:nvSpPr>
        <p:spPr>
          <a:xfrm>
            <a:off x="1194969" y="3019703"/>
            <a:ext cx="813043" cy="369332"/>
          </a:xfrm>
          <a:prstGeom prst="rect">
            <a:avLst/>
          </a:prstGeom>
          <a:noFill/>
        </p:spPr>
        <p:txBody>
          <a:bodyPr wrap="none" rtlCol="0">
            <a:spAutoFit/>
          </a:bodyPr>
          <a:lstStyle/>
          <a:p>
            <a:r>
              <a:rPr lang="zh-CN" altLang="en-US" dirty="0" smtClean="0"/>
              <a:t>音素</a:t>
            </a:r>
            <a:r>
              <a:rPr lang="en-US" altLang="zh-CN" dirty="0" smtClean="0"/>
              <a:t>N</a:t>
            </a:r>
            <a:endParaRPr lang="zh-CN" altLang="en-US" dirty="0"/>
          </a:p>
        </p:txBody>
      </p:sp>
      <p:sp>
        <p:nvSpPr>
          <p:cNvPr id="31" name="Oval 32"/>
          <p:cNvSpPr>
            <a:spLocks noChangeArrowheads="1"/>
          </p:cNvSpPr>
          <p:nvPr/>
        </p:nvSpPr>
        <p:spPr bwMode="auto">
          <a:xfrm>
            <a:off x="1546663" y="2566145"/>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2" name="Oval 32"/>
          <p:cNvSpPr>
            <a:spLocks noChangeArrowheads="1"/>
          </p:cNvSpPr>
          <p:nvPr/>
        </p:nvSpPr>
        <p:spPr bwMode="auto">
          <a:xfrm>
            <a:off x="1546663" y="2738042"/>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10" name="Group 11"/>
          <p:cNvGrpSpPr/>
          <p:nvPr/>
        </p:nvGrpSpPr>
        <p:grpSpPr bwMode="auto">
          <a:xfrm>
            <a:off x="2483768" y="1988840"/>
            <a:ext cx="1295400" cy="438150"/>
            <a:chOff x="8180" y="8610"/>
            <a:chExt cx="2040" cy="690"/>
          </a:xfrm>
        </p:grpSpPr>
        <p:sp>
          <p:nvSpPr>
            <p:cNvPr id="11" name="Oval 12"/>
            <p:cNvSpPr>
              <a:spLocks noChangeArrowheads="1"/>
            </p:cNvSpPr>
            <p:nvPr/>
          </p:nvSpPr>
          <p:spPr bwMode="auto">
            <a:xfrm>
              <a:off x="8180" y="861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2" name="Line 13"/>
            <p:cNvSpPr>
              <a:spLocks noChangeShapeType="1"/>
            </p:cNvSpPr>
            <p:nvPr/>
          </p:nvSpPr>
          <p:spPr bwMode="auto">
            <a:xfrm>
              <a:off x="8327" y="861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13" name="Oval 14"/>
            <p:cNvSpPr>
              <a:spLocks noChangeArrowheads="1"/>
            </p:cNvSpPr>
            <p:nvPr/>
          </p:nvSpPr>
          <p:spPr bwMode="auto">
            <a:xfrm>
              <a:off x="9005" y="864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4" name="AutoShape 15"/>
            <p:cNvSpPr>
              <a:spLocks noChangeArrowheads="1"/>
            </p:cNvSpPr>
            <p:nvPr/>
          </p:nvSpPr>
          <p:spPr bwMode="auto">
            <a:xfrm>
              <a:off x="9107" y="914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sp>
          <p:nvSpPr>
            <p:cNvPr id="15" name="Line 16"/>
            <p:cNvSpPr>
              <a:spLocks noChangeShapeType="1"/>
            </p:cNvSpPr>
            <p:nvPr/>
          </p:nvSpPr>
          <p:spPr bwMode="auto">
            <a:xfrm>
              <a:off x="9152" y="864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16" name="Oval 17"/>
            <p:cNvSpPr>
              <a:spLocks noChangeArrowheads="1"/>
            </p:cNvSpPr>
            <p:nvPr/>
          </p:nvSpPr>
          <p:spPr bwMode="auto">
            <a:xfrm>
              <a:off x="9860" y="864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7" name="AutoShape 18"/>
            <p:cNvSpPr>
              <a:spLocks noChangeArrowheads="1"/>
            </p:cNvSpPr>
            <p:nvPr/>
          </p:nvSpPr>
          <p:spPr bwMode="auto">
            <a:xfrm>
              <a:off x="9962" y="914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sp>
          <p:nvSpPr>
            <p:cNvPr id="18" name="Line 19"/>
            <p:cNvSpPr>
              <a:spLocks noChangeShapeType="1"/>
            </p:cNvSpPr>
            <p:nvPr/>
          </p:nvSpPr>
          <p:spPr bwMode="auto">
            <a:xfrm>
              <a:off x="10007" y="864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nvGrpSpPr>
            <p:cNvPr id="19" name="Group 20"/>
            <p:cNvGrpSpPr/>
            <p:nvPr/>
          </p:nvGrpSpPr>
          <p:grpSpPr bwMode="auto">
            <a:xfrm>
              <a:off x="8465" y="9204"/>
              <a:ext cx="652" cy="9"/>
              <a:chOff x="8465" y="9204"/>
              <a:chExt cx="652" cy="9"/>
            </a:xfrm>
          </p:grpSpPr>
          <p:sp>
            <p:nvSpPr>
              <p:cNvPr id="27" name="Line 21"/>
              <p:cNvSpPr>
                <a:spLocks noChangeShapeType="1"/>
              </p:cNvSpPr>
              <p:nvPr/>
            </p:nvSpPr>
            <p:spPr bwMode="auto">
              <a:xfrm>
                <a:off x="8465" y="9213"/>
                <a:ext cx="652" cy="0"/>
              </a:xfrm>
              <a:prstGeom prst="line">
                <a:avLst/>
              </a:prstGeom>
              <a:noFill/>
              <a:ln w="9525">
                <a:solidFill>
                  <a:srgbClr val="000000"/>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28" name="Line 22"/>
              <p:cNvSpPr>
                <a:spLocks noChangeShapeType="1"/>
              </p:cNvSpPr>
              <p:nvPr/>
            </p:nvSpPr>
            <p:spPr bwMode="auto">
              <a:xfrm>
                <a:off x="8645" y="9204"/>
                <a:ext cx="180" cy="0"/>
              </a:xfrm>
              <a:prstGeom prst="line">
                <a:avLst/>
              </a:prstGeom>
              <a:noFill/>
              <a:ln w="9525">
                <a:solidFill>
                  <a:srgbClr val="0000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grpSp>
          <p:nvGrpSpPr>
            <p:cNvPr id="20" name="Group 23"/>
            <p:cNvGrpSpPr/>
            <p:nvPr/>
          </p:nvGrpSpPr>
          <p:grpSpPr bwMode="auto">
            <a:xfrm>
              <a:off x="9305" y="9219"/>
              <a:ext cx="652" cy="9"/>
              <a:chOff x="8465" y="9204"/>
              <a:chExt cx="652" cy="9"/>
            </a:xfrm>
          </p:grpSpPr>
          <p:sp>
            <p:nvSpPr>
              <p:cNvPr id="22" name="Line 24"/>
              <p:cNvSpPr>
                <a:spLocks noChangeShapeType="1"/>
              </p:cNvSpPr>
              <p:nvPr/>
            </p:nvSpPr>
            <p:spPr bwMode="auto">
              <a:xfrm>
                <a:off x="8465" y="9213"/>
                <a:ext cx="652" cy="0"/>
              </a:xfrm>
              <a:prstGeom prst="line">
                <a:avLst/>
              </a:prstGeom>
              <a:noFill/>
              <a:ln w="9525">
                <a:solidFill>
                  <a:srgbClr val="000000"/>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25" name="Line 25"/>
              <p:cNvSpPr>
                <a:spLocks noChangeShapeType="1"/>
              </p:cNvSpPr>
              <p:nvPr/>
            </p:nvSpPr>
            <p:spPr bwMode="auto">
              <a:xfrm>
                <a:off x="8645" y="9204"/>
                <a:ext cx="180" cy="0"/>
              </a:xfrm>
              <a:prstGeom prst="line">
                <a:avLst/>
              </a:prstGeom>
              <a:noFill/>
              <a:ln w="9525">
                <a:solidFill>
                  <a:srgbClr val="0000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sp>
          <p:nvSpPr>
            <p:cNvPr id="21" name="AutoShape 26"/>
            <p:cNvSpPr>
              <a:spLocks noChangeArrowheads="1"/>
            </p:cNvSpPr>
            <p:nvPr/>
          </p:nvSpPr>
          <p:spPr bwMode="auto">
            <a:xfrm>
              <a:off x="8280" y="911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grpSp>
      <p:grpSp>
        <p:nvGrpSpPr>
          <p:cNvPr id="389120" name="Group 27"/>
          <p:cNvGrpSpPr/>
          <p:nvPr/>
        </p:nvGrpSpPr>
        <p:grpSpPr bwMode="auto">
          <a:xfrm>
            <a:off x="2496468" y="2918842"/>
            <a:ext cx="1295400" cy="438150"/>
            <a:chOff x="8180" y="8610"/>
            <a:chExt cx="2040" cy="690"/>
          </a:xfrm>
        </p:grpSpPr>
        <p:sp>
          <p:nvSpPr>
            <p:cNvPr id="389121" name="Oval 28"/>
            <p:cNvSpPr>
              <a:spLocks noChangeArrowheads="1"/>
            </p:cNvSpPr>
            <p:nvPr/>
          </p:nvSpPr>
          <p:spPr bwMode="auto">
            <a:xfrm>
              <a:off x="8180" y="861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389122" name="Line 29"/>
            <p:cNvSpPr>
              <a:spLocks noChangeShapeType="1"/>
            </p:cNvSpPr>
            <p:nvPr/>
          </p:nvSpPr>
          <p:spPr bwMode="auto">
            <a:xfrm>
              <a:off x="8327" y="861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389124" name="Oval 30"/>
            <p:cNvSpPr>
              <a:spLocks noChangeArrowheads="1"/>
            </p:cNvSpPr>
            <p:nvPr/>
          </p:nvSpPr>
          <p:spPr bwMode="auto">
            <a:xfrm>
              <a:off x="9005" y="864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389125" name="AutoShape 31"/>
            <p:cNvSpPr>
              <a:spLocks noChangeArrowheads="1"/>
            </p:cNvSpPr>
            <p:nvPr/>
          </p:nvSpPr>
          <p:spPr bwMode="auto">
            <a:xfrm>
              <a:off x="9107" y="914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sp>
          <p:nvSpPr>
            <p:cNvPr id="389126" name="Line 32"/>
            <p:cNvSpPr>
              <a:spLocks noChangeShapeType="1"/>
            </p:cNvSpPr>
            <p:nvPr/>
          </p:nvSpPr>
          <p:spPr bwMode="auto">
            <a:xfrm>
              <a:off x="9152" y="864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389127" name="Oval 33"/>
            <p:cNvSpPr>
              <a:spLocks noChangeArrowheads="1"/>
            </p:cNvSpPr>
            <p:nvPr/>
          </p:nvSpPr>
          <p:spPr bwMode="auto">
            <a:xfrm>
              <a:off x="9860" y="864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389128" name="AutoShape 34"/>
            <p:cNvSpPr>
              <a:spLocks noChangeArrowheads="1"/>
            </p:cNvSpPr>
            <p:nvPr/>
          </p:nvSpPr>
          <p:spPr bwMode="auto">
            <a:xfrm>
              <a:off x="9962" y="914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sp>
          <p:nvSpPr>
            <p:cNvPr id="389129" name="Line 35"/>
            <p:cNvSpPr>
              <a:spLocks noChangeShapeType="1"/>
            </p:cNvSpPr>
            <p:nvPr/>
          </p:nvSpPr>
          <p:spPr bwMode="auto">
            <a:xfrm>
              <a:off x="10007" y="864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nvGrpSpPr>
            <p:cNvPr id="389130" name="Group 36"/>
            <p:cNvGrpSpPr/>
            <p:nvPr/>
          </p:nvGrpSpPr>
          <p:grpSpPr bwMode="auto">
            <a:xfrm>
              <a:off x="8465" y="9204"/>
              <a:ext cx="652" cy="9"/>
              <a:chOff x="8465" y="9204"/>
              <a:chExt cx="652" cy="9"/>
            </a:xfrm>
          </p:grpSpPr>
          <p:sp>
            <p:nvSpPr>
              <p:cNvPr id="389135" name="Line 37"/>
              <p:cNvSpPr>
                <a:spLocks noChangeShapeType="1"/>
              </p:cNvSpPr>
              <p:nvPr/>
            </p:nvSpPr>
            <p:spPr bwMode="auto">
              <a:xfrm>
                <a:off x="8465" y="9213"/>
                <a:ext cx="652" cy="0"/>
              </a:xfrm>
              <a:prstGeom prst="line">
                <a:avLst/>
              </a:prstGeom>
              <a:noFill/>
              <a:ln w="9525">
                <a:solidFill>
                  <a:srgbClr val="000000"/>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389136" name="Line 38"/>
              <p:cNvSpPr>
                <a:spLocks noChangeShapeType="1"/>
              </p:cNvSpPr>
              <p:nvPr/>
            </p:nvSpPr>
            <p:spPr bwMode="auto">
              <a:xfrm>
                <a:off x="8645" y="9204"/>
                <a:ext cx="180" cy="0"/>
              </a:xfrm>
              <a:prstGeom prst="line">
                <a:avLst/>
              </a:prstGeom>
              <a:noFill/>
              <a:ln w="9525">
                <a:solidFill>
                  <a:srgbClr val="0000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grpSp>
          <p:nvGrpSpPr>
            <p:cNvPr id="389131" name="Group 39"/>
            <p:cNvGrpSpPr/>
            <p:nvPr/>
          </p:nvGrpSpPr>
          <p:grpSpPr bwMode="auto">
            <a:xfrm>
              <a:off x="9305" y="9219"/>
              <a:ext cx="652" cy="9"/>
              <a:chOff x="8465" y="9204"/>
              <a:chExt cx="652" cy="9"/>
            </a:xfrm>
          </p:grpSpPr>
          <p:sp>
            <p:nvSpPr>
              <p:cNvPr id="389133" name="Line 40"/>
              <p:cNvSpPr>
                <a:spLocks noChangeShapeType="1"/>
              </p:cNvSpPr>
              <p:nvPr/>
            </p:nvSpPr>
            <p:spPr bwMode="auto">
              <a:xfrm>
                <a:off x="8465" y="9213"/>
                <a:ext cx="652" cy="0"/>
              </a:xfrm>
              <a:prstGeom prst="line">
                <a:avLst/>
              </a:prstGeom>
              <a:noFill/>
              <a:ln w="9525">
                <a:solidFill>
                  <a:srgbClr val="000000"/>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389134" name="Line 41"/>
              <p:cNvSpPr>
                <a:spLocks noChangeShapeType="1"/>
              </p:cNvSpPr>
              <p:nvPr/>
            </p:nvSpPr>
            <p:spPr bwMode="auto">
              <a:xfrm>
                <a:off x="8645" y="9204"/>
                <a:ext cx="180" cy="0"/>
              </a:xfrm>
              <a:prstGeom prst="line">
                <a:avLst/>
              </a:prstGeom>
              <a:noFill/>
              <a:ln w="9525">
                <a:solidFill>
                  <a:srgbClr val="0000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sp>
          <p:nvSpPr>
            <p:cNvPr id="389132" name="AutoShape 42"/>
            <p:cNvSpPr>
              <a:spLocks noChangeArrowheads="1"/>
            </p:cNvSpPr>
            <p:nvPr/>
          </p:nvSpPr>
          <p:spPr bwMode="auto">
            <a:xfrm>
              <a:off x="8280" y="911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grpSp>
      <p:sp>
        <p:nvSpPr>
          <p:cNvPr id="66" name="Oval 32"/>
          <p:cNvSpPr>
            <a:spLocks noChangeArrowheads="1"/>
          </p:cNvSpPr>
          <p:nvPr/>
        </p:nvSpPr>
        <p:spPr bwMode="auto">
          <a:xfrm>
            <a:off x="1546663" y="2909940"/>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7" name="Oval 32"/>
          <p:cNvSpPr>
            <a:spLocks noChangeArrowheads="1"/>
          </p:cNvSpPr>
          <p:nvPr/>
        </p:nvSpPr>
        <p:spPr bwMode="auto">
          <a:xfrm>
            <a:off x="3059832" y="2564904"/>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8" name="Oval 32"/>
          <p:cNvSpPr>
            <a:spLocks noChangeArrowheads="1"/>
          </p:cNvSpPr>
          <p:nvPr/>
        </p:nvSpPr>
        <p:spPr bwMode="auto">
          <a:xfrm>
            <a:off x="3059832" y="2736801"/>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0" name="矩形 69"/>
          <p:cNvSpPr/>
          <p:nvPr/>
        </p:nvSpPr>
        <p:spPr bwMode="auto">
          <a:xfrm>
            <a:off x="4855502" y="1844824"/>
            <a:ext cx="3861476" cy="1800200"/>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1" name="文本框 70"/>
          <p:cNvSpPr txBox="1"/>
          <p:nvPr/>
        </p:nvSpPr>
        <p:spPr>
          <a:xfrm>
            <a:off x="6387077" y="1421161"/>
            <a:ext cx="646331" cy="369332"/>
          </a:xfrm>
          <a:prstGeom prst="rect">
            <a:avLst/>
          </a:prstGeom>
          <a:noFill/>
        </p:spPr>
        <p:txBody>
          <a:bodyPr wrap="none" rtlCol="0">
            <a:spAutoFit/>
          </a:bodyPr>
          <a:lstStyle/>
          <a:p>
            <a:r>
              <a:rPr lang="zh-CN" altLang="en-US" b="1" dirty="0" smtClean="0"/>
              <a:t>词典</a:t>
            </a:r>
            <a:endParaRPr lang="zh-CN" altLang="en-US" b="1" dirty="0"/>
          </a:p>
        </p:txBody>
      </p:sp>
      <p:sp>
        <p:nvSpPr>
          <p:cNvPr id="72" name="文本框 71"/>
          <p:cNvSpPr txBox="1"/>
          <p:nvPr/>
        </p:nvSpPr>
        <p:spPr>
          <a:xfrm>
            <a:off x="4925683" y="2124214"/>
            <a:ext cx="543739" cy="369332"/>
          </a:xfrm>
          <a:prstGeom prst="rect">
            <a:avLst/>
          </a:prstGeom>
          <a:noFill/>
        </p:spPr>
        <p:txBody>
          <a:bodyPr wrap="none" rtlCol="0">
            <a:spAutoFit/>
          </a:bodyPr>
          <a:lstStyle/>
          <a:p>
            <a:r>
              <a:rPr lang="zh-CN" altLang="en-US" dirty="0" smtClean="0"/>
              <a:t>词</a:t>
            </a:r>
            <a:r>
              <a:rPr lang="en-US" altLang="zh-CN" dirty="0" smtClean="0"/>
              <a:t>1</a:t>
            </a:r>
            <a:endParaRPr lang="zh-CN" altLang="en-US" dirty="0"/>
          </a:p>
        </p:txBody>
      </p:sp>
      <p:sp>
        <p:nvSpPr>
          <p:cNvPr id="73" name="文本框 72"/>
          <p:cNvSpPr txBox="1"/>
          <p:nvPr/>
        </p:nvSpPr>
        <p:spPr>
          <a:xfrm>
            <a:off x="4835924" y="3014313"/>
            <a:ext cx="607859" cy="369332"/>
          </a:xfrm>
          <a:prstGeom prst="rect">
            <a:avLst/>
          </a:prstGeom>
          <a:noFill/>
        </p:spPr>
        <p:txBody>
          <a:bodyPr wrap="none" rtlCol="0">
            <a:spAutoFit/>
          </a:bodyPr>
          <a:lstStyle/>
          <a:p>
            <a:r>
              <a:rPr lang="zh-CN" altLang="en-US" dirty="0" smtClean="0"/>
              <a:t>词</a:t>
            </a:r>
            <a:r>
              <a:rPr lang="en-US" altLang="zh-CN" dirty="0" smtClean="0"/>
              <a:t>M</a:t>
            </a:r>
            <a:endParaRPr lang="zh-CN" altLang="en-US" dirty="0"/>
          </a:p>
        </p:txBody>
      </p:sp>
      <p:sp>
        <p:nvSpPr>
          <p:cNvPr id="74" name="Oval 32"/>
          <p:cNvSpPr>
            <a:spLocks noChangeArrowheads="1"/>
          </p:cNvSpPr>
          <p:nvPr/>
        </p:nvSpPr>
        <p:spPr bwMode="auto">
          <a:xfrm>
            <a:off x="5212714" y="2557503"/>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5" name="Oval 32"/>
          <p:cNvSpPr>
            <a:spLocks noChangeArrowheads="1"/>
          </p:cNvSpPr>
          <p:nvPr/>
        </p:nvSpPr>
        <p:spPr bwMode="auto">
          <a:xfrm>
            <a:off x="5212714" y="2729400"/>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6" name="Oval 32"/>
          <p:cNvSpPr>
            <a:spLocks noChangeArrowheads="1"/>
          </p:cNvSpPr>
          <p:nvPr/>
        </p:nvSpPr>
        <p:spPr bwMode="auto">
          <a:xfrm>
            <a:off x="5212714" y="2901298"/>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77" name="Group 11"/>
          <p:cNvGrpSpPr/>
          <p:nvPr/>
        </p:nvGrpSpPr>
        <p:grpSpPr bwMode="auto">
          <a:xfrm>
            <a:off x="5632605" y="2159301"/>
            <a:ext cx="810608" cy="207676"/>
            <a:chOff x="8180" y="8610"/>
            <a:chExt cx="2040" cy="690"/>
          </a:xfrm>
        </p:grpSpPr>
        <p:sp>
          <p:nvSpPr>
            <p:cNvPr id="78" name="Oval 12"/>
            <p:cNvSpPr>
              <a:spLocks noChangeArrowheads="1"/>
            </p:cNvSpPr>
            <p:nvPr/>
          </p:nvSpPr>
          <p:spPr bwMode="auto">
            <a:xfrm>
              <a:off x="8180" y="861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79" name="Line 13"/>
            <p:cNvSpPr>
              <a:spLocks noChangeShapeType="1"/>
            </p:cNvSpPr>
            <p:nvPr/>
          </p:nvSpPr>
          <p:spPr bwMode="auto">
            <a:xfrm>
              <a:off x="8327" y="861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80" name="Oval 14"/>
            <p:cNvSpPr>
              <a:spLocks noChangeArrowheads="1"/>
            </p:cNvSpPr>
            <p:nvPr/>
          </p:nvSpPr>
          <p:spPr bwMode="auto">
            <a:xfrm>
              <a:off x="9005" y="864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81" name="AutoShape 15"/>
            <p:cNvSpPr>
              <a:spLocks noChangeArrowheads="1"/>
            </p:cNvSpPr>
            <p:nvPr/>
          </p:nvSpPr>
          <p:spPr bwMode="auto">
            <a:xfrm>
              <a:off x="9107" y="914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sp>
          <p:nvSpPr>
            <p:cNvPr id="82" name="Line 16"/>
            <p:cNvSpPr>
              <a:spLocks noChangeShapeType="1"/>
            </p:cNvSpPr>
            <p:nvPr/>
          </p:nvSpPr>
          <p:spPr bwMode="auto">
            <a:xfrm>
              <a:off x="9152" y="864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83" name="Oval 17"/>
            <p:cNvSpPr>
              <a:spLocks noChangeArrowheads="1"/>
            </p:cNvSpPr>
            <p:nvPr/>
          </p:nvSpPr>
          <p:spPr bwMode="auto">
            <a:xfrm>
              <a:off x="9860" y="864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84" name="AutoShape 18"/>
            <p:cNvSpPr>
              <a:spLocks noChangeArrowheads="1"/>
            </p:cNvSpPr>
            <p:nvPr/>
          </p:nvSpPr>
          <p:spPr bwMode="auto">
            <a:xfrm>
              <a:off x="9962" y="914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sp>
          <p:nvSpPr>
            <p:cNvPr id="85" name="Line 19"/>
            <p:cNvSpPr>
              <a:spLocks noChangeShapeType="1"/>
            </p:cNvSpPr>
            <p:nvPr/>
          </p:nvSpPr>
          <p:spPr bwMode="auto">
            <a:xfrm>
              <a:off x="10007" y="864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nvGrpSpPr>
            <p:cNvPr id="86" name="Group 20"/>
            <p:cNvGrpSpPr/>
            <p:nvPr/>
          </p:nvGrpSpPr>
          <p:grpSpPr bwMode="auto">
            <a:xfrm>
              <a:off x="8465" y="9204"/>
              <a:ext cx="652" cy="9"/>
              <a:chOff x="8465" y="9204"/>
              <a:chExt cx="652" cy="9"/>
            </a:xfrm>
          </p:grpSpPr>
          <p:sp>
            <p:nvSpPr>
              <p:cNvPr id="91" name="Line 21"/>
              <p:cNvSpPr>
                <a:spLocks noChangeShapeType="1"/>
              </p:cNvSpPr>
              <p:nvPr/>
            </p:nvSpPr>
            <p:spPr bwMode="auto">
              <a:xfrm>
                <a:off x="8465" y="9213"/>
                <a:ext cx="652" cy="0"/>
              </a:xfrm>
              <a:prstGeom prst="line">
                <a:avLst/>
              </a:prstGeom>
              <a:noFill/>
              <a:ln w="9525">
                <a:solidFill>
                  <a:srgbClr val="000000"/>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92" name="Line 22"/>
              <p:cNvSpPr>
                <a:spLocks noChangeShapeType="1"/>
              </p:cNvSpPr>
              <p:nvPr/>
            </p:nvSpPr>
            <p:spPr bwMode="auto">
              <a:xfrm>
                <a:off x="8645" y="9204"/>
                <a:ext cx="180" cy="0"/>
              </a:xfrm>
              <a:prstGeom prst="line">
                <a:avLst/>
              </a:prstGeom>
              <a:noFill/>
              <a:ln w="9525">
                <a:solidFill>
                  <a:srgbClr val="0000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grpSp>
          <p:nvGrpSpPr>
            <p:cNvPr id="87" name="Group 23"/>
            <p:cNvGrpSpPr/>
            <p:nvPr/>
          </p:nvGrpSpPr>
          <p:grpSpPr bwMode="auto">
            <a:xfrm>
              <a:off x="9305" y="9219"/>
              <a:ext cx="652" cy="9"/>
              <a:chOff x="8465" y="9204"/>
              <a:chExt cx="652" cy="9"/>
            </a:xfrm>
          </p:grpSpPr>
          <p:sp>
            <p:nvSpPr>
              <p:cNvPr id="89" name="Line 24"/>
              <p:cNvSpPr>
                <a:spLocks noChangeShapeType="1"/>
              </p:cNvSpPr>
              <p:nvPr/>
            </p:nvSpPr>
            <p:spPr bwMode="auto">
              <a:xfrm>
                <a:off x="8465" y="9213"/>
                <a:ext cx="652" cy="0"/>
              </a:xfrm>
              <a:prstGeom prst="line">
                <a:avLst/>
              </a:prstGeom>
              <a:noFill/>
              <a:ln w="9525">
                <a:solidFill>
                  <a:srgbClr val="000000"/>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90" name="Line 25"/>
              <p:cNvSpPr>
                <a:spLocks noChangeShapeType="1"/>
              </p:cNvSpPr>
              <p:nvPr/>
            </p:nvSpPr>
            <p:spPr bwMode="auto">
              <a:xfrm>
                <a:off x="8645" y="9204"/>
                <a:ext cx="180" cy="0"/>
              </a:xfrm>
              <a:prstGeom prst="line">
                <a:avLst/>
              </a:prstGeom>
              <a:noFill/>
              <a:ln w="9525">
                <a:solidFill>
                  <a:srgbClr val="0000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sp>
          <p:nvSpPr>
            <p:cNvPr id="88" name="AutoShape 26"/>
            <p:cNvSpPr>
              <a:spLocks noChangeArrowheads="1"/>
            </p:cNvSpPr>
            <p:nvPr/>
          </p:nvSpPr>
          <p:spPr bwMode="auto">
            <a:xfrm>
              <a:off x="8280" y="911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grpSp>
      <p:grpSp>
        <p:nvGrpSpPr>
          <p:cNvPr id="93" name="Group 11"/>
          <p:cNvGrpSpPr/>
          <p:nvPr/>
        </p:nvGrpSpPr>
        <p:grpSpPr bwMode="auto">
          <a:xfrm>
            <a:off x="6582004" y="2167879"/>
            <a:ext cx="810608" cy="207676"/>
            <a:chOff x="8180" y="8610"/>
            <a:chExt cx="2040" cy="690"/>
          </a:xfrm>
        </p:grpSpPr>
        <p:sp>
          <p:nvSpPr>
            <p:cNvPr id="94" name="Oval 12"/>
            <p:cNvSpPr>
              <a:spLocks noChangeArrowheads="1"/>
            </p:cNvSpPr>
            <p:nvPr/>
          </p:nvSpPr>
          <p:spPr bwMode="auto">
            <a:xfrm>
              <a:off x="8180" y="861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95" name="Line 13"/>
            <p:cNvSpPr>
              <a:spLocks noChangeShapeType="1"/>
            </p:cNvSpPr>
            <p:nvPr/>
          </p:nvSpPr>
          <p:spPr bwMode="auto">
            <a:xfrm>
              <a:off x="8327" y="861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96" name="Oval 14"/>
            <p:cNvSpPr>
              <a:spLocks noChangeArrowheads="1"/>
            </p:cNvSpPr>
            <p:nvPr/>
          </p:nvSpPr>
          <p:spPr bwMode="auto">
            <a:xfrm>
              <a:off x="9005" y="864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97" name="AutoShape 15"/>
            <p:cNvSpPr>
              <a:spLocks noChangeArrowheads="1"/>
            </p:cNvSpPr>
            <p:nvPr/>
          </p:nvSpPr>
          <p:spPr bwMode="auto">
            <a:xfrm>
              <a:off x="9107" y="914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sp>
          <p:nvSpPr>
            <p:cNvPr id="98" name="Line 16"/>
            <p:cNvSpPr>
              <a:spLocks noChangeShapeType="1"/>
            </p:cNvSpPr>
            <p:nvPr/>
          </p:nvSpPr>
          <p:spPr bwMode="auto">
            <a:xfrm>
              <a:off x="9152" y="864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99" name="Oval 17"/>
            <p:cNvSpPr>
              <a:spLocks noChangeArrowheads="1"/>
            </p:cNvSpPr>
            <p:nvPr/>
          </p:nvSpPr>
          <p:spPr bwMode="auto">
            <a:xfrm>
              <a:off x="9860" y="864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00" name="AutoShape 18"/>
            <p:cNvSpPr>
              <a:spLocks noChangeArrowheads="1"/>
            </p:cNvSpPr>
            <p:nvPr/>
          </p:nvSpPr>
          <p:spPr bwMode="auto">
            <a:xfrm>
              <a:off x="9962" y="914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sp>
          <p:nvSpPr>
            <p:cNvPr id="101" name="Line 19"/>
            <p:cNvSpPr>
              <a:spLocks noChangeShapeType="1"/>
            </p:cNvSpPr>
            <p:nvPr/>
          </p:nvSpPr>
          <p:spPr bwMode="auto">
            <a:xfrm>
              <a:off x="10007" y="864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nvGrpSpPr>
            <p:cNvPr id="102" name="Group 20"/>
            <p:cNvGrpSpPr/>
            <p:nvPr/>
          </p:nvGrpSpPr>
          <p:grpSpPr bwMode="auto">
            <a:xfrm>
              <a:off x="8465" y="9204"/>
              <a:ext cx="652" cy="9"/>
              <a:chOff x="8465" y="9204"/>
              <a:chExt cx="652" cy="9"/>
            </a:xfrm>
          </p:grpSpPr>
          <p:sp>
            <p:nvSpPr>
              <p:cNvPr id="107" name="Line 21"/>
              <p:cNvSpPr>
                <a:spLocks noChangeShapeType="1"/>
              </p:cNvSpPr>
              <p:nvPr/>
            </p:nvSpPr>
            <p:spPr bwMode="auto">
              <a:xfrm>
                <a:off x="8465" y="9213"/>
                <a:ext cx="652" cy="0"/>
              </a:xfrm>
              <a:prstGeom prst="line">
                <a:avLst/>
              </a:prstGeom>
              <a:noFill/>
              <a:ln w="9525">
                <a:solidFill>
                  <a:srgbClr val="000000"/>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108" name="Line 22"/>
              <p:cNvSpPr>
                <a:spLocks noChangeShapeType="1"/>
              </p:cNvSpPr>
              <p:nvPr/>
            </p:nvSpPr>
            <p:spPr bwMode="auto">
              <a:xfrm>
                <a:off x="8645" y="9204"/>
                <a:ext cx="180" cy="0"/>
              </a:xfrm>
              <a:prstGeom prst="line">
                <a:avLst/>
              </a:prstGeom>
              <a:noFill/>
              <a:ln w="9525">
                <a:solidFill>
                  <a:srgbClr val="0000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grpSp>
          <p:nvGrpSpPr>
            <p:cNvPr id="103" name="Group 23"/>
            <p:cNvGrpSpPr/>
            <p:nvPr/>
          </p:nvGrpSpPr>
          <p:grpSpPr bwMode="auto">
            <a:xfrm>
              <a:off x="9305" y="9219"/>
              <a:ext cx="652" cy="9"/>
              <a:chOff x="8465" y="9204"/>
              <a:chExt cx="652" cy="9"/>
            </a:xfrm>
          </p:grpSpPr>
          <p:sp>
            <p:nvSpPr>
              <p:cNvPr id="105" name="Line 24"/>
              <p:cNvSpPr>
                <a:spLocks noChangeShapeType="1"/>
              </p:cNvSpPr>
              <p:nvPr/>
            </p:nvSpPr>
            <p:spPr bwMode="auto">
              <a:xfrm>
                <a:off x="8465" y="9213"/>
                <a:ext cx="652" cy="0"/>
              </a:xfrm>
              <a:prstGeom prst="line">
                <a:avLst/>
              </a:prstGeom>
              <a:noFill/>
              <a:ln w="9525">
                <a:solidFill>
                  <a:srgbClr val="000000"/>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106" name="Line 25"/>
              <p:cNvSpPr>
                <a:spLocks noChangeShapeType="1"/>
              </p:cNvSpPr>
              <p:nvPr/>
            </p:nvSpPr>
            <p:spPr bwMode="auto">
              <a:xfrm>
                <a:off x="8645" y="9204"/>
                <a:ext cx="180" cy="0"/>
              </a:xfrm>
              <a:prstGeom prst="line">
                <a:avLst/>
              </a:prstGeom>
              <a:noFill/>
              <a:ln w="9525">
                <a:solidFill>
                  <a:srgbClr val="0000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sp>
          <p:nvSpPr>
            <p:cNvPr id="104" name="AutoShape 26"/>
            <p:cNvSpPr>
              <a:spLocks noChangeArrowheads="1"/>
            </p:cNvSpPr>
            <p:nvPr/>
          </p:nvSpPr>
          <p:spPr bwMode="auto">
            <a:xfrm>
              <a:off x="8280" y="911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grpSp>
      <p:grpSp>
        <p:nvGrpSpPr>
          <p:cNvPr id="109" name="Group 11"/>
          <p:cNvGrpSpPr/>
          <p:nvPr/>
        </p:nvGrpSpPr>
        <p:grpSpPr bwMode="auto">
          <a:xfrm>
            <a:off x="7511599" y="2167879"/>
            <a:ext cx="810608" cy="207676"/>
            <a:chOff x="8180" y="8610"/>
            <a:chExt cx="2040" cy="690"/>
          </a:xfrm>
        </p:grpSpPr>
        <p:sp>
          <p:nvSpPr>
            <p:cNvPr id="110" name="Oval 12"/>
            <p:cNvSpPr>
              <a:spLocks noChangeArrowheads="1"/>
            </p:cNvSpPr>
            <p:nvPr/>
          </p:nvSpPr>
          <p:spPr bwMode="auto">
            <a:xfrm>
              <a:off x="8180" y="861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1" name="Line 13"/>
            <p:cNvSpPr>
              <a:spLocks noChangeShapeType="1"/>
            </p:cNvSpPr>
            <p:nvPr/>
          </p:nvSpPr>
          <p:spPr bwMode="auto">
            <a:xfrm>
              <a:off x="8327" y="861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112" name="Oval 14"/>
            <p:cNvSpPr>
              <a:spLocks noChangeArrowheads="1"/>
            </p:cNvSpPr>
            <p:nvPr/>
          </p:nvSpPr>
          <p:spPr bwMode="auto">
            <a:xfrm>
              <a:off x="9005" y="864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3" name="AutoShape 15"/>
            <p:cNvSpPr>
              <a:spLocks noChangeArrowheads="1"/>
            </p:cNvSpPr>
            <p:nvPr/>
          </p:nvSpPr>
          <p:spPr bwMode="auto">
            <a:xfrm>
              <a:off x="9107" y="914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4" name="Line 16"/>
            <p:cNvSpPr>
              <a:spLocks noChangeShapeType="1"/>
            </p:cNvSpPr>
            <p:nvPr/>
          </p:nvSpPr>
          <p:spPr bwMode="auto">
            <a:xfrm>
              <a:off x="9152" y="864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115" name="Oval 17"/>
            <p:cNvSpPr>
              <a:spLocks noChangeArrowheads="1"/>
            </p:cNvSpPr>
            <p:nvPr/>
          </p:nvSpPr>
          <p:spPr bwMode="auto">
            <a:xfrm>
              <a:off x="9860" y="8640"/>
              <a:ext cx="360" cy="513"/>
            </a:xfrm>
            <a:prstGeom prst="ellipse">
              <a:avLst/>
            </a:prstGeom>
            <a:solidFill>
              <a:srgbClr val="FFFFFF"/>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6" name="AutoShape 18"/>
            <p:cNvSpPr>
              <a:spLocks noChangeArrowheads="1"/>
            </p:cNvSpPr>
            <p:nvPr/>
          </p:nvSpPr>
          <p:spPr bwMode="auto">
            <a:xfrm>
              <a:off x="9962" y="914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sp>
          <p:nvSpPr>
            <p:cNvPr id="117" name="Line 19"/>
            <p:cNvSpPr>
              <a:spLocks noChangeShapeType="1"/>
            </p:cNvSpPr>
            <p:nvPr/>
          </p:nvSpPr>
          <p:spPr bwMode="auto">
            <a:xfrm>
              <a:off x="10007" y="8640"/>
              <a:ext cx="68" cy="0"/>
            </a:xfrm>
            <a:prstGeom prst="line">
              <a:avLst/>
            </a:prstGeom>
            <a:noFill/>
            <a:ln w="9525">
              <a:solidFill>
                <a:srgbClr val="000000"/>
              </a:solidFill>
              <a:round/>
              <a:tailEnd type="stealth"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nvGrpSpPr>
            <p:cNvPr id="118" name="Group 20"/>
            <p:cNvGrpSpPr/>
            <p:nvPr/>
          </p:nvGrpSpPr>
          <p:grpSpPr bwMode="auto">
            <a:xfrm>
              <a:off x="8465" y="9204"/>
              <a:ext cx="652" cy="9"/>
              <a:chOff x="8465" y="9204"/>
              <a:chExt cx="652" cy="9"/>
            </a:xfrm>
          </p:grpSpPr>
          <p:sp>
            <p:nvSpPr>
              <p:cNvPr id="123" name="Line 21"/>
              <p:cNvSpPr>
                <a:spLocks noChangeShapeType="1"/>
              </p:cNvSpPr>
              <p:nvPr/>
            </p:nvSpPr>
            <p:spPr bwMode="auto">
              <a:xfrm>
                <a:off x="8465" y="9213"/>
                <a:ext cx="652" cy="0"/>
              </a:xfrm>
              <a:prstGeom prst="line">
                <a:avLst/>
              </a:prstGeom>
              <a:noFill/>
              <a:ln w="9525">
                <a:solidFill>
                  <a:srgbClr val="000000"/>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124" name="Line 22"/>
              <p:cNvSpPr>
                <a:spLocks noChangeShapeType="1"/>
              </p:cNvSpPr>
              <p:nvPr/>
            </p:nvSpPr>
            <p:spPr bwMode="auto">
              <a:xfrm>
                <a:off x="8645" y="9204"/>
                <a:ext cx="180" cy="0"/>
              </a:xfrm>
              <a:prstGeom prst="line">
                <a:avLst/>
              </a:prstGeom>
              <a:noFill/>
              <a:ln w="9525">
                <a:solidFill>
                  <a:srgbClr val="0000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grpSp>
          <p:nvGrpSpPr>
            <p:cNvPr id="119" name="Group 23"/>
            <p:cNvGrpSpPr/>
            <p:nvPr/>
          </p:nvGrpSpPr>
          <p:grpSpPr bwMode="auto">
            <a:xfrm>
              <a:off x="9305" y="9219"/>
              <a:ext cx="652" cy="9"/>
              <a:chOff x="8465" y="9204"/>
              <a:chExt cx="652" cy="9"/>
            </a:xfrm>
          </p:grpSpPr>
          <p:sp>
            <p:nvSpPr>
              <p:cNvPr id="121" name="Line 24"/>
              <p:cNvSpPr>
                <a:spLocks noChangeShapeType="1"/>
              </p:cNvSpPr>
              <p:nvPr/>
            </p:nvSpPr>
            <p:spPr bwMode="auto">
              <a:xfrm>
                <a:off x="8465" y="9213"/>
                <a:ext cx="652" cy="0"/>
              </a:xfrm>
              <a:prstGeom prst="line">
                <a:avLst/>
              </a:prstGeom>
              <a:noFill/>
              <a:ln w="9525">
                <a:solidFill>
                  <a:srgbClr val="000000"/>
                </a:solidFill>
                <a:rou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sp>
            <p:nvSpPr>
              <p:cNvPr id="122" name="Line 25"/>
              <p:cNvSpPr>
                <a:spLocks noChangeShapeType="1"/>
              </p:cNvSpPr>
              <p:nvPr/>
            </p:nvSpPr>
            <p:spPr bwMode="auto">
              <a:xfrm>
                <a:off x="8645" y="9204"/>
                <a:ext cx="180" cy="0"/>
              </a:xfrm>
              <a:prstGeom prst="line">
                <a:avLst/>
              </a:prstGeom>
              <a:noFill/>
              <a:ln w="9525">
                <a:solidFill>
                  <a:srgbClr val="000000"/>
                </a:solidFill>
                <a:rou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lstStyle/>
              <a:p>
                <a:endParaRPr lang="zh-CN" altLang="en-US"/>
              </a:p>
            </p:txBody>
          </p:sp>
        </p:grpSp>
        <p:sp>
          <p:nvSpPr>
            <p:cNvPr id="120" name="AutoShape 26"/>
            <p:cNvSpPr>
              <a:spLocks noChangeArrowheads="1"/>
            </p:cNvSpPr>
            <p:nvPr/>
          </p:nvSpPr>
          <p:spPr bwMode="auto">
            <a:xfrm>
              <a:off x="8280" y="9114"/>
              <a:ext cx="180" cy="156"/>
            </a:xfrm>
            <a:prstGeom prst="flowChartConnector">
              <a:avLst/>
            </a:prstGeom>
            <a:solidFill>
              <a:srgbClr val="808080"/>
            </a:solidFill>
            <a:ln w="9525">
              <a:solidFill>
                <a:srgbClr val="000000"/>
              </a:solidFill>
              <a:round/>
            </a:ln>
          </p:spPr>
          <p:txBody>
            <a:bodyPr vert="horz" wrap="square" lIns="91440" tIns="45720" rIns="91440" bIns="45720" numCol="1" anchor="t" anchorCtr="0" compatLnSpc="1"/>
            <a:lstStyle/>
            <a:p>
              <a:endParaRPr lang="zh-CN" altLang="en-US"/>
            </a:p>
          </p:txBody>
        </p:sp>
      </p:grpSp>
      <p:sp>
        <p:nvSpPr>
          <p:cNvPr id="125" name="Oval 32"/>
          <p:cNvSpPr>
            <a:spLocks noChangeArrowheads="1"/>
          </p:cNvSpPr>
          <p:nvPr/>
        </p:nvSpPr>
        <p:spPr bwMode="auto">
          <a:xfrm>
            <a:off x="6973033" y="2780928"/>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6" name="Oval 32"/>
          <p:cNvSpPr>
            <a:spLocks noChangeArrowheads="1"/>
          </p:cNvSpPr>
          <p:nvPr/>
        </p:nvSpPr>
        <p:spPr bwMode="auto">
          <a:xfrm>
            <a:off x="6973033" y="3033577"/>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27" name="Oval 32"/>
          <p:cNvSpPr>
            <a:spLocks noChangeArrowheads="1"/>
          </p:cNvSpPr>
          <p:nvPr/>
        </p:nvSpPr>
        <p:spPr bwMode="auto">
          <a:xfrm>
            <a:off x="6973033" y="3286225"/>
            <a:ext cx="60846" cy="70767"/>
          </a:xfrm>
          <a:prstGeom prst="ellipse">
            <a:avLst/>
          </a:prstGeom>
          <a:solidFill>
            <a:srgbClr val="0000FF"/>
          </a:solidFill>
          <a:ln w="9525">
            <a:solidFill>
              <a:schemeClr val="tx1"/>
            </a:solidFill>
            <a:miter lim="800000"/>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cxnSp>
        <p:nvCxnSpPr>
          <p:cNvPr id="389139" name="直接箭头连接符 389138"/>
          <p:cNvCxnSpPr/>
          <p:nvPr/>
        </p:nvCxnSpPr>
        <p:spPr bwMode="auto">
          <a:xfrm>
            <a:off x="6436800" y="2343501"/>
            <a:ext cx="176400" cy="1806"/>
          </a:xfrm>
          <a:prstGeom prst="straightConnector1">
            <a:avLst/>
          </a:prstGeom>
          <a:solidFill>
            <a:schemeClr val="accent1"/>
          </a:solidFill>
          <a:ln w="9525" cap="flat" cmpd="sng" algn="ctr">
            <a:solidFill>
              <a:srgbClr val="C00000"/>
            </a:solidFill>
            <a:prstDash val="solid"/>
            <a:miter lim="800000"/>
            <a:headEnd type="none" w="med" len="med"/>
            <a:tailEnd type="triangle"/>
          </a:ln>
          <a:effectLst/>
        </p:spPr>
      </p:cxnSp>
      <p:cxnSp>
        <p:nvCxnSpPr>
          <p:cNvPr id="130" name="直接箭头连接符 129"/>
          <p:cNvCxnSpPr/>
          <p:nvPr/>
        </p:nvCxnSpPr>
        <p:spPr bwMode="auto">
          <a:xfrm>
            <a:off x="7354800" y="2347074"/>
            <a:ext cx="176400" cy="1806"/>
          </a:xfrm>
          <a:prstGeom prst="straightConnector1">
            <a:avLst/>
          </a:prstGeom>
          <a:solidFill>
            <a:schemeClr val="accent1"/>
          </a:solidFill>
          <a:ln w="9525" cap="flat" cmpd="sng" algn="ctr">
            <a:solidFill>
              <a:srgbClr val="C00000"/>
            </a:solidFill>
            <a:prstDash val="solid"/>
            <a:miter lim="800000"/>
            <a:headEnd type="none" w="med" len="med"/>
            <a:tailEnd type="triangle"/>
          </a:ln>
          <a:effectLst/>
        </p:spPr>
      </p:cxnSp>
      <p:sp>
        <p:nvSpPr>
          <p:cNvPr id="131" name="文本框 130"/>
          <p:cNvSpPr txBox="1"/>
          <p:nvPr/>
        </p:nvSpPr>
        <p:spPr>
          <a:xfrm>
            <a:off x="5783862" y="2409829"/>
            <a:ext cx="535724" cy="276999"/>
          </a:xfrm>
          <a:prstGeom prst="rect">
            <a:avLst/>
          </a:prstGeom>
          <a:noFill/>
        </p:spPr>
        <p:txBody>
          <a:bodyPr wrap="none" rtlCol="0">
            <a:spAutoFit/>
          </a:bodyPr>
          <a:lstStyle/>
          <a:p>
            <a:r>
              <a:rPr lang="zh-CN" altLang="en-US" sz="1200" dirty="0" smtClean="0">
                <a:latin typeface="Times New Roman" panose="02020603050405020304" pitchFamily="18" charset="0"/>
                <a:cs typeface="Times New Roman" panose="02020603050405020304" pitchFamily="18" charset="0"/>
              </a:rPr>
              <a:t>音素</a:t>
            </a:r>
            <a:r>
              <a:rPr lang="en-US" altLang="zh-CN" sz="1200" i="1" dirty="0">
                <a:latin typeface="Times New Roman" panose="02020603050405020304" pitchFamily="18" charset="0"/>
                <a:cs typeface="Times New Roman" panose="02020603050405020304" pitchFamily="18" charset="0"/>
              </a:rPr>
              <a:t>i</a:t>
            </a:r>
            <a:endParaRPr lang="zh-CN" altLang="en-US" sz="1200" i="1" dirty="0">
              <a:latin typeface="Times New Roman" panose="02020603050405020304" pitchFamily="18" charset="0"/>
              <a:cs typeface="Times New Roman" panose="02020603050405020304" pitchFamily="18" charset="0"/>
            </a:endParaRPr>
          </a:p>
        </p:txBody>
      </p:sp>
      <p:sp>
        <p:nvSpPr>
          <p:cNvPr id="132" name="文本框 131"/>
          <p:cNvSpPr txBox="1"/>
          <p:nvPr/>
        </p:nvSpPr>
        <p:spPr>
          <a:xfrm>
            <a:off x="6694509" y="2409829"/>
            <a:ext cx="535724" cy="276999"/>
          </a:xfrm>
          <a:prstGeom prst="rect">
            <a:avLst/>
          </a:prstGeom>
          <a:noFill/>
        </p:spPr>
        <p:txBody>
          <a:bodyPr wrap="none" rtlCol="0">
            <a:spAutoFit/>
          </a:bodyPr>
          <a:lstStyle/>
          <a:p>
            <a:r>
              <a:rPr lang="zh-CN" altLang="en-US" sz="1200" dirty="0" smtClean="0">
                <a:latin typeface="Times New Roman" panose="02020603050405020304" pitchFamily="18" charset="0"/>
                <a:cs typeface="Times New Roman" panose="02020603050405020304" pitchFamily="18" charset="0"/>
              </a:rPr>
              <a:t>音素</a:t>
            </a:r>
            <a:r>
              <a:rPr lang="en-US" altLang="zh-CN" sz="1200" i="1" dirty="0" smtClean="0">
                <a:latin typeface="Times New Roman" panose="02020603050405020304" pitchFamily="18" charset="0"/>
                <a:cs typeface="Times New Roman" panose="02020603050405020304" pitchFamily="18" charset="0"/>
              </a:rPr>
              <a:t>j</a:t>
            </a:r>
            <a:endParaRPr lang="zh-CN" altLang="en-US" sz="1200" i="1" dirty="0">
              <a:latin typeface="Times New Roman" panose="02020603050405020304" pitchFamily="18" charset="0"/>
              <a:cs typeface="Times New Roman" panose="02020603050405020304" pitchFamily="18" charset="0"/>
            </a:endParaRPr>
          </a:p>
        </p:txBody>
      </p:sp>
      <p:sp>
        <p:nvSpPr>
          <p:cNvPr id="133" name="文本框 132"/>
          <p:cNvSpPr txBox="1"/>
          <p:nvPr/>
        </p:nvSpPr>
        <p:spPr>
          <a:xfrm>
            <a:off x="7612087" y="2409829"/>
            <a:ext cx="535724" cy="276999"/>
          </a:xfrm>
          <a:prstGeom prst="rect">
            <a:avLst/>
          </a:prstGeom>
          <a:noFill/>
        </p:spPr>
        <p:txBody>
          <a:bodyPr wrap="none" rtlCol="0">
            <a:spAutoFit/>
          </a:bodyPr>
          <a:lstStyle/>
          <a:p>
            <a:r>
              <a:rPr lang="zh-CN" altLang="en-US" sz="1200" dirty="0" smtClean="0">
                <a:latin typeface="Times New Roman" panose="02020603050405020304" pitchFamily="18" charset="0"/>
                <a:cs typeface="Times New Roman" panose="02020603050405020304" pitchFamily="18" charset="0"/>
              </a:rPr>
              <a:t>音素</a:t>
            </a:r>
            <a:r>
              <a:rPr lang="en-US" altLang="zh-CN" sz="1200" i="1" dirty="0" smtClean="0">
                <a:latin typeface="Times New Roman" panose="02020603050405020304" pitchFamily="18" charset="0"/>
                <a:cs typeface="Times New Roman" panose="02020603050405020304" pitchFamily="18" charset="0"/>
              </a:rPr>
              <a:t>l</a:t>
            </a:r>
            <a:endParaRPr lang="zh-CN" altLang="en-US" sz="1200" i="1" dirty="0">
              <a:latin typeface="Times New Roman" panose="02020603050405020304" pitchFamily="18" charset="0"/>
              <a:cs typeface="Times New Roman" panose="02020603050405020304" pitchFamily="18" charset="0"/>
            </a:endParaRPr>
          </a:p>
        </p:txBody>
      </p:sp>
      <p:sp>
        <p:nvSpPr>
          <p:cNvPr id="134" name="矩形 133"/>
          <p:cNvSpPr/>
          <p:nvPr/>
        </p:nvSpPr>
        <p:spPr bwMode="auto">
          <a:xfrm>
            <a:off x="971600" y="4465010"/>
            <a:ext cx="3312368" cy="1800200"/>
          </a:xfrm>
          <a:prstGeom prst="rect">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词条相互关联的条件概率</a:t>
            </a:r>
            <a:endPar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endPar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r>
              <a:rPr lang="en-US" altLang="zh-CN" dirty="0" smtClean="0"/>
              <a:t>N-gram:</a:t>
            </a:r>
            <a:endParaRPr kumimoji="0" lang="zh-CN" altLang="en-US"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p:txBody>
      </p:sp>
      <p:sp>
        <p:nvSpPr>
          <p:cNvPr id="135" name="文本框 134"/>
          <p:cNvSpPr txBox="1"/>
          <p:nvPr/>
        </p:nvSpPr>
        <p:spPr>
          <a:xfrm>
            <a:off x="1964355" y="4072210"/>
            <a:ext cx="1114408" cy="369332"/>
          </a:xfrm>
          <a:prstGeom prst="rect">
            <a:avLst/>
          </a:prstGeom>
          <a:noFill/>
        </p:spPr>
        <p:txBody>
          <a:bodyPr wrap="none" rtlCol="0">
            <a:spAutoFit/>
          </a:bodyPr>
          <a:lstStyle/>
          <a:p>
            <a:r>
              <a:rPr lang="zh-CN" altLang="en-US" b="1" dirty="0" smtClean="0"/>
              <a:t>语言模型</a:t>
            </a:r>
            <a:endParaRPr lang="zh-CN" altLang="en-US" b="1" dirty="0"/>
          </a:p>
        </p:txBody>
      </p:sp>
      <mc:AlternateContent xmlns:mc="http://schemas.openxmlformats.org/markup-compatibility/2006">
        <mc:Choice xmlns:a14="http://schemas.microsoft.com/office/drawing/2010/main" Requires="a14">
          <p:sp>
            <p:nvSpPr>
              <p:cNvPr id="389143" name="矩形 389142"/>
              <p:cNvSpPr/>
              <p:nvPr/>
            </p:nvSpPr>
            <p:spPr>
              <a:xfrm>
                <a:off x="1267052" y="5365110"/>
                <a:ext cx="2789032" cy="40498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acc>
                            <m:accPr>
                              <m:ctrlPr>
                                <a:rPr lang="zh-CN" altLang="en-US" i="1">
                                  <a:latin typeface="Cambria Math" panose="02040503050406030204" pitchFamily="18" charset="0"/>
                                </a:rPr>
                              </m:ctrlPr>
                            </m:accPr>
                            <m:e>
                              <m:r>
                                <a:rPr lang="zh-CN" altLang="en-US" i="1">
                                  <a:latin typeface="Cambria Math" panose="02040503050406030204" pitchFamily="18" charset="0"/>
                                </a:rPr>
                                <m:t>𝑃</m:t>
                              </m:r>
                            </m:e>
                          </m:acc>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sub>
                          </m:sSub>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1">
                                  <a:latin typeface="Cambria Math" panose="02040503050406030204" pitchFamily="18" charset="0"/>
                                </a:rPr>
                                <m:t>𝑁</m:t>
                              </m:r>
                              <m:r>
                                <a:rPr lang="zh-CN" altLang="en-US" i="0">
                                  <a:latin typeface="Cambria Math" panose="02040503050406030204" pitchFamily="18" charset="0"/>
                                </a:rPr>
                                <m:t>+</m:t>
                              </m:r>
                              <m:r>
                                <a:rPr lang="zh-CN" altLang="en-US" i="0">
                                  <a:latin typeface="Cambria Math" panose="02040503050406030204" pitchFamily="18" charset="0"/>
                                </a:rPr>
                                <m:t>1</m:t>
                              </m:r>
                            </m:sub>
                          </m:sSub>
                        </m:e>
                      </m:d>
                    </m:oMath>
                  </m:oMathPara>
                </a14:m>
                <a:endParaRPr lang="zh-CN" altLang="en-US" dirty="0"/>
              </a:p>
            </p:txBody>
          </p:sp>
        </mc:Choice>
        <mc:Fallback>
          <p:sp>
            <p:nvSpPr>
              <p:cNvPr id="389143" name="矩形 389142"/>
              <p:cNvSpPr>
                <a:spLocks noRot="1" noChangeAspect="1" noMove="1" noResize="1" noEditPoints="1" noAdjustHandles="1" noChangeArrowheads="1" noChangeShapeType="1" noTextEdit="1"/>
              </p:cNvSpPr>
              <p:nvPr/>
            </p:nvSpPr>
            <p:spPr>
              <a:xfrm>
                <a:off x="1267052" y="5365110"/>
                <a:ext cx="2789032" cy="404983"/>
              </a:xfrm>
              <a:prstGeom prst="rect">
                <a:avLst/>
              </a:prstGeom>
              <a:blipFill rotWithShape="1">
                <a:blip r:embed="rId1"/>
                <a:stretch>
                  <a:fillRect l="-8" t="-156" r="12" b="119"/>
                </a:stretch>
              </a:blipFill>
            </p:spPr>
            <p:txBody>
              <a:bodyPr/>
              <a:lstStyle/>
              <a:p>
                <a:r>
                  <a:rPr lang="zh-CN" altLang="en-US">
                    <a:noFill/>
                  </a:rPr>
                  <a:t> </a:t>
                </a:r>
              </a:p>
            </p:txBody>
          </p:sp>
        </mc:Fallback>
      </mc:AlternateContent>
      <p:sp>
        <p:nvSpPr>
          <p:cNvPr id="138" name="Rectangle 18"/>
          <p:cNvSpPr>
            <a:spLocks noChangeArrowheads="1"/>
          </p:cNvSpPr>
          <p:nvPr/>
        </p:nvSpPr>
        <p:spPr bwMode="auto">
          <a:xfrm>
            <a:off x="4242823" y="4465010"/>
            <a:ext cx="5334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buSzPct val="100000"/>
              <a:buNone/>
            </a:pPr>
            <a:endParaRPr kumimoji="1" lang="zh-CN" altLang="en-US" sz="2800" b="1" dirty="0">
              <a:solidFill>
                <a:srgbClr val="1F2039"/>
              </a:solidFill>
              <a:latin typeface="宋体" panose="02010600030101010101" pitchFamily="2" charset="-122"/>
            </a:endParaRPr>
          </a:p>
        </p:txBody>
      </p:sp>
      <p:grpSp>
        <p:nvGrpSpPr>
          <p:cNvPr id="389144" name="组合 389143"/>
          <p:cNvGrpSpPr/>
          <p:nvPr/>
        </p:nvGrpSpPr>
        <p:grpSpPr>
          <a:xfrm>
            <a:off x="5853138" y="4511927"/>
            <a:ext cx="2369996" cy="712354"/>
            <a:chOff x="5469422" y="4112860"/>
            <a:chExt cx="2369996" cy="756300"/>
          </a:xfrm>
        </p:grpSpPr>
        <p:sp>
          <p:nvSpPr>
            <p:cNvPr id="141" name="AutoShape 48"/>
            <p:cNvSpPr>
              <a:spLocks noChangeArrowheads="1"/>
            </p:cNvSpPr>
            <p:nvPr/>
          </p:nvSpPr>
          <p:spPr bwMode="auto">
            <a:xfrm>
              <a:off x="5469422" y="4112860"/>
              <a:ext cx="2369996" cy="756300"/>
            </a:xfrm>
            <a:prstGeom prst="wedgeRoundRectCallout">
              <a:avLst>
                <a:gd name="adj1" fmla="val -128804"/>
                <a:gd name="adj2" fmla="val -211620"/>
                <a:gd name="adj3" fmla="val 16667"/>
              </a:avLst>
            </a:prstGeom>
            <a:solidFill>
              <a:schemeClr val="bg1"/>
            </a:solidFill>
            <a:ln w="38100" cmpd="dbl">
              <a:solidFill>
                <a:srgbClr val="FF0000"/>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dirty="0" smtClean="0"/>
                <a:t>    的学习是关键，两部分互相耦合</a:t>
              </a:r>
              <a:endParaRPr lang="zh-CN" altLang="en-US" sz="1400" dirty="0"/>
            </a:p>
          </p:txBody>
        </p:sp>
        <p:graphicFrame>
          <p:nvGraphicFramePr>
            <p:cNvPr id="140" name="Object 19"/>
            <p:cNvGraphicFramePr>
              <a:graphicFrameLocks noChangeAspect="1"/>
            </p:cNvGraphicFramePr>
            <p:nvPr/>
          </p:nvGraphicFramePr>
          <p:xfrm>
            <a:off x="5593166" y="4195778"/>
            <a:ext cx="195068" cy="245934"/>
          </p:xfrm>
          <a:graphic>
            <a:graphicData uri="http://schemas.openxmlformats.org/presentationml/2006/ole">
              <mc:AlternateContent xmlns:mc="http://schemas.openxmlformats.org/markup-compatibility/2006">
                <mc:Choice xmlns:v="urn:schemas-microsoft-com:vml" Requires="v">
                  <p:oleObj spid="_x0000_s486410" name="Equation" r:id="rId2" imgW="3352800" imgH="4267200" progId="Equation.DSMT4">
                    <p:embed/>
                  </p:oleObj>
                </mc:Choice>
                <mc:Fallback>
                  <p:oleObj name="Equation" r:id="rId2" imgW="3352800" imgH="4267200" progId="Equation.DSMT4">
                    <p:embed/>
                    <p:pic>
                      <p:nvPicPr>
                        <p:cNvPr id="0" name="图片 486405"/>
                        <p:cNvPicPr>
                          <a:picLocks noChangeAspect="1" noChangeArrowheads="1"/>
                        </p:cNvPicPr>
                        <p:nvPr/>
                      </p:nvPicPr>
                      <p:blipFill>
                        <a:blip r:embed="rId3"/>
                        <a:srcRect/>
                        <a:stretch>
                          <a:fillRect/>
                        </a:stretch>
                      </p:blipFill>
                      <p:spPr bwMode="auto">
                        <a:xfrm>
                          <a:off x="5593166" y="4195778"/>
                          <a:ext cx="195068" cy="245934"/>
                        </a:xfrm>
                        <a:prstGeom prst="rect">
                          <a:avLst/>
                        </a:prstGeom>
                        <a:noFill/>
                        <a:ln>
                          <a:noFill/>
                        </a:ln>
                      </p:spPr>
                    </p:pic>
                  </p:oleObj>
                </mc:Fallback>
              </mc:AlternateContent>
            </a:graphicData>
          </a:graphic>
        </p:graphicFrame>
      </p:grpSp>
      <p:sp>
        <p:nvSpPr>
          <p:cNvPr id="136" name="AutoShape 48"/>
          <p:cNvSpPr>
            <a:spLocks noChangeArrowheads="1"/>
          </p:cNvSpPr>
          <p:nvPr/>
        </p:nvSpPr>
        <p:spPr bwMode="auto">
          <a:xfrm>
            <a:off x="6511372" y="3843621"/>
            <a:ext cx="2369996" cy="342088"/>
          </a:xfrm>
          <a:prstGeom prst="wedgeRoundRectCallout">
            <a:avLst>
              <a:gd name="adj1" fmla="val -10624"/>
              <a:gd name="adj2" fmla="val -432970"/>
              <a:gd name="adj3" fmla="val 16667"/>
            </a:avLst>
          </a:prstGeom>
          <a:solidFill>
            <a:schemeClr val="bg1"/>
          </a:solidFill>
          <a:ln w="38100" cmpd="dbl">
            <a:solidFill>
              <a:srgbClr val="FF0000"/>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400" dirty="0" smtClean="0"/>
              <a:t>一般不需要学习</a:t>
            </a:r>
            <a:endParaRPr lang="zh-CN" altLang="en-US" sz="1400" dirty="0"/>
          </a:p>
        </p:txBody>
      </p:sp>
      <p:grpSp>
        <p:nvGrpSpPr>
          <p:cNvPr id="2" name="组合 1"/>
          <p:cNvGrpSpPr/>
          <p:nvPr/>
        </p:nvGrpSpPr>
        <p:grpSpPr>
          <a:xfrm>
            <a:off x="4901596" y="5694334"/>
            <a:ext cx="3730358" cy="831010"/>
            <a:chOff x="4901596" y="5694334"/>
            <a:chExt cx="3730358" cy="710030"/>
          </a:xfrm>
        </p:grpSpPr>
        <p:sp>
          <p:nvSpPr>
            <p:cNvPr id="128" name="AutoShape 48"/>
            <p:cNvSpPr>
              <a:spLocks noChangeArrowheads="1"/>
            </p:cNvSpPr>
            <p:nvPr/>
          </p:nvSpPr>
          <p:spPr bwMode="auto">
            <a:xfrm>
              <a:off x="4901596" y="5694334"/>
              <a:ext cx="3730358" cy="710030"/>
            </a:xfrm>
            <a:prstGeom prst="wedgeRoundRectCallout">
              <a:avLst>
                <a:gd name="adj1" fmla="val -74024"/>
                <a:gd name="adj2" fmla="val -65484"/>
                <a:gd name="adj3" fmla="val 16667"/>
              </a:avLst>
            </a:prstGeom>
            <a:solidFill>
              <a:schemeClr val="bg1"/>
            </a:solidFill>
            <a:ln w="38100" cmpd="dbl">
              <a:solidFill>
                <a:srgbClr val="FF0000"/>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dirty="0" smtClean="0"/>
                <a:t>独立进行，极大似然估计</a:t>
              </a:r>
              <a:endParaRPr lang="en-US" altLang="zh-CN" sz="1400" dirty="0" smtClean="0"/>
            </a:p>
            <a:p>
              <a:pPr eaLnBrk="1" hangingPunct="1">
                <a:spcBef>
                  <a:spcPct val="0"/>
                </a:spcBef>
                <a:buFontTx/>
                <a:buNone/>
              </a:pPr>
              <a:endParaRPr lang="en-US" altLang="zh-CN" sz="1400" dirty="0" smtClean="0"/>
            </a:p>
            <a:p>
              <a:pPr eaLnBrk="1" hangingPunct="1">
                <a:spcBef>
                  <a:spcPct val="0"/>
                </a:spcBef>
                <a:buFontTx/>
                <a:buNone/>
              </a:pPr>
              <a:r>
                <a:rPr lang="zh-CN" altLang="en-US" sz="1400" dirty="0" smtClean="0"/>
                <a:t>考虑数据稀疏问题</a:t>
              </a:r>
              <a:endParaRPr lang="zh-CN" altLang="en-US" sz="1400" dirty="0"/>
            </a:p>
          </p:txBody>
        </p:sp>
        <p:graphicFrame>
          <p:nvGraphicFramePr>
            <p:cNvPr id="144" name="Object 6"/>
            <p:cNvGraphicFramePr>
              <a:graphicFrameLocks noChangeAspect="1"/>
            </p:cNvGraphicFramePr>
            <p:nvPr/>
          </p:nvGraphicFramePr>
          <p:xfrm>
            <a:off x="6018836" y="5899067"/>
            <a:ext cx="2357834" cy="356592"/>
          </p:xfrm>
          <a:graphic>
            <a:graphicData uri="http://schemas.openxmlformats.org/presentationml/2006/ole">
              <mc:AlternateContent xmlns:mc="http://schemas.openxmlformats.org/markup-compatibility/2006">
                <mc:Choice xmlns:v="urn:schemas-microsoft-com:vml" Requires="v">
                  <p:oleObj spid="_x0000_s486411" name="Equation" r:id="rId4" imgW="67970400" imgH="10363200" progId="Equation.DSMT4">
                    <p:embed/>
                  </p:oleObj>
                </mc:Choice>
                <mc:Fallback>
                  <p:oleObj name="Equation" r:id="rId4" imgW="67970400" imgH="10363200" progId="Equation.DSMT4">
                    <p:embed/>
                    <p:pic>
                      <p:nvPicPr>
                        <p:cNvPr id="0" name="图片 486406"/>
                        <p:cNvPicPr>
                          <a:picLocks noChangeAspect="1" noChangeArrowheads="1"/>
                        </p:cNvPicPr>
                        <p:nvPr/>
                      </p:nvPicPr>
                      <p:blipFill>
                        <a:blip r:embed="rId5"/>
                        <a:srcRect/>
                        <a:stretch>
                          <a:fillRect/>
                        </a:stretch>
                      </p:blipFill>
                      <p:spPr bwMode="auto">
                        <a:xfrm>
                          <a:off x="6018836" y="5899067"/>
                          <a:ext cx="2357834" cy="356592"/>
                        </a:xfrm>
                        <a:prstGeom prst="rect">
                          <a:avLst/>
                        </a:prstGeom>
                        <a:noFill/>
                        <a:ln>
                          <a:noFill/>
                        </a:ln>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animEffect transition="in" filter="wipe(down)">
                                      <p:cBhvr>
                                        <p:cTn id="7" dur="500"/>
                                        <p:tgtEl>
                                          <p:spTgt spid="1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89144"/>
                                        </p:tgtEl>
                                        <p:attrNameLst>
                                          <p:attrName>style.visibility</p:attrName>
                                        </p:attrNameLst>
                                      </p:cBhvr>
                                      <p:to>
                                        <p:strVal val="visible"/>
                                      </p:to>
                                    </p:set>
                                    <p:animEffect transition="in" filter="wipe(down)">
                                      <p:cBhvr>
                                        <p:cTn id="12" dur="500"/>
                                        <p:tgtEl>
                                          <p:spTgt spid="3891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08931" name="Rectangle 3"/>
          <p:cNvSpPr>
            <a:spLocks noGrp="1" noChangeArrowheads="1"/>
          </p:cNvSpPr>
          <p:nvPr>
            <p:ph type="body" idx="1"/>
          </p:nvPr>
        </p:nvSpPr>
        <p:spPr>
          <a:xfrm>
            <a:off x="685800" y="1676400"/>
            <a:ext cx="7772400" cy="4953000"/>
          </a:xfrm>
          <a:noFill/>
        </p:spPr>
        <p:txBody>
          <a:bodyPr/>
          <a:lstStyle/>
          <a:p>
            <a:pPr eaLnBrk="1" hangingPunct="1">
              <a:lnSpc>
                <a:spcPct val="130000"/>
              </a:lnSpc>
              <a:buFontTx/>
              <a:buNone/>
            </a:pPr>
            <a:r>
              <a:rPr lang="zh-CN" altLang="en-US" sz="2800" b="1" dirty="0" smtClean="0">
                <a:solidFill>
                  <a:srgbClr val="1F2039"/>
                </a:solidFill>
                <a:latin typeface="Times New Roman" panose="02020603050405020304" pitchFamily="18" charset="0"/>
                <a:cs typeface="Times New Roman" panose="02020603050405020304" pitchFamily="18" charset="0"/>
              </a:rPr>
              <a:t>几个问题：</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spcBef>
                <a:spcPts val="1800"/>
              </a:spcBef>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1</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基本声学单元（子词）的选择</a:t>
            </a:r>
            <a:r>
              <a:rPr lang="en-US" altLang="zh-CN" sz="2800" b="1" dirty="0" smtClean="0">
                <a:latin typeface="Times New Roman" panose="02020603050405020304" pitchFamily="18" charset="0"/>
                <a:cs typeface="Times New Roman" panose="02020603050405020304" pitchFamily="18" charset="0"/>
              </a:rPr>
              <a:t>?</a:t>
            </a:r>
            <a:endParaRPr lang="en-US" altLang="zh-CN" sz="2800" b="1" dirty="0" smtClean="0">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2</a:t>
            </a:r>
            <a:r>
              <a:rPr lang="zh-CN" altLang="en-US" sz="2800" b="1" dirty="0" smtClean="0">
                <a:solidFill>
                  <a:srgbClr val="1F2039"/>
                </a:solidFill>
                <a:latin typeface="Times New Roman" panose="02020603050405020304" pitchFamily="18" charset="0"/>
                <a:cs typeface="Times New Roman" panose="02020603050405020304" pitchFamily="18" charset="0"/>
              </a:rPr>
              <a:t>）如何得到词模型</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3</a:t>
            </a:r>
            <a:r>
              <a:rPr lang="zh-CN" altLang="en-US" sz="2800" b="1" dirty="0" smtClean="0">
                <a:solidFill>
                  <a:srgbClr val="1F2039"/>
                </a:solidFill>
                <a:latin typeface="Times New Roman" panose="02020603050405020304" pitchFamily="18" charset="0"/>
                <a:cs typeface="Times New Roman" panose="02020603050405020304" pitchFamily="18" charset="0"/>
              </a:rPr>
              <a:t>）如何训练子词模型</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4</a:t>
            </a:r>
            <a:r>
              <a:rPr lang="zh-CN" altLang="en-US" sz="2800" b="1" dirty="0" smtClean="0">
                <a:solidFill>
                  <a:srgbClr val="1F2039"/>
                </a:solidFill>
                <a:latin typeface="Times New Roman" panose="02020603050405020304" pitchFamily="18" charset="0"/>
                <a:cs typeface="Times New Roman" panose="02020603050405020304" pitchFamily="18" charset="0"/>
              </a:rPr>
              <a:t>）如何利用语言学知识</a:t>
            </a:r>
            <a:r>
              <a:rPr lang="en-US" altLang="zh-CN" sz="2800" b="1" dirty="0" smtClean="0">
                <a:solidFill>
                  <a:srgbClr val="1F2039"/>
                </a:solidFill>
                <a:latin typeface="Times New Roman" panose="02020603050405020304" pitchFamily="18" charset="0"/>
                <a:cs typeface="Times New Roman" panose="02020603050405020304" pitchFamily="18" charset="0"/>
              </a:rPr>
              <a:t>?</a:t>
            </a:r>
            <a:endParaRPr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lnSpc>
                <a:spcPct val="130000"/>
              </a:lnSpc>
              <a:buFontTx/>
              <a:buNone/>
            </a:pPr>
            <a:r>
              <a:rPr lang="en-US" altLang="zh-CN" sz="2800" b="1" dirty="0" smtClean="0">
                <a:solidFill>
                  <a:srgbClr val="1F2039"/>
                </a:solidFill>
                <a:latin typeface="Times New Roman" panose="02020603050405020304" pitchFamily="18" charset="0"/>
                <a:cs typeface="Times New Roman" panose="02020603050405020304" pitchFamily="18" charset="0"/>
              </a:rPr>
              <a:t>5</a:t>
            </a:r>
            <a:r>
              <a:rPr lang="zh-CN" altLang="en-US" sz="2800" b="1" dirty="0" smtClean="0">
                <a:solidFill>
                  <a:srgbClr val="1F2039"/>
                </a:solidFill>
                <a:latin typeface="Times New Roman" panose="02020603050405020304" pitchFamily="18" charset="0"/>
                <a:cs typeface="Times New Roman" panose="02020603050405020304" pitchFamily="18" charset="0"/>
              </a:rPr>
              <a:t>）</a:t>
            </a:r>
            <a:r>
              <a:rPr lang="zh-CN" altLang="en-US" sz="2800" b="1" dirty="0" smtClean="0">
                <a:solidFill>
                  <a:srgbClr val="C00000"/>
                </a:solidFill>
                <a:latin typeface="Times New Roman" panose="02020603050405020304" pitchFamily="18" charset="0"/>
                <a:cs typeface="Times New Roman" panose="02020603050405020304" pitchFamily="18" charset="0"/>
              </a:rPr>
              <a:t>如何识别</a:t>
            </a:r>
            <a:r>
              <a:rPr lang="en-US" altLang="zh-CN" sz="2800" b="1" dirty="0" smtClean="0">
                <a:solidFill>
                  <a:srgbClr val="C00000"/>
                </a:solidFill>
                <a:latin typeface="Times New Roman" panose="02020603050405020304" pitchFamily="18" charset="0"/>
                <a:cs typeface="Times New Roman" panose="02020603050405020304" pitchFamily="18" charset="0"/>
              </a:rPr>
              <a:t>?</a:t>
            </a:r>
            <a:endParaRPr lang="en-US" altLang="zh-CN" sz="2800" b="1" dirty="0" smtClean="0">
              <a:solidFill>
                <a:srgbClr val="C00000"/>
              </a:solidFill>
              <a:latin typeface="Times New Roman" panose="02020603050405020304" pitchFamily="18" charset="0"/>
              <a:cs typeface="Times New Roman" panose="02020603050405020304" pitchFamily="18" charset="0"/>
            </a:endParaRPr>
          </a:p>
          <a:p>
            <a:pPr eaLnBrk="1" hangingPunct="1">
              <a:buFontTx/>
              <a:buNone/>
            </a:pPr>
            <a:endParaRPr lang="zh-CN" altLang="en-US" sz="2800" b="1" dirty="0" smtClean="0">
              <a:solidFill>
                <a:srgbClr val="1F2039"/>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8931">
                                            <p:txEl>
                                              <p:pRg st="0" end="0"/>
                                            </p:txEl>
                                          </p:spTgt>
                                        </p:tgtEl>
                                        <p:attrNameLst>
                                          <p:attrName>style.visibility</p:attrName>
                                        </p:attrNameLst>
                                      </p:cBhvr>
                                      <p:to>
                                        <p:strVal val="visible"/>
                                      </p:to>
                                    </p:set>
                                    <p:animEffect transition="in" filter="wipe(up)">
                                      <p:cBhvr>
                                        <p:cTn id="7" dur="500"/>
                                        <p:tgtEl>
                                          <p:spTgt spid="5089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8931">
                                            <p:txEl>
                                              <p:pRg st="1" end="1"/>
                                            </p:txEl>
                                          </p:spTgt>
                                        </p:tgtEl>
                                        <p:attrNameLst>
                                          <p:attrName>style.visibility</p:attrName>
                                        </p:attrNameLst>
                                      </p:cBhvr>
                                      <p:to>
                                        <p:strVal val="visible"/>
                                      </p:to>
                                    </p:set>
                                    <p:animEffect transition="in" filter="wipe(up)">
                                      <p:cBhvr>
                                        <p:cTn id="12" dur="500"/>
                                        <p:tgtEl>
                                          <p:spTgt spid="5089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8931">
                                            <p:txEl>
                                              <p:pRg st="2" end="2"/>
                                            </p:txEl>
                                          </p:spTgt>
                                        </p:tgtEl>
                                        <p:attrNameLst>
                                          <p:attrName>style.visibility</p:attrName>
                                        </p:attrNameLst>
                                      </p:cBhvr>
                                      <p:to>
                                        <p:strVal val="visible"/>
                                      </p:to>
                                    </p:set>
                                    <p:animEffect transition="in" filter="wipe(up)">
                                      <p:cBhvr>
                                        <p:cTn id="17" dur="500"/>
                                        <p:tgtEl>
                                          <p:spTgt spid="5089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8931">
                                            <p:txEl>
                                              <p:pRg st="3" end="3"/>
                                            </p:txEl>
                                          </p:spTgt>
                                        </p:tgtEl>
                                        <p:attrNameLst>
                                          <p:attrName>style.visibility</p:attrName>
                                        </p:attrNameLst>
                                      </p:cBhvr>
                                      <p:to>
                                        <p:strVal val="visible"/>
                                      </p:to>
                                    </p:set>
                                    <p:animEffect transition="in" filter="wipe(up)">
                                      <p:cBhvr>
                                        <p:cTn id="22" dur="500"/>
                                        <p:tgtEl>
                                          <p:spTgt spid="5089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8931">
                                            <p:txEl>
                                              <p:pRg st="4" end="4"/>
                                            </p:txEl>
                                          </p:spTgt>
                                        </p:tgtEl>
                                        <p:attrNameLst>
                                          <p:attrName>style.visibility</p:attrName>
                                        </p:attrNameLst>
                                      </p:cBhvr>
                                      <p:to>
                                        <p:strVal val="visible"/>
                                      </p:to>
                                    </p:set>
                                    <p:animEffect transition="in" filter="wipe(up)">
                                      <p:cBhvr>
                                        <p:cTn id="27" dur="500"/>
                                        <p:tgtEl>
                                          <p:spTgt spid="5089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8931">
                                            <p:txEl>
                                              <p:pRg st="5" end="5"/>
                                            </p:txEl>
                                          </p:spTgt>
                                        </p:tgtEl>
                                        <p:attrNameLst>
                                          <p:attrName>style.visibility</p:attrName>
                                        </p:attrNameLst>
                                      </p:cBhvr>
                                      <p:to>
                                        <p:strVal val="visible"/>
                                      </p:to>
                                    </p:set>
                                    <p:animEffect transition="in" filter="wipe(up)">
                                      <p:cBhvr>
                                        <p:cTn id="32" dur="500"/>
                                        <p:tgtEl>
                                          <p:spTgt spid="5089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1" grpId="0" autoUpdateAnimBg="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r>
              <a:rPr lang="zh-CN" altLang="en-US" dirty="0" smtClean="0">
                <a:latin typeface="华文中宋" panose="02010600040101010101" pitchFamily="2" charset="-122"/>
                <a:ea typeface="仿宋_GB2312" pitchFamily="49" charset="-122"/>
              </a:rPr>
              <a:t>语音识别算法</a:t>
            </a:r>
            <a:endParaRPr lang="zh-CN" altLang="en-US" dirty="0" smtClean="0">
              <a:solidFill>
                <a:schemeClr val="accent2"/>
              </a:solidFill>
            </a:endParaRPr>
          </a:p>
        </p:txBody>
      </p:sp>
      <p:sp>
        <p:nvSpPr>
          <p:cNvPr id="533507" name="Text Box 3"/>
          <p:cNvSpPr txBox="1">
            <a:spLocks noChangeArrowheads="1"/>
          </p:cNvSpPr>
          <p:nvPr/>
        </p:nvSpPr>
        <p:spPr bwMode="auto">
          <a:xfrm>
            <a:off x="533400" y="1828800"/>
            <a:ext cx="7848600" cy="4684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Aft>
                <a:spcPts val="600"/>
              </a:spcAft>
              <a:buClr>
                <a:srgbClr val="9900FF"/>
              </a:buClr>
              <a:buFont typeface="Wingdings" panose="05000000000000000000" pitchFamily="2" charset="2"/>
              <a:buChar char="Ø"/>
            </a:pPr>
            <a:r>
              <a:rPr kumimoji="1" lang="zh-CN" altLang="en-US" sz="2800" b="1" dirty="0">
                <a:solidFill>
                  <a:srgbClr val="1F2039"/>
                </a:solidFill>
                <a:latin typeface="Times New Roman" panose="02020603050405020304" pitchFamily="18" charset="0"/>
                <a:cs typeface="Times New Roman" panose="02020603050405020304" pitchFamily="18" charset="0"/>
              </a:rPr>
              <a:t> </a:t>
            </a:r>
            <a:r>
              <a:rPr kumimoji="1" lang="zh-CN" altLang="en-US" sz="2800" b="1" dirty="0" smtClean="0">
                <a:solidFill>
                  <a:srgbClr val="1F2039"/>
                </a:solidFill>
                <a:latin typeface="Times New Roman" panose="02020603050405020304" pitchFamily="18" charset="0"/>
                <a:cs typeface="Times New Roman" panose="02020603050405020304" pitchFamily="18" charset="0"/>
              </a:rPr>
              <a:t>如何识别</a:t>
            </a:r>
            <a:endParaRPr kumimoji="1" lang="en-US" altLang="zh-CN" sz="2800" b="1" dirty="0" smtClean="0">
              <a:solidFill>
                <a:srgbClr val="1F2039"/>
              </a:solidFill>
              <a:latin typeface="Times New Roman" panose="02020603050405020304" pitchFamily="18" charset="0"/>
              <a:cs typeface="Times New Roman" panose="02020603050405020304" pitchFamily="18" charset="0"/>
            </a:endParaRPr>
          </a:p>
          <a:p>
            <a:pPr marL="457200" indent="-457200" eaLnBrk="1" hangingPunct="1">
              <a:spcAft>
                <a:spcPts val="600"/>
              </a:spcAft>
              <a:buClr>
                <a:srgbClr val="9900FF"/>
              </a:buClr>
              <a:buFont typeface="Wingdings" panose="05000000000000000000" pitchFamily="2" charset="2"/>
              <a:buChar char="u"/>
            </a:pPr>
            <a:r>
              <a:rPr kumimoji="1" lang="zh-CN" altLang="en-US" sz="2800" b="1" dirty="0" smtClean="0">
                <a:solidFill>
                  <a:srgbClr val="1F2039"/>
                </a:solidFill>
                <a:latin typeface="Times New Roman" panose="02020603050405020304" pitchFamily="18" charset="0"/>
                <a:cs typeface="Times New Roman" panose="02020603050405020304" pitchFamily="18" charset="0"/>
              </a:rPr>
              <a:t>用</a:t>
            </a:r>
            <a:r>
              <a:rPr kumimoji="1" lang="en-US" altLang="zh-CN" sz="2800" b="1" dirty="0" err="1" smtClean="0">
                <a:solidFill>
                  <a:srgbClr val="1F2039"/>
                </a:solidFill>
                <a:latin typeface="Times New Roman" panose="02020603050405020304" pitchFamily="18" charset="0"/>
                <a:cs typeface="Times New Roman" panose="02020603050405020304" pitchFamily="18" charset="0"/>
              </a:rPr>
              <a:t>viterbi</a:t>
            </a:r>
            <a:r>
              <a:rPr kumimoji="1" lang="zh-CN" altLang="en-US" sz="2800" b="1" dirty="0" smtClean="0">
                <a:solidFill>
                  <a:srgbClr val="1F2039"/>
                </a:solidFill>
                <a:latin typeface="Times New Roman" panose="02020603050405020304" pitchFamily="18" charset="0"/>
                <a:cs typeface="Times New Roman" panose="02020603050405020304" pitchFamily="18" charset="0"/>
              </a:rPr>
              <a:t>算法做</a:t>
            </a:r>
            <a:r>
              <a:rPr kumimoji="1" lang="zh-CN" altLang="en-US" sz="2800" b="1" dirty="0">
                <a:solidFill>
                  <a:srgbClr val="1F2039"/>
                </a:solidFill>
                <a:latin typeface="Times New Roman" panose="02020603050405020304" pitchFamily="18" charset="0"/>
                <a:cs typeface="Times New Roman" panose="02020603050405020304" pitchFamily="18" charset="0"/>
              </a:rPr>
              <a:t>最优</a:t>
            </a:r>
            <a:r>
              <a:rPr kumimoji="1" lang="zh-CN" altLang="en-US" sz="2800" b="1" dirty="0" smtClean="0">
                <a:solidFill>
                  <a:srgbClr val="1F2039"/>
                </a:solidFill>
                <a:latin typeface="Times New Roman" panose="02020603050405020304" pitchFamily="18" charset="0"/>
                <a:cs typeface="Times New Roman" panose="02020603050405020304" pitchFamily="18" charset="0"/>
              </a:rPr>
              <a:t>路径搜索，找</a:t>
            </a:r>
            <a:r>
              <a:rPr kumimoji="1" lang="zh-CN" altLang="en-US" sz="2800" b="1" dirty="0">
                <a:solidFill>
                  <a:srgbClr val="1F2039"/>
                </a:solidFill>
                <a:latin typeface="Times New Roman" panose="02020603050405020304" pitchFamily="18" charset="0"/>
                <a:cs typeface="Times New Roman" panose="02020603050405020304" pitchFamily="18" charset="0"/>
              </a:rPr>
              <a:t>出</a:t>
            </a:r>
            <a:r>
              <a:rPr kumimoji="1" lang="zh-CN" altLang="en-US" sz="2800" b="1" dirty="0" smtClean="0">
                <a:solidFill>
                  <a:srgbClr val="1F2039"/>
                </a:solidFill>
                <a:latin typeface="Times New Roman" panose="02020603050405020304" pitchFamily="18" charset="0"/>
                <a:cs typeface="Times New Roman" panose="02020603050405020304" pitchFamily="18" charset="0"/>
              </a:rPr>
              <a:t>概率最大的状态序列：</a:t>
            </a:r>
            <a:endParaRPr kumimoji="1" lang="en-US" altLang="zh-CN" sz="2800" b="1" dirty="0" smtClean="0">
              <a:solidFill>
                <a:srgbClr val="1F2039"/>
              </a:solidFill>
              <a:latin typeface="Times New Roman" panose="02020603050405020304" pitchFamily="18" charset="0"/>
              <a:cs typeface="Times New Roman" panose="02020603050405020304" pitchFamily="18" charset="0"/>
            </a:endParaRPr>
          </a:p>
          <a:p>
            <a:pPr marL="1200150" lvl="1" indent="-457200" eaLnBrk="1" hangingPunct="1">
              <a:spcAft>
                <a:spcPts val="600"/>
              </a:spcAft>
              <a:buClr>
                <a:srgbClr val="9900FF"/>
              </a:buClr>
              <a:buFont typeface="Wingdings" panose="05000000000000000000" pitchFamily="2" charset="2"/>
              <a:buChar char="ü"/>
            </a:pPr>
            <a:r>
              <a:rPr kumimoji="1" lang="en-US" altLang="zh-CN" sz="2400" b="1" dirty="0" smtClean="0">
                <a:solidFill>
                  <a:srgbClr val="1F2039"/>
                </a:solidFill>
                <a:latin typeface="Times New Roman" panose="02020603050405020304" pitchFamily="18" charset="0"/>
                <a:cs typeface="Times New Roman" panose="02020603050405020304" pitchFamily="18" charset="0"/>
              </a:rPr>
              <a:t>HMM</a:t>
            </a:r>
            <a:r>
              <a:rPr kumimoji="1" lang="zh-CN" altLang="en-US" sz="2400" b="1" dirty="0" smtClean="0">
                <a:solidFill>
                  <a:srgbClr val="1F2039"/>
                </a:solidFill>
                <a:latin typeface="Times New Roman" panose="02020603050405020304" pitchFamily="18" charset="0"/>
                <a:cs typeface="Times New Roman" panose="02020603050405020304" pitchFamily="18" charset="0"/>
              </a:rPr>
              <a:t>转移概率控制</a:t>
            </a:r>
            <a:r>
              <a:rPr kumimoji="1" lang="zh-CN" altLang="en-US" sz="2400" b="1" dirty="0" smtClean="0">
                <a:solidFill>
                  <a:srgbClr val="0070C0"/>
                </a:solidFill>
                <a:latin typeface="Times New Roman" panose="02020603050405020304" pitchFamily="18" charset="0"/>
                <a:cs typeface="Times New Roman" panose="02020603050405020304" pitchFamily="18" charset="0"/>
              </a:rPr>
              <a:t>子词内状态间</a:t>
            </a:r>
            <a:r>
              <a:rPr kumimoji="1" lang="zh-CN" altLang="en-US" sz="2400" b="1" dirty="0" smtClean="0">
                <a:solidFill>
                  <a:srgbClr val="1F2039"/>
                </a:solidFill>
                <a:latin typeface="Times New Roman" panose="02020603050405020304" pitchFamily="18" charset="0"/>
                <a:cs typeface="Times New Roman" panose="02020603050405020304" pitchFamily="18" charset="0"/>
              </a:rPr>
              <a:t>的转移；</a:t>
            </a:r>
            <a:endParaRPr kumimoji="1" lang="en-US" altLang="zh-CN" sz="2400" b="1" dirty="0" smtClean="0">
              <a:solidFill>
                <a:srgbClr val="1F2039"/>
              </a:solidFill>
              <a:latin typeface="Times New Roman" panose="02020603050405020304" pitchFamily="18" charset="0"/>
              <a:cs typeface="Times New Roman" panose="02020603050405020304" pitchFamily="18" charset="0"/>
            </a:endParaRPr>
          </a:p>
          <a:p>
            <a:pPr marL="1200150" lvl="1" indent="-457200" eaLnBrk="1" hangingPunct="1">
              <a:spcAft>
                <a:spcPts val="600"/>
              </a:spcAft>
              <a:buClr>
                <a:srgbClr val="9900FF"/>
              </a:buClr>
              <a:buFont typeface="Wingdings" panose="05000000000000000000" pitchFamily="2" charset="2"/>
              <a:buChar char="ü"/>
            </a:pPr>
            <a:r>
              <a:rPr kumimoji="1" lang="zh-CN" altLang="en-US" sz="2400" b="1" dirty="0" smtClean="0">
                <a:solidFill>
                  <a:srgbClr val="1F2039"/>
                </a:solidFill>
                <a:latin typeface="Times New Roman" panose="02020603050405020304" pitchFamily="18" charset="0"/>
                <a:cs typeface="Times New Roman" panose="02020603050405020304" pitchFamily="18" charset="0"/>
              </a:rPr>
              <a:t>词典控制</a:t>
            </a:r>
            <a:r>
              <a:rPr kumimoji="1" lang="zh-CN" altLang="en-US" sz="2400" b="1" dirty="0" smtClean="0">
                <a:solidFill>
                  <a:srgbClr val="0070C0"/>
                </a:solidFill>
                <a:latin typeface="Times New Roman" panose="02020603050405020304" pitchFamily="18" charset="0"/>
                <a:cs typeface="Times New Roman" panose="02020603050405020304" pitchFamily="18" charset="0"/>
              </a:rPr>
              <a:t>词内子词间</a:t>
            </a:r>
            <a:r>
              <a:rPr kumimoji="1" lang="zh-CN" altLang="en-US" sz="2400" b="1" dirty="0" smtClean="0">
                <a:solidFill>
                  <a:srgbClr val="1F2039"/>
                </a:solidFill>
                <a:latin typeface="Times New Roman" panose="02020603050405020304" pitchFamily="18" charset="0"/>
                <a:cs typeface="Times New Roman" panose="02020603050405020304" pitchFamily="18" charset="0"/>
              </a:rPr>
              <a:t>的状态转移；</a:t>
            </a:r>
            <a:endParaRPr kumimoji="1" lang="en-US" altLang="zh-CN" sz="2400" b="1" dirty="0" smtClean="0">
              <a:solidFill>
                <a:srgbClr val="1F2039"/>
              </a:solidFill>
              <a:latin typeface="Times New Roman" panose="02020603050405020304" pitchFamily="18" charset="0"/>
              <a:cs typeface="Times New Roman" panose="02020603050405020304" pitchFamily="18" charset="0"/>
            </a:endParaRPr>
          </a:p>
          <a:p>
            <a:pPr marL="1200150" lvl="1" indent="-457200" eaLnBrk="1" hangingPunct="1">
              <a:spcAft>
                <a:spcPts val="600"/>
              </a:spcAft>
              <a:buClr>
                <a:srgbClr val="9900FF"/>
              </a:buClr>
              <a:buFont typeface="Wingdings" panose="05000000000000000000" pitchFamily="2" charset="2"/>
              <a:buChar char="ü"/>
            </a:pPr>
            <a:r>
              <a:rPr kumimoji="1" lang="zh-CN" altLang="en-US" sz="2400" b="1" dirty="0" smtClean="0">
                <a:solidFill>
                  <a:srgbClr val="1F2039"/>
                </a:solidFill>
                <a:latin typeface="Times New Roman" panose="02020603050405020304" pitchFamily="18" charset="0"/>
                <a:cs typeface="Times New Roman" panose="02020603050405020304" pitchFamily="18" charset="0"/>
              </a:rPr>
              <a:t>语言模型控制</a:t>
            </a:r>
            <a:r>
              <a:rPr kumimoji="1" lang="zh-CN" altLang="en-US" sz="2400" b="1" dirty="0" smtClean="0">
                <a:solidFill>
                  <a:srgbClr val="0070C0"/>
                </a:solidFill>
                <a:latin typeface="Times New Roman" panose="02020603050405020304" pitchFamily="18" charset="0"/>
                <a:cs typeface="Times New Roman" panose="02020603050405020304" pitchFamily="18" charset="0"/>
              </a:rPr>
              <a:t>词间</a:t>
            </a:r>
            <a:r>
              <a:rPr kumimoji="1" lang="zh-CN" altLang="en-US" sz="2400" b="1" dirty="0" smtClean="0">
                <a:solidFill>
                  <a:srgbClr val="1F2039"/>
                </a:solidFill>
                <a:latin typeface="Times New Roman" panose="02020603050405020304" pitchFamily="18" charset="0"/>
                <a:cs typeface="Times New Roman" panose="02020603050405020304" pitchFamily="18" charset="0"/>
              </a:rPr>
              <a:t>的状态转移。</a:t>
            </a:r>
            <a:endParaRPr kumimoji="1" lang="en-US" altLang="zh-CN" sz="2400" b="1" dirty="0" smtClean="0">
              <a:solidFill>
                <a:srgbClr val="1F2039"/>
              </a:solidFill>
              <a:latin typeface="Times New Roman" panose="02020603050405020304" pitchFamily="18" charset="0"/>
              <a:cs typeface="Times New Roman" panose="02020603050405020304" pitchFamily="18" charset="0"/>
            </a:endParaRPr>
          </a:p>
          <a:p>
            <a:pPr marL="457200" indent="-457200" eaLnBrk="1" hangingPunct="1">
              <a:spcAft>
                <a:spcPts val="600"/>
              </a:spcAft>
              <a:buClr>
                <a:srgbClr val="9900FF"/>
              </a:buClr>
              <a:buFont typeface="Wingdings" panose="05000000000000000000" pitchFamily="2" charset="2"/>
              <a:buChar char="u"/>
            </a:pPr>
            <a:r>
              <a:rPr kumimoji="1" lang="zh-CN" altLang="en-US" sz="2800" b="1" dirty="0" smtClean="0">
                <a:solidFill>
                  <a:srgbClr val="1F2039"/>
                </a:solidFill>
                <a:latin typeface="Times New Roman" panose="02020603050405020304" pitchFamily="18" charset="0"/>
                <a:cs typeface="Times New Roman" panose="02020603050405020304" pitchFamily="18" charset="0"/>
              </a:rPr>
              <a:t>状态空间太大，</a:t>
            </a:r>
            <a:r>
              <a:rPr kumimoji="1" lang="zh-CN" altLang="en-US" sz="2800" b="1" dirty="0" smtClean="0">
                <a:solidFill>
                  <a:srgbClr val="0070C0"/>
                </a:solidFill>
                <a:latin typeface="Times New Roman" panose="02020603050405020304" pitchFamily="18" charset="0"/>
                <a:cs typeface="Times New Roman" panose="02020603050405020304" pitchFamily="18" charset="0"/>
              </a:rPr>
              <a:t>例如</a:t>
            </a:r>
            <a:r>
              <a:rPr kumimoji="1" lang="zh-CN" altLang="en-US" sz="2800" b="1" dirty="0" smtClean="0">
                <a:solidFill>
                  <a:srgbClr val="1F2039"/>
                </a:solidFill>
                <a:latin typeface="Times New Roman" panose="02020603050405020304" pitchFamily="18" charset="0"/>
                <a:cs typeface="Times New Roman" panose="02020603050405020304" pitchFamily="18" charset="0"/>
              </a:rPr>
              <a:t>：词表中有十万个词，平均每个词有</a:t>
            </a:r>
            <a:r>
              <a:rPr kumimoji="1" lang="en-US" altLang="zh-CN" sz="2800" b="1" dirty="0" smtClean="0">
                <a:solidFill>
                  <a:srgbClr val="1F2039"/>
                </a:solidFill>
                <a:latin typeface="Times New Roman" panose="02020603050405020304" pitchFamily="18" charset="0"/>
                <a:cs typeface="Times New Roman" panose="02020603050405020304" pitchFamily="18" charset="0"/>
              </a:rPr>
              <a:t>10</a:t>
            </a:r>
            <a:r>
              <a:rPr kumimoji="1" lang="zh-CN" altLang="en-US" sz="2800" b="1" dirty="0" smtClean="0">
                <a:solidFill>
                  <a:srgbClr val="1F2039"/>
                </a:solidFill>
                <a:latin typeface="Times New Roman" panose="02020603050405020304" pitchFamily="18" charset="0"/>
                <a:cs typeface="Times New Roman" panose="02020603050405020304" pitchFamily="18" charset="0"/>
              </a:rPr>
              <a:t>状态，则计算复杂度为</a:t>
            </a:r>
            <a:r>
              <a:rPr kumimoji="1" lang="en-US" altLang="zh-CN" sz="2800" b="1" dirty="0" smtClean="0">
                <a:solidFill>
                  <a:srgbClr val="1F2039"/>
                </a:solidFill>
                <a:latin typeface="Times New Roman" panose="02020603050405020304" pitchFamily="18" charset="0"/>
                <a:cs typeface="Times New Roman" panose="02020603050405020304" pitchFamily="18" charset="0"/>
              </a:rPr>
              <a:t>:</a:t>
            </a:r>
            <a:endParaRPr kumimoji="1"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buClr>
                <a:srgbClr val="9900FF"/>
              </a:buClr>
              <a:buNone/>
            </a:pPr>
            <a:r>
              <a:rPr kumimoji="1" lang="en-US" altLang="zh-CN" sz="2800" b="1" dirty="0">
                <a:solidFill>
                  <a:srgbClr val="1F2039"/>
                </a:solidFill>
                <a:latin typeface="Times New Roman" panose="02020603050405020304" pitchFamily="18" charset="0"/>
              </a:rPr>
              <a:t> </a:t>
            </a:r>
            <a:r>
              <a:rPr kumimoji="1" lang="en-US" altLang="zh-CN" sz="2800" b="1" dirty="0" smtClean="0">
                <a:solidFill>
                  <a:srgbClr val="1F2039"/>
                </a:solidFill>
                <a:latin typeface="Times New Roman" panose="02020603050405020304" pitchFamily="18" charset="0"/>
              </a:rPr>
              <a:t>           </a:t>
            </a:r>
            <a:endParaRPr kumimoji="1" lang="en-US" altLang="zh-CN" sz="2800" b="1" dirty="0">
              <a:solidFill>
                <a:srgbClr val="1F2039"/>
              </a:solidFill>
              <a:latin typeface="Times New Roman" panose="02020603050405020304" pitchFamily="18" charset="0"/>
            </a:endParaRPr>
          </a:p>
        </p:txBody>
      </p:sp>
      <p:graphicFrame>
        <p:nvGraphicFramePr>
          <p:cNvPr id="2" name="对象 1"/>
          <p:cNvGraphicFramePr>
            <a:graphicFrameLocks noChangeAspect="1"/>
          </p:cNvGraphicFramePr>
          <p:nvPr/>
        </p:nvGraphicFramePr>
        <p:xfrm>
          <a:off x="3670560" y="5949280"/>
          <a:ext cx="1802880" cy="457200"/>
        </p:xfrm>
        <a:graphic>
          <a:graphicData uri="http://schemas.openxmlformats.org/presentationml/2006/ole">
            <mc:AlternateContent xmlns:mc="http://schemas.openxmlformats.org/markup-compatibility/2006">
              <mc:Choice xmlns:v="urn:schemas-microsoft-com:vml" Requires="v">
                <p:oleObj spid="_x0000_s163874" name="Equation" r:id="rId1" imgW="901065" imgH="228600" progId="">
                  <p:embed/>
                </p:oleObj>
              </mc:Choice>
              <mc:Fallback>
                <p:oleObj name="Equation" r:id="rId1" imgW="901065" imgH="228600" progId="">
                  <p:embed/>
                  <p:pic>
                    <p:nvPicPr>
                      <p:cNvPr id="0" name="Picture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0560" y="5949280"/>
                        <a:ext cx="180288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33507">
                                            <p:txEl>
                                              <p:pRg st="0" end="0"/>
                                            </p:txEl>
                                          </p:spTgt>
                                        </p:tgtEl>
                                        <p:attrNameLst>
                                          <p:attrName>style.visibility</p:attrName>
                                        </p:attrNameLst>
                                      </p:cBhvr>
                                      <p:to>
                                        <p:strVal val="visible"/>
                                      </p:to>
                                    </p:set>
                                    <p:animEffect transition="in" filter="wipe(up)">
                                      <p:cBhvr>
                                        <p:cTn id="7" dur="500"/>
                                        <p:tgtEl>
                                          <p:spTgt spid="533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33507">
                                            <p:txEl>
                                              <p:pRg st="1" end="1"/>
                                            </p:txEl>
                                          </p:spTgt>
                                        </p:tgtEl>
                                        <p:attrNameLst>
                                          <p:attrName>style.visibility</p:attrName>
                                        </p:attrNameLst>
                                      </p:cBhvr>
                                      <p:to>
                                        <p:strVal val="visible"/>
                                      </p:to>
                                    </p:set>
                                    <p:animEffect transition="in" filter="wipe(up)">
                                      <p:cBhvr>
                                        <p:cTn id="12" dur="500"/>
                                        <p:tgtEl>
                                          <p:spTgt spid="533507">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533507">
                                            <p:txEl>
                                              <p:pRg st="2" end="2"/>
                                            </p:txEl>
                                          </p:spTgt>
                                        </p:tgtEl>
                                        <p:attrNameLst>
                                          <p:attrName>style.visibility</p:attrName>
                                        </p:attrNameLst>
                                      </p:cBhvr>
                                      <p:to>
                                        <p:strVal val="visible"/>
                                      </p:to>
                                    </p:set>
                                    <p:animEffect transition="in" filter="wipe(up)">
                                      <p:cBhvr>
                                        <p:cTn id="15" dur="500"/>
                                        <p:tgtEl>
                                          <p:spTgt spid="533507">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533507">
                                            <p:txEl>
                                              <p:pRg st="3" end="3"/>
                                            </p:txEl>
                                          </p:spTgt>
                                        </p:tgtEl>
                                        <p:attrNameLst>
                                          <p:attrName>style.visibility</p:attrName>
                                        </p:attrNameLst>
                                      </p:cBhvr>
                                      <p:to>
                                        <p:strVal val="visible"/>
                                      </p:to>
                                    </p:set>
                                    <p:animEffect transition="in" filter="wipe(up)">
                                      <p:cBhvr>
                                        <p:cTn id="18" dur="500"/>
                                        <p:tgtEl>
                                          <p:spTgt spid="533507">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533507">
                                            <p:txEl>
                                              <p:pRg st="4" end="4"/>
                                            </p:txEl>
                                          </p:spTgt>
                                        </p:tgtEl>
                                        <p:attrNameLst>
                                          <p:attrName>style.visibility</p:attrName>
                                        </p:attrNameLst>
                                      </p:cBhvr>
                                      <p:to>
                                        <p:strVal val="visible"/>
                                      </p:to>
                                    </p:set>
                                    <p:animEffect transition="in" filter="wipe(up)">
                                      <p:cBhvr>
                                        <p:cTn id="21" dur="500"/>
                                        <p:tgtEl>
                                          <p:spTgt spid="53350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33507">
                                            <p:txEl>
                                              <p:pRg st="5" end="5"/>
                                            </p:txEl>
                                          </p:spTgt>
                                        </p:tgtEl>
                                        <p:attrNameLst>
                                          <p:attrName>style.visibility</p:attrName>
                                        </p:attrNameLst>
                                      </p:cBhvr>
                                      <p:to>
                                        <p:strVal val="visible"/>
                                      </p:to>
                                    </p:set>
                                    <p:animEffect transition="in" filter="wipe(up)">
                                      <p:cBhvr>
                                        <p:cTn id="26" dur="500"/>
                                        <p:tgtEl>
                                          <p:spTgt spid="53350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up)">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7" grpId="0" autoUpdateAnimBg="0" uiExpand="1" build="p"/>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dirty="0">
                <a:latin typeface="华文中宋" panose="02010600040101010101" pitchFamily="2" charset="-122"/>
                <a:ea typeface="仿宋_GB2312" pitchFamily="49" charset="-122"/>
              </a:rPr>
              <a:t>语音识别算法</a:t>
            </a:r>
            <a:endParaRPr lang="zh-CN" altLang="en-US" dirty="0" smtClean="0">
              <a:latin typeface="华文中宋" panose="02010600040101010101" pitchFamily="2" charset="-122"/>
              <a:ea typeface="仿宋_GB2312" pitchFamily="49" charset="-122"/>
            </a:endParaRPr>
          </a:p>
        </p:txBody>
      </p:sp>
      <p:grpSp>
        <p:nvGrpSpPr>
          <p:cNvPr id="260" name="组合 259"/>
          <p:cNvGrpSpPr/>
          <p:nvPr/>
        </p:nvGrpSpPr>
        <p:grpSpPr>
          <a:xfrm>
            <a:off x="891798" y="1971463"/>
            <a:ext cx="7352610" cy="4553881"/>
            <a:chOff x="891798" y="1971463"/>
            <a:chExt cx="7352610" cy="4553881"/>
          </a:xfrm>
        </p:grpSpPr>
        <p:sp>
          <p:nvSpPr>
            <p:cNvPr id="5" name="矩形 4"/>
            <p:cNvSpPr/>
            <p:nvPr/>
          </p:nvSpPr>
          <p:spPr bwMode="auto">
            <a:xfrm>
              <a:off x="1691680" y="1971463"/>
              <a:ext cx="6552728" cy="4032448"/>
            </a:xfrm>
            <a:prstGeom prst="rect">
              <a:avLst/>
            </a:prstGeom>
            <a:noFill/>
            <a:ln w="2540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 name="椭圆 5"/>
            <p:cNvSpPr/>
            <p:nvPr/>
          </p:nvSpPr>
          <p:spPr bwMode="auto">
            <a:xfrm>
              <a:off x="1907704"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0" name="椭圆 59"/>
            <p:cNvSpPr/>
            <p:nvPr/>
          </p:nvSpPr>
          <p:spPr bwMode="auto">
            <a:xfrm>
              <a:off x="1907704"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1" name="椭圆 60"/>
            <p:cNvSpPr/>
            <p:nvPr/>
          </p:nvSpPr>
          <p:spPr bwMode="auto">
            <a:xfrm>
              <a:off x="1907704"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2" name="椭圆 61"/>
            <p:cNvSpPr/>
            <p:nvPr/>
          </p:nvSpPr>
          <p:spPr bwMode="auto">
            <a:xfrm>
              <a:off x="1907704"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3" name="椭圆 62"/>
            <p:cNvSpPr/>
            <p:nvPr/>
          </p:nvSpPr>
          <p:spPr bwMode="auto">
            <a:xfrm>
              <a:off x="1907704"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4" name="椭圆 63"/>
            <p:cNvSpPr/>
            <p:nvPr/>
          </p:nvSpPr>
          <p:spPr bwMode="auto">
            <a:xfrm>
              <a:off x="1907704"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5" name="椭圆 64"/>
            <p:cNvSpPr/>
            <p:nvPr/>
          </p:nvSpPr>
          <p:spPr bwMode="auto">
            <a:xfrm>
              <a:off x="1907704"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6" name="椭圆 65"/>
            <p:cNvSpPr/>
            <p:nvPr/>
          </p:nvSpPr>
          <p:spPr bwMode="auto">
            <a:xfrm>
              <a:off x="1907704"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7" name="椭圆 66"/>
            <p:cNvSpPr/>
            <p:nvPr/>
          </p:nvSpPr>
          <p:spPr bwMode="auto">
            <a:xfrm>
              <a:off x="1907704"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8" name="椭圆 67"/>
            <p:cNvSpPr/>
            <p:nvPr/>
          </p:nvSpPr>
          <p:spPr bwMode="auto">
            <a:xfrm>
              <a:off x="1907704"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69" name="椭圆 68"/>
            <p:cNvSpPr/>
            <p:nvPr/>
          </p:nvSpPr>
          <p:spPr bwMode="auto">
            <a:xfrm>
              <a:off x="1907704"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 name="矩形 6"/>
            <p:cNvSpPr/>
            <p:nvPr/>
          </p:nvSpPr>
          <p:spPr bwMode="auto">
            <a:xfrm>
              <a:off x="1925232"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1" name="矩形 70"/>
            <p:cNvSpPr/>
            <p:nvPr/>
          </p:nvSpPr>
          <p:spPr bwMode="auto">
            <a:xfrm>
              <a:off x="1925232"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2" name="矩形 71"/>
            <p:cNvSpPr/>
            <p:nvPr/>
          </p:nvSpPr>
          <p:spPr bwMode="auto">
            <a:xfrm>
              <a:off x="1925232"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3" name="椭圆 72"/>
            <p:cNvSpPr/>
            <p:nvPr/>
          </p:nvSpPr>
          <p:spPr bwMode="auto">
            <a:xfrm>
              <a:off x="2267744"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4" name="椭圆 73"/>
            <p:cNvSpPr/>
            <p:nvPr/>
          </p:nvSpPr>
          <p:spPr bwMode="auto">
            <a:xfrm>
              <a:off x="2267744"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5" name="椭圆 74"/>
            <p:cNvSpPr/>
            <p:nvPr/>
          </p:nvSpPr>
          <p:spPr bwMode="auto">
            <a:xfrm>
              <a:off x="2267744"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6" name="椭圆 75"/>
            <p:cNvSpPr/>
            <p:nvPr/>
          </p:nvSpPr>
          <p:spPr bwMode="auto">
            <a:xfrm>
              <a:off x="2267744"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7" name="椭圆 76"/>
            <p:cNvSpPr/>
            <p:nvPr/>
          </p:nvSpPr>
          <p:spPr bwMode="auto">
            <a:xfrm>
              <a:off x="2267744"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8" name="椭圆 77"/>
            <p:cNvSpPr/>
            <p:nvPr/>
          </p:nvSpPr>
          <p:spPr bwMode="auto">
            <a:xfrm>
              <a:off x="2267744"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9" name="椭圆 78"/>
            <p:cNvSpPr/>
            <p:nvPr/>
          </p:nvSpPr>
          <p:spPr bwMode="auto">
            <a:xfrm>
              <a:off x="2267744"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0" name="椭圆 79"/>
            <p:cNvSpPr/>
            <p:nvPr/>
          </p:nvSpPr>
          <p:spPr bwMode="auto">
            <a:xfrm>
              <a:off x="2267744"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1" name="椭圆 80"/>
            <p:cNvSpPr/>
            <p:nvPr/>
          </p:nvSpPr>
          <p:spPr bwMode="auto">
            <a:xfrm>
              <a:off x="2267744"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2" name="椭圆 81"/>
            <p:cNvSpPr/>
            <p:nvPr/>
          </p:nvSpPr>
          <p:spPr bwMode="auto">
            <a:xfrm>
              <a:off x="2267744"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3" name="椭圆 82"/>
            <p:cNvSpPr/>
            <p:nvPr/>
          </p:nvSpPr>
          <p:spPr bwMode="auto">
            <a:xfrm>
              <a:off x="2267744"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4" name="矩形 83"/>
            <p:cNvSpPr/>
            <p:nvPr/>
          </p:nvSpPr>
          <p:spPr bwMode="auto">
            <a:xfrm>
              <a:off x="2285272"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5" name="矩形 84"/>
            <p:cNvSpPr/>
            <p:nvPr/>
          </p:nvSpPr>
          <p:spPr bwMode="auto">
            <a:xfrm>
              <a:off x="2285272"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6" name="矩形 85"/>
            <p:cNvSpPr/>
            <p:nvPr/>
          </p:nvSpPr>
          <p:spPr bwMode="auto">
            <a:xfrm>
              <a:off x="2285272"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7" name="椭圆 86"/>
            <p:cNvSpPr/>
            <p:nvPr/>
          </p:nvSpPr>
          <p:spPr bwMode="auto">
            <a:xfrm>
              <a:off x="2627784"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8" name="椭圆 87"/>
            <p:cNvSpPr/>
            <p:nvPr/>
          </p:nvSpPr>
          <p:spPr bwMode="auto">
            <a:xfrm>
              <a:off x="2627784"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89" name="椭圆 88"/>
            <p:cNvSpPr/>
            <p:nvPr/>
          </p:nvSpPr>
          <p:spPr bwMode="auto">
            <a:xfrm>
              <a:off x="2627784"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0" name="椭圆 89"/>
            <p:cNvSpPr/>
            <p:nvPr/>
          </p:nvSpPr>
          <p:spPr bwMode="auto">
            <a:xfrm>
              <a:off x="2627784"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1" name="椭圆 90"/>
            <p:cNvSpPr/>
            <p:nvPr/>
          </p:nvSpPr>
          <p:spPr bwMode="auto">
            <a:xfrm>
              <a:off x="2627784"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2" name="椭圆 91"/>
            <p:cNvSpPr/>
            <p:nvPr/>
          </p:nvSpPr>
          <p:spPr bwMode="auto">
            <a:xfrm>
              <a:off x="2627784"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3" name="椭圆 92"/>
            <p:cNvSpPr/>
            <p:nvPr/>
          </p:nvSpPr>
          <p:spPr bwMode="auto">
            <a:xfrm>
              <a:off x="2627784"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4" name="椭圆 93"/>
            <p:cNvSpPr/>
            <p:nvPr/>
          </p:nvSpPr>
          <p:spPr bwMode="auto">
            <a:xfrm>
              <a:off x="2627784"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5" name="椭圆 94"/>
            <p:cNvSpPr/>
            <p:nvPr/>
          </p:nvSpPr>
          <p:spPr bwMode="auto">
            <a:xfrm>
              <a:off x="2627784"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6" name="椭圆 95"/>
            <p:cNvSpPr/>
            <p:nvPr/>
          </p:nvSpPr>
          <p:spPr bwMode="auto">
            <a:xfrm>
              <a:off x="2627784"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7" name="椭圆 96"/>
            <p:cNvSpPr/>
            <p:nvPr/>
          </p:nvSpPr>
          <p:spPr bwMode="auto">
            <a:xfrm>
              <a:off x="2627784"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8" name="矩形 97"/>
            <p:cNvSpPr/>
            <p:nvPr/>
          </p:nvSpPr>
          <p:spPr bwMode="auto">
            <a:xfrm>
              <a:off x="2645312"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9" name="矩形 98"/>
            <p:cNvSpPr/>
            <p:nvPr/>
          </p:nvSpPr>
          <p:spPr bwMode="auto">
            <a:xfrm>
              <a:off x="2645312"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0" name="矩形 99"/>
            <p:cNvSpPr/>
            <p:nvPr/>
          </p:nvSpPr>
          <p:spPr bwMode="auto">
            <a:xfrm>
              <a:off x="2645312"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1" name="椭圆 100"/>
            <p:cNvSpPr/>
            <p:nvPr/>
          </p:nvSpPr>
          <p:spPr bwMode="auto">
            <a:xfrm>
              <a:off x="2987824"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2" name="椭圆 101"/>
            <p:cNvSpPr/>
            <p:nvPr/>
          </p:nvSpPr>
          <p:spPr bwMode="auto">
            <a:xfrm>
              <a:off x="2987824"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3" name="椭圆 102"/>
            <p:cNvSpPr/>
            <p:nvPr/>
          </p:nvSpPr>
          <p:spPr bwMode="auto">
            <a:xfrm>
              <a:off x="2987824"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4" name="椭圆 103"/>
            <p:cNvSpPr/>
            <p:nvPr/>
          </p:nvSpPr>
          <p:spPr bwMode="auto">
            <a:xfrm>
              <a:off x="2987824"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5" name="椭圆 104"/>
            <p:cNvSpPr/>
            <p:nvPr/>
          </p:nvSpPr>
          <p:spPr bwMode="auto">
            <a:xfrm>
              <a:off x="2987824"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6" name="椭圆 105"/>
            <p:cNvSpPr/>
            <p:nvPr/>
          </p:nvSpPr>
          <p:spPr bwMode="auto">
            <a:xfrm>
              <a:off x="2987824"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7" name="椭圆 106"/>
            <p:cNvSpPr/>
            <p:nvPr/>
          </p:nvSpPr>
          <p:spPr bwMode="auto">
            <a:xfrm>
              <a:off x="2987824"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8" name="椭圆 107"/>
            <p:cNvSpPr/>
            <p:nvPr/>
          </p:nvSpPr>
          <p:spPr bwMode="auto">
            <a:xfrm>
              <a:off x="2987824"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09" name="椭圆 108"/>
            <p:cNvSpPr/>
            <p:nvPr/>
          </p:nvSpPr>
          <p:spPr bwMode="auto">
            <a:xfrm>
              <a:off x="2987824"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0" name="椭圆 109"/>
            <p:cNvSpPr/>
            <p:nvPr/>
          </p:nvSpPr>
          <p:spPr bwMode="auto">
            <a:xfrm>
              <a:off x="2987824"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1" name="椭圆 110"/>
            <p:cNvSpPr/>
            <p:nvPr/>
          </p:nvSpPr>
          <p:spPr bwMode="auto">
            <a:xfrm>
              <a:off x="2987824"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2" name="矩形 111"/>
            <p:cNvSpPr/>
            <p:nvPr/>
          </p:nvSpPr>
          <p:spPr bwMode="auto">
            <a:xfrm>
              <a:off x="3005352"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3" name="矩形 112"/>
            <p:cNvSpPr/>
            <p:nvPr/>
          </p:nvSpPr>
          <p:spPr bwMode="auto">
            <a:xfrm>
              <a:off x="3005352"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4" name="矩形 113"/>
            <p:cNvSpPr/>
            <p:nvPr/>
          </p:nvSpPr>
          <p:spPr bwMode="auto">
            <a:xfrm>
              <a:off x="3005352"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5" name="椭圆 114"/>
            <p:cNvSpPr/>
            <p:nvPr/>
          </p:nvSpPr>
          <p:spPr bwMode="auto">
            <a:xfrm>
              <a:off x="7884368"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6" name="椭圆 115"/>
            <p:cNvSpPr/>
            <p:nvPr/>
          </p:nvSpPr>
          <p:spPr bwMode="auto">
            <a:xfrm>
              <a:off x="7884368"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7" name="椭圆 116"/>
            <p:cNvSpPr/>
            <p:nvPr/>
          </p:nvSpPr>
          <p:spPr bwMode="auto">
            <a:xfrm>
              <a:off x="7884368"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8" name="椭圆 117"/>
            <p:cNvSpPr/>
            <p:nvPr/>
          </p:nvSpPr>
          <p:spPr bwMode="auto">
            <a:xfrm>
              <a:off x="7884368"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9" name="椭圆 118"/>
            <p:cNvSpPr/>
            <p:nvPr/>
          </p:nvSpPr>
          <p:spPr bwMode="auto">
            <a:xfrm>
              <a:off x="7884368"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0" name="椭圆 119"/>
            <p:cNvSpPr/>
            <p:nvPr/>
          </p:nvSpPr>
          <p:spPr bwMode="auto">
            <a:xfrm>
              <a:off x="7884368"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1" name="椭圆 120"/>
            <p:cNvSpPr/>
            <p:nvPr/>
          </p:nvSpPr>
          <p:spPr bwMode="auto">
            <a:xfrm>
              <a:off x="7884368"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2" name="椭圆 121"/>
            <p:cNvSpPr/>
            <p:nvPr/>
          </p:nvSpPr>
          <p:spPr bwMode="auto">
            <a:xfrm>
              <a:off x="7884368"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3" name="椭圆 122"/>
            <p:cNvSpPr/>
            <p:nvPr/>
          </p:nvSpPr>
          <p:spPr bwMode="auto">
            <a:xfrm>
              <a:off x="7884368"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4" name="椭圆 123"/>
            <p:cNvSpPr/>
            <p:nvPr/>
          </p:nvSpPr>
          <p:spPr bwMode="auto">
            <a:xfrm>
              <a:off x="7884368"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5" name="椭圆 124"/>
            <p:cNvSpPr/>
            <p:nvPr/>
          </p:nvSpPr>
          <p:spPr bwMode="auto">
            <a:xfrm>
              <a:off x="7884368"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6" name="矩形 125"/>
            <p:cNvSpPr/>
            <p:nvPr/>
          </p:nvSpPr>
          <p:spPr bwMode="auto">
            <a:xfrm>
              <a:off x="7901896"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7" name="矩形 126"/>
            <p:cNvSpPr/>
            <p:nvPr/>
          </p:nvSpPr>
          <p:spPr bwMode="auto">
            <a:xfrm>
              <a:off x="7901896"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8" name="矩形 127"/>
            <p:cNvSpPr/>
            <p:nvPr/>
          </p:nvSpPr>
          <p:spPr bwMode="auto">
            <a:xfrm>
              <a:off x="7901896"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9" name="椭圆 128"/>
            <p:cNvSpPr/>
            <p:nvPr/>
          </p:nvSpPr>
          <p:spPr bwMode="auto">
            <a:xfrm>
              <a:off x="7524328"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0" name="椭圆 129"/>
            <p:cNvSpPr/>
            <p:nvPr/>
          </p:nvSpPr>
          <p:spPr bwMode="auto">
            <a:xfrm>
              <a:off x="7524328"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1" name="椭圆 130"/>
            <p:cNvSpPr/>
            <p:nvPr/>
          </p:nvSpPr>
          <p:spPr bwMode="auto">
            <a:xfrm>
              <a:off x="7524328"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2" name="椭圆 131"/>
            <p:cNvSpPr/>
            <p:nvPr/>
          </p:nvSpPr>
          <p:spPr bwMode="auto">
            <a:xfrm>
              <a:off x="7524328"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3" name="椭圆 132"/>
            <p:cNvSpPr/>
            <p:nvPr/>
          </p:nvSpPr>
          <p:spPr bwMode="auto">
            <a:xfrm>
              <a:off x="7524328"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4" name="椭圆 133"/>
            <p:cNvSpPr/>
            <p:nvPr/>
          </p:nvSpPr>
          <p:spPr bwMode="auto">
            <a:xfrm>
              <a:off x="7524328"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5" name="椭圆 134"/>
            <p:cNvSpPr/>
            <p:nvPr/>
          </p:nvSpPr>
          <p:spPr bwMode="auto">
            <a:xfrm>
              <a:off x="7524328"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6" name="椭圆 135"/>
            <p:cNvSpPr/>
            <p:nvPr/>
          </p:nvSpPr>
          <p:spPr bwMode="auto">
            <a:xfrm>
              <a:off x="7524328"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7" name="椭圆 136"/>
            <p:cNvSpPr/>
            <p:nvPr/>
          </p:nvSpPr>
          <p:spPr bwMode="auto">
            <a:xfrm>
              <a:off x="7524328"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8" name="椭圆 137"/>
            <p:cNvSpPr/>
            <p:nvPr/>
          </p:nvSpPr>
          <p:spPr bwMode="auto">
            <a:xfrm>
              <a:off x="7524328"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9" name="椭圆 138"/>
            <p:cNvSpPr/>
            <p:nvPr/>
          </p:nvSpPr>
          <p:spPr bwMode="auto">
            <a:xfrm>
              <a:off x="7524328"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0" name="矩形 139"/>
            <p:cNvSpPr/>
            <p:nvPr/>
          </p:nvSpPr>
          <p:spPr bwMode="auto">
            <a:xfrm>
              <a:off x="7541856"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1" name="矩形 140"/>
            <p:cNvSpPr/>
            <p:nvPr/>
          </p:nvSpPr>
          <p:spPr bwMode="auto">
            <a:xfrm>
              <a:off x="7541856"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2" name="矩形 141"/>
            <p:cNvSpPr/>
            <p:nvPr/>
          </p:nvSpPr>
          <p:spPr bwMode="auto">
            <a:xfrm>
              <a:off x="7541856"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3" name="椭圆 142"/>
            <p:cNvSpPr/>
            <p:nvPr/>
          </p:nvSpPr>
          <p:spPr bwMode="auto">
            <a:xfrm>
              <a:off x="7164288"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4" name="椭圆 143"/>
            <p:cNvSpPr/>
            <p:nvPr/>
          </p:nvSpPr>
          <p:spPr bwMode="auto">
            <a:xfrm>
              <a:off x="7164288"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5" name="椭圆 144"/>
            <p:cNvSpPr/>
            <p:nvPr/>
          </p:nvSpPr>
          <p:spPr bwMode="auto">
            <a:xfrm>
              <a:off x="7164288"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6" name="椭圆 145"/>
            <p:cNvSpPr/>
            <p:nvPr/>
          </p:nvSpPr>
          <p:spPr bwMode="auto">
            <a:xfrm>
              <a:off x="7164288"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7" name="椭圆 146"/>
            <p:cNvSpPr/>
            <p:nvPr/>
          </p:nvSpPr>
          <p:spPr bwMode="auto">
            <a:xfrm>
              <a:off x="7164288"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8" name="椭圆 147"/>
            <p:cNvSpPr/>
            <p:nvPr/>
          </p:nvSpPr>
          <p:spPr bwMode="auto">
            <a:xfrm>
              <a:off x="7164288"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9" name="椭圆 148"/>
            <p:cNvSpPr/>
            <p:nvPr/>
          </p:nvSpPr>
          <p:spPr bwMode="auto">
            <a:xfrm>
              <a:off x="7164288"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0" name="椭圆 149"/>
            <p:cNvSpPr/>
            <p:nvPr/>
          </p:nvSpPr>
          <p:spPr bwMode="auto">
            <a:xfrm>
              <a:off x="7164288"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1" name="椭圆 150"/>
            <p:cNvSpPr/>
            <p:nvPr/>
          </p:nvSpPr>
          <p:spPr bwMode="auto">
            <a:xfrm>
              <a:off x="7164288"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2" name="椭圆 151"/>
            <p:cNvSpPr/>
            <p:nvPr/>
          </p:nvSpPr>
          <p:spPr bwMode="auto">
            <a:xfrm>
              <a:off x="7164288"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3" name="椭圆 152"/>
            <p:cNvSpPr/>
            <p:nvPr/>
          </p:nvSpPr>
          <p:spPr bwMode="auto">
            <a:xfrm>
              <a:off x="7164288"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4" name="矩形 153"/>
            <p:cNvSpPr/>
            <p:nvPr/>
          </p:nvSpPr>
          <p:spPr bwMode="auto">
            <a:xfrm>
              <a:off x="7181816"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5" name="矩形 154"/>
            <p:cNvSpPr/>
            <p:nvPr/>
          </p:nvSpPr>
          <p:spPr bwMode="auto">
            <a:xfrm>
              <a:off x="7181816"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6" name="矩形 155"/>
            <p:cNvSpPr/>
            <p:nvPr/>
          </p:nvSpPr>
          <p:spPr bwMode="auto">
            <a:xfrm>
              <a:off x="7181816"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7" name="椭圆 156"/>
            <p:cNvSpPr/>
            <p:nvPr/>
          </p:nvSpPr>
          <p:spPr bwMode="auto">
            <a:xfrm>
              <a:off x="3347864"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8" name="椭圆 157"/>
            <p:cNvSpPr/>
            <p:nvPr/>
          </p:nvSpPr>
          <p:spPr bwMode="auto">
            <a:xfrm>
              <a:off x="3347864"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59" name="椭圆 158"/>
            <p:cNvSpPr/>
            <p:nvPr/>
          </p:nvSpPr>
          <p:spPr bwMode="auto">
            <a:xfrm>
              <a:off x="3347864"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0" name="椭圆 159"/>
            <p:cNvSpPr/>
            <p:nvPr/>
          </p:nvSpPr>
          <p:spPr bwMode="auto">
            <a:xfrm>
              <a:off x="3347864"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1" name="椭圆 160"/>
            <p:cNvSpPr/>
            <p:nvPr/>
          </p:nvSpPr>
          <p:spPr bwMode="auto">
            <a:xfrm>
              <a:off x="3347864"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2" name="椭圆 161"/>
            <p:cNvSpPr/>
            <p:nvPr/>
          </p:nvSpPr>
          <p:spPr bwMode="auto">
            <a:xfrm>
              <a:off x="3347864"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3" name="椭圆 162"/>
            <p:cNvSpPr/>
            <p:nvPr/>
          </p:nvSpPr>
          <p:spPr bwMode="auto">
            <a:xfrm>
              <a:off x="3347864"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4" name="椭圆 163"/>
            <p:cNvSpPr/>
            <p:nvPr/>
          </p:nvSpPr>
          <p:spPr bwMode="auto">
            <a:xfrm>
              <a:off x="3347864"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5" name="椭圆 164"/>
            <p:cNvSpPr/>
            <p:nvPr/>
          </p:nvSpPr>
          <p:spPr bwMode="auto">
            <a:xfrm>
              <a:off x="3347864"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6" name="椭圆 165"/>
            <p:cNvSpPr/>
            <p:nvPr/>
          </p:nvSpPr>
          <p:spPr bwMode="auto">
            <a:xfrm>
              <a:off x="3347864"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7" name="椭圆 166"/>
            <p:cNvSpPr/>
            <p:nvPr/>
          </p:nvSpPr>
          <p:spPr bwMode="auto">
            <a:xfrm>
              <a:off x="3347864"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8" name="矩形 167"/>
            <p:cNvSpPr/>
            <p:nvPr/>
          </p:nvSpPr>
          <p:spPr bwMode="auto">
            <a:xfrm>
              <a:off x="3365392"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69" name="矩形 168"/>
            <p:cNvSpPr/>
            <p:nvPr/>
          </p:nvSpPr>
          <p:spPr bwMode="auto">
            <a:xfrm>
              <a:off x="3365392"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0" name="矩形 169"/>
            <p:cNvSpPr/>
            <p:nvPr/>
          </p:nvSpPr>
          <p:spPr bwMode="auto">
            <a:xfrm>
              <a:off x="3365392"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1" name="椭圆 170"/>
            <p:cNvSpPr/>
            <p:nvPr/>
          </p:nvSpPr>
          <p:spPr bwMode="auto">
            <a:xfrm>
              <a:off x="3707904"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2" name="椭圆 171"/>
            <p:cNvSpPr/>
            <p:nvPr/>
          </p:nvSpPr>
          <p:spPr bwMode="auto">
            <a:xfrm>
              <a:off x="3707904"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3" name="椭圆 172"/>
            <p:cNvSpPr/>
            <p:nvPr/>
          </p:nvSpPr>
          <p:spPr bwMode="auto">
            <a:xfrm>
              <a:off x="3707904"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4" name="椭圆 173"/>
            <p:cNvSpPr/>
            <p:nvPr/>
          </p:nvSpPr>
          <p:spPr bwMode="auto">
            <a:xfrm>
              <a:off x="3707904"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5" name="椭圆 174"/>
            <p:cNvSpPr/>
            <p:nvPr/>
          </p:nvSpPr>
          <p:spPr bwMode="auto">
            <a:xfrm>
              <a:off x="3707904"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6" name="椭圆 175"/>
            <p:cNvSpPr/>
            <p:nvPr/>
          </p:nvSpPr>
          <p:spPr bwMode="auto">
            <a:xfrm>
              <a:off x="3707904"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7" name="椭圆 176"/>
            <p:cNvSpPr/>
            <p:nvPr/>
          </p:nvSpPr>
          <p:spPr bwMode="auto">
            <a:xfrm>
              <a:off x="3707904"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8" name="椭圆 177"/>
            <p:cNvSpPr/>
            <p:nvPr/>
          </p:nvSpPr>
          <p:spPr bwMode="auto">
            <a:xfrm>
              <a:off x="3707904"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79" name="椭圆 178"/>
            <p:cNvSpPr/>
            <p:nvPr/>
          </p:nvSpPr>
          <p:spPr bwMode="auto">
            <a:xfrm>
              <a:off x="3707904"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0" name="椭圆 179"/>
            <p:cNvSpPr/>
            <p:nvPr/>
          </p:nvSpPr>
          <p:spPr bwMode="auto">
            <a:xfrm>
              <a:off x="3707904"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1" name="椭圆 180"/>
            <p:cNvSpPr/>
            <p:nvPr/>
          </p:nvSpPr>
          <p:spPr bwMode="auto">
            <a:xfrm>
              <a:off x="3707904"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2" name="矩形 181"/>
            <p:cNvSpPr/>
            <p:nvPr/>
          </p:nvSpPr>
          <p:spPr bwMode="auto">
            <a:xfrm>
              <a:off x="3725432"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3" name="矩形 182"/>
            <p:cNvSpPr/>
            <p:nvPr/>
          </p:nvSpPr>
          <p:spPr bwMode="auto">
            <a:xfrm>
              <a:off x="3725432"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4" name="矩形 183"/>
            <p:cNvSpPr/>
            <p:nvPr/>
          </p:nvSpPr>
          <p:spPr bwMode="auto">
            <a:xfrm>
              <a:off x="3725432"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5" name="椭圆 184"/>
            <p:cNvSpPr/>
            <p:nvPr/>
          </p:nvSpPr>
          <p:spPr bwMode="auto">
            <a:xfrm>
              <a:off x="4067944"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6" name="椭圆 185"/>
            <p:cNvSpPr/>
            <p:nvPr/>
          </p:nvSpPr>
          <p:spPr bwMode="auto">
            <a:xfrm>
              <a:off x="4067944"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7" name="椭圆 186"/>
            <p:cNvSpPr/>
            <p:nvPr/>
          </p:nvSpPr>
          <p:spPr bwMode="auto">
            <a:xfrm>
              <a:off x="4067944"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8" name="椭圆 187"/>
            <p:cNvSpPr/>
            <p:nvPr/>
          </p:nvSpPr>
          <p:spPr bwMode="auto">
            <a:xfrm>
              <a:off x="4067944"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89" name="椭圆 188"/>
            <p:cNvSpPr/>
            <p:nvPr/>
          </p:nvSpPr>
          <p:spPr bwMode="auto">
            <a:xfrm>
              <a:off x="4067944"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0" name="椭圆 189"/>
            <p:cNvSpPr/>
            <p:nvPr/>
          </p:nvSpPr>
          <p:spPr bwMode="auto">
            <a:xfrm>
              <a:off x="4067944"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1" name="椭圆 190"/>
            <p:cNvSpPr/>
            <p:nvPr/>
          </p:nvSpPr>
          <p:spPr bwMode="auto">
            <a:xfrm>
              <a:off x="4067944"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2" name="椭圆 191"/>
            <p:cNvSpPr/>
            <p:nvPr/>
          </p:nvSpPr>
          <p:spPr bwMode="auto">
            <a:xfrm>
              <a:off x="4067944"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3" name="椭圆 192"/>
            <p:cNvSpPr/>
            <p:nvPr/>
          </p:nvSpPr>
          <p:spPr bwMode="auto">
            <a:xfrm>
              <a:off x="4067944"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4" name="椭圆 193"/>
            <p:cNvSpPr/>
            <p:nvPr/>
          </p:nvSpPr>
          <p:spPr bwMode="auto">
            <a:xfrm>
              <a:off x="4067944"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5" name="椭圆 194"/>
            <p:cNvSpPr/>
            <p:nvPr/>
          </p:nvSpPr>
          <p:spPr bwMode="auto">
            <a:xfrm>
              <a:off x="4067944"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6" name="矩形 195"/>
            <p:cNvSpPr/>
            <p:nvPr/>
          </p:nvSpPr>
          <p:spPr bwMode="auto">
            <a:xfrm>
              <a:off x="4085472"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7" name="矩形 196"/>
            <p:cNvSpPr/>
            <p:nvPr/>
          </p:nvSpPr>
          <p:spPr bwMode="auto">
            <a:xfrm>
              <a:off x="4085472"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8" name="矩形 197"/>
            <p:cNvSpPr/>
            <p:nvPr/>
          </p:nvSpPr>
          <p:spPr bwMode="auto">
            <a:xfrm>
              <a:off x="4085472"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99" name="椭圆 198"/>
            <p:cNvSpPr/>
            <p:nvPr/>
          </p:nvSpPr>
          <p:spPr bwMode="auto">
            <a:xfrm>
              <a:off x="4427984" y="21874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0" name="椭圆 199"/>
            <p:cNvSpPr/>
            <p:nvPr/>
          </p:nvSpPr>
          <p:spPr bwMode="auto">
            <a:xfrm>
              <a:off x="4427984" y="2339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1" name="椭圆 200"/>
            <p:cNvSpPr/>
            <p:nvPr/>
          </p:nvSpPr>
          <p:spPr bwMode="auto">
            <a:xfrm>
              <a:off x="4427984" y="24922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2" name="椭圆 201"/>
            <p:cNvSpPr/>
            <p:nvPr/>
          </p:nvSpPr>
          <p:spPr bwMode="auto">
            <a:xfrm>
              <a:off x="4427984" y="26446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3" name="椭圆 202"/>
            <p:cNvSpPr/>
            <p:nvPr/>
          </p:nvSpPr>
          <p:spPr bwMode="auto">
            <a:xfrm>
              <a:off x="4427984" y="53390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4" name="椭圆 203"/>
            <p:cNvSpPr/>
            <p:nvPr/>
          </p:nvSpPr>
          <p:spPr bwMode="auto">
            <a:xfrm>
              <a:off x="4427984" y="54914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5" name="椭圆 204"/>
            <p:cNvSpPr/>
            <p:nvPr/>
          </p:nvSpPr>
          <p:spPr bwMode="auto">
            <a:xfrm>
              <a:off x="4427984" y="5643871"/>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6" name="椭圆 205"/>
            <p:cNvSpPr/>
            <p:nvPr/>
          </p:nvSpPr>
          <p:spPr bwMode="auto">
            <a:xfrm>
              <a:off x="4427984" y="5787887"/>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7" name="椭圆 206"/>
            <p:cNvSpPr/>
            <p:nvPr/>
          </p:nvSpPr>
          <p:spPr bwMode="auto">
            <a:xfrm>
              <a:off x="4427984" y="48517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8" name="椭圆 207"/>
            <p:cNvSpPr/>
            <p:nvPr/>
          </p:nvSpPr>
          <p:spPr bwMode="auto">
            <a:xfrm>
              <a:off x="4427984" y="50041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09" name="椭圆 208"/>
            <p:cNvSpPr/>
            <p:nvPr/>
          </p:nvSpPr>
          <p:spPr bwMode="auto">
            <a:xfrm>
              <a:off x="4427984" y="5156583"/>
              <a:ext cx="72008" cy="72008"/>
            </a:xfrm>
            <a:prstGeom prst="ellipse">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0" name="矩形 209"/>
            <p:cNvSpPr/>
            <p:nvPr/>
          </p:nvSpPr>
          <p:spPr bwMode="auto">
            <a:xfrm>
              <a:off x="4445512"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1" name="矩形 210"/>
            <p:cNvSpPr/>
            <p:nvPr/>
          </p:nvSpPr>
          <p:spPr bwMode="auto">
            <a:xfrm>
              <a:off x="4445512"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2" name="矩形 211"/>
            <p:cNvSpPr/>
            <p:nvPr/>
          </p:nvSpPr>
          <p:spPr bwMode="auto">
            <a:xfrm>
              <a:off x="4445512"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9" name="左中括号 8"/>
            <p:cNvSpPr/>
            <p:nvPr/>
          </p:nvSpPr>
          <p:spPr bwMode="auto">
            <a:xfrm>
              <a:off x="1491781" y="5496071"/>
              <a:ext cx="144016" cy="334931"/>
            </a:xfrm>
            <a:prstGeom prst="leftBracket">
              <a:avLst/>
            </a:prstGeom>
            <a:no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4" name="左中括号 213"/>
            <p:cNvSpPr/>
            <p:nvPr/>
          </p:nvSpPr>
          <p:spPr bwMode="auto">
            <a:xfrm>
              <a:off x="1475656" y="5020908"/>
              <a:ext cx="144016" cy="334931"/>
            </a:xfrm>
            <a:prstGeom prst="leftBracket">
              <a:avLst/>
            </a:prstGeom>
            <a:no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6" name="矩形 215"/>
            <p:cNvSpPr/>
            <p:nvPr/>
          </p:nvSpPr>
          <p:spPr bwMode="auto">
            <a:xfrm>
              <a:off x="5399144"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7" name="矩形 216"/>
            <p:cNvSpPr/>
            <p:nvPr/>
          </p:nvSpPr>
          <p:spPr bwMode="auto">
            <a:xfrm>
              <a:off x="5399144"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8" name="矩形 217"/>
            <p:cNvSpPr/>
            <p:nvPr/>
          </p:nvSpPr>
          <p:spPr bwMode="auto">
            <a:xfrm>
              <a:off x="5399144"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19" name="矩形 218"/>
            <p:cNvSpPr/>
            <p:nvPr/>
          </p:nvSpPr>
          <p:spPr bwMode="auto">
            <a:xfrm>
              <a:off x="5759184"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0" name="矩形 219"/>
            <p:cNvSpPr/>
            <p:nvPr/>
          </p:nvSpPr>
          <p:spPr bwMode="auto">
            <a:xfrm>
              <a:off x="5759184"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1" name="矩形 220"/>
            <p:cNvSpPr/>
            <p:nvPr/>
          </p:nvSpPr>
          <p:spPr bwMode="auto">
            <a:xfrm>
              <a:off x="5759184"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2" name="矩形 221"/>
            <p:cNvSpPr/>
            <p:nvPr/>
          </p:nvSpPr>
          <p:spPr bwMode="auto">
            <a:xfrm>
              <a:off x="6119224" y="3221888"/>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3" name="矩形 222"/>
            <p:cNvSpPr/>
            <p:nvPr/>
          </p:nvSpPr>
          <p:spPr bwMode="auto">
            <a:xfrm>
              <a:off x="6119224" y="3725944"/>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4" name="矩形 223"/>
            <p:cNvSpPr/>
            <p:nvPr/>
          </p:nvSpPr>
          <p:spPr bwMode="auto">
            <a:xfrm>
              <a:off x="6119224" y="4230000"/>
              <a:ext cx="36952" cy="45719"/>
            </a:xfrm>
            <a:prstGeom prst="rect">
              <a:avLst/>
            </a:prstGeom>
            <a:solidFill>
              <a:schemeClr val="tx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5" name="左中括号 224"/>
            <p:cNvSpPr/>
            <p:nvPr/>
          </p:nvSpPr>
          <p:spPr bwMode="auto">
            <a:xfrm>
              <a:off x="1475656" y="4516852"/>
              <a:ext cx="144016" cy="334931"/>
            </a:xfrm>
            <a:prstGeom prst="leftBracket">
              <a:avLst/>
            </a:prstGeom>
            <a:no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6" name="左中括号 225"/>
            <p:cNvSpPr/>
            <p:nvPr/>
          </p:nvSpPr>
          <p:spPr bwMode="auto">
            <a:xfrm>
              <a:off x="1475656" y="2691543"/>
              <a:ext cx="144016" cy="334931"/>
            </a:xfrm>
            <a:prstGeom prst="leftBracket">
              <a:avLst/>
            </a:prstGeom>
            <a:no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7" name="左中括号 226"/>
            <p:cNvSpPr/>
            <p:nvPr/>
          </p:nvSpPr>
          <p:spPr bwMode="auto">
            <a:xfrm>
              <a:off x="1475656" y="2187487"/>
              <a:ext cx="144016" cy="334931"/>
            </a:xfrm>
            <a:prstGeom prst="leftBracket">
              <a:avLst/>
            </a:prstGeom>
            <a:noFill/>
            <a:ln w="1905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8" name="文本框 227"/>
            <p:cNvSpPr txBox="1"/>
            <p:nvPr/>
          </p:nvSpPr>
          <p:spPr>
            <a:xfrm>
              <a:off x="1787255" y="6156012"/>
              <a:ext cx="312906" cy="369332"/>
            </a:xfrm>
            <a:prstGeom prst="rect">
              <a:avLst/>
            </a:prstGeom>
            <a:noFill/>
          </p:spPr>
          <p:txBody>
            <a:bodyPr wrap="none" rtlCol="0">
              <a:spAutoFit/>
            </a:bodyPr>
            <a:lstStyle/>
            <a:p>
              <a:r>
                <a:rPr lang="en-US" altLang="zh-CN" dirty="0" smtClean="0"/>
                <a:t>1</a:t>
              </a:r>
              <a:endParaRPr lang="zh-CN" altLang="en-US" dirty="0"/>
            </a:p>
          </p:txBody>
        </p:sp>
        <p:sp>
          <p:nvSpPr>
            <p:cNvPr id="230" name="文本框 229"/>
            <p:cNvSpPr txBox="1"/>
            <p:nvPr/>
          </p:nvSpPr>
          <p:spPr>
            <a:xfrm>
              <a:off x="2123728" y="6147927"/>
              <a:ext cx="312906" cy="369332"/>
            </a:xfrm>
            <a:prstGeom prst="rect">
              <a:avLst/>
            </a:prstGeom>
            <a:noFill/>
          </p:spPr>
          <p:txBody>
            <a:bodyPr wrap="none" rtlCol="0">
              <a:spAutoFit/>
            </a:bodyPr>
            <a:lstStyle/>
            <a:p>
              <a:r>
                <a:rPr lang="en-US" altLang="zh-CN" dirty="0" smtClean="0"/>
                <a:t>2</a:t>
              </a:r>
              <a:endParaRPr lang="zh-CN" altLang="en-US" dirty="0"/>
            </a:p>
          </p:txBody>
        </p:sp>
        <p:sp>
          <p:nvSpPr>
            <p:cNvPr id="231" name="文本框 230"/>
            <p:cNvSpPr txBox="1"/>
            <p:nvPr/>
          </p:nvSpPr>
          <p:spPr>
            <a:xfrm>
              <a:off x="2530902" y="6147927"/>
              <a:ext cx="312906" cy="369332"/>
            </a:xfrm>
            <a:prstGeom prst="rect">
              <a:avLst/>
            </a:prstGeom>
            <a:noFill/>
          </p:spPr>
          <p:txBody>
            <a:bodyPr wrap="none" rtlCol="0">
              <a:spAutoFit/>
            </a:bodyPr>
            <a:lstStyle/>
            <a:p>
              <a:r>
                <a:rPr lang="en-US" altLang="zh-CN" dirty="0" smtClean="0"/>
                <a:t>3</a:t>
              </a:r>
              <a:endParaRPr lang="zh-CN" altLang="en-US" dirty="0"/>
            </a:p>
          </p:txBody>
        </p:sp>
        <p:sp>
          <p:nvSpPr>
            <p:cNvPr id="232" name="文本框 231"/>
            <p:cNvSpPr txBox="1"/>
            <p:nvPr/>
          </p:nvSpPr>
          <p:spPr>
            <a:xfrm>
              <a:off x="2890942" y="6147927"/>
              <a:ext cx="312906" cy="369332"/>
            </a:xfrm>
            <a:prstGeom prst="rect">
              <a:avLst/>
            </a:prstGeom>
            <a:noFill/>
          </p:spPr>
          <p:txBody>
            <a:bodyPr wrap="none" rtlCol="0">
              <a:spAutoFit/>
            </a:bodyPr>
            <a:lstStyle/>
            <a:p>
              <a:r>
                <a:rPr lang="en-US" altLang="zh-CN" dirty="0" smtClean="0"/>
                <a:t>4</a:t>
              </a:r>
              <a:endParaRPr lang="zh-CN" altLang="en-US" dirty="0"/>
            </a:p>
          </p:txBody>
        </p:sp>
        <p:sp>
          <p:nvSpPr>
            <p:cNvPr id="233" name="文本框 232"/>
            <p:cNvSpPr txBox="1"/>
            <p:nvPr/>
          </p:nvSpPr>
          <p:spPr>
            <a:xfrm>
              <a:off x="7782395" y="6138635"/>
              <a:ext cx="325730" cy="369332"/>
            </a:xfrm>
            <a:prstGeom prst="rect">
              <a:avLst/>
            </a:prstGeom>
            <a:noFill/>
          </p:spPr>
          <p:txBody>
            <a:bodyPr wrap="none" rtlCol="0">
              <a:spAutoFit/>
            </a:bodyPr>
            <a:lstStyle/>
            <a:p>
              <a:r>
                <a:rPr lang="en-US" altLang="zh-CN" dirty="0" smtClean="0"/>
                <a:t>T</a:t>
              </a:r>
              <a:endParaRPr lang="zh-CN" altLang="en-US" dirty="0"/>
            </a:p>
          </p:txBody>
        </p:sp>
        <p:sp>
          <p:nvSpPr>
            <p:cNvPr id="234" name="文本框 233"/>
            <p:cNvSpPr txBox="1"/>
            <p:nvPr/>
          </p:nvSpPr>
          <p:spPr>
            <a:xfrm>
              <a:off x="914410" y="5490563"/>
              <a:ext cx="463588" cy="307777"/>
            </a:xfrm>
            <a:prstGeom prst="rect">
              <a:avLst/>
            </a:prstGeom>
            <a:noFill/>
          </p:spPr>
          <p:txBody>
            <a:bodyPr wrap="none" rtlCol="0">
              <a:spAutoFit/>
            </a:bodyPr>
            <a:lstStyle/>
            <a:p>
              <a:r>
                <a:rPr lang="zh-CN" altLang="en-US" sz="1400" dirty="0" smtClean="0"/>
                <a:t>词</a:t>
              </a:r>
              <a:r>
                <a:rPr lang="en-US" altLang="zh-CN" sz="1400" dirty="0" smtClean="0"/>
                <a:t>1</a:t>
              </a:r>
              <a:endParaRPr lang="zh-CN" altLang="en-US" sz="1400" dirty="0"/>
            </a:p>
          </p:txBody>
        </p:sp>
        <p:sp>
          <p:nvSpPr>
            <p:cNvPr id="235" name="文本框 234"/>
            <p:cNvSpPr txBox="1"/>
            <p:nvPr/>
          </p:nvSpPr>
          <p:spPr>
            <a:xfrm>
              <a:off x="899592" y="5003707"/>
              <a:ext cx="463588" cy="307777"/>
            </a:xfrm>
            <a:prstGeom prst="rect">
              <a:avLst/>
            </a:prstGeom>
            <a:noFill/>
          </p:spPr>
          <p:txBody>
            <a:bodyPr wrap="none" rtlCol="0">
              <a:spAutoFit/>
            </a:bodyPr>
            <a:lstStyle/>
            <a:p>
              <a:r>
                <a:rPr lang="zh-CN" altLang="en-US" sz="1400" dirty="0" smtClean="0"/>
                <a:t>词</a:t>
              </a:r>
              <a:r>
                <a:rPr lang="en-US" altLang="zh-CN" sz="1400" dirty="0" smtClean="0"/>
                <a:t>2</a:t>
              </a:r>
              <a:endParaRPr lang="zh-CN" altLang="en-US" sz="1400" dirty="0"/>
            </a:p>
          </p:txBody>
        </p:sp>
        <p:sp>
          <p:nvSpPr>
            <p:cNvPr id="236" name="文本框 235"/>
            <p:cNvSpPr txBox="1"/>
            <p:nvPr/>
          </p:nvSpPr>
          <p:spPr>
            <a:xfrm>
              <a:off x="914410" y="4509600"/>
              <a:ext cx="463588" cy="307777"/>
            </a:xfrm>
            <a:prstGeom prst="rect">
              <a:avLst/>
            </a:prstGeom>
            <a:noFill/>
          </p:spPr>
          <p:txBody>
            <a:bodyPr wrap="none" rtlCol="0">
              <a:spAutoFit/>
            </a:bodyPr>
            <a:lstStyle/>
            <a:p>
              <a:r>
                <a:rPr lang="zh-CN" altLang="en-US" sz="1400" dirty="0" smtClean="0"/>
                <a:t>词</a:t>
              </a:r>
              <a:r>
                <a:rPr lang="en-US" altLang="zh-CN" sz="1400" dirty="0" smtClean="0"/>
                <a:t>3</a:t>
              </a:r>
              <a:endParaRPr lang="zh-CN" altLang="en-US" sz="1400" dirty="0"/>
            </a:p>
          </p:txBody>
        </p:sp>
        <p:sp>
          <p:nvSpPr>
            <p:cNvPr id="237" name="文本框 236"/>
            <p:cNvSpPr txBox="1"/>
            <p:nvPr/>
          </p:nvSpPr>
          <p:spPr>
            <a:xfrm>
              <a:off x="891798" y="2680691"/>
              <a:ext cx="652743" cy="307777"/>
            </a:xfrm>
            <a:prstGeom prst="rect">
              <a:avLst/>
            </a:prstGeom>
            <a:noFill/>
          </p:spPr>
          <p:txBody>
            <a:bodyPr wrap="none" rtlCol="0">
              <a:spAutoFit/>
            </a:bodyPr>
            <a:lstStyle/>
            <a:p>
              <a:r>
                <a:rPr lang="zh-CN" altLang="en-US" sz="1400" dirty="0" smtClean="0"/>
                <a:t>词</a:t>
              </a:r>
              <a:r>
                <a:rPr lang="en-US" altLang="zh-CN" sz="1400" dirty="0" smtClean="0"/>
                <a:t>N-1</a:t>
              </a:r>
              <a:endParaRPr lang="zh-CN" altLang="en-US" sz="1400" dirty="0"/>
            </a:p>
          </p:txBody>
        </p:sp>
        <p:sp>
          <p:nvSpPr>
            <p:cNvPr id="238" name="文本框 237"/>
            <p:cNvSpPr txBox="1"/>
            <p:nvPr/>
          </p:nvSpPr>
          <p:spPr>
            <a:xfrm>
              <a:off x="899592" y="2187487"/>
              <a:ext cx="494046" cy="307777"/>
            </a:xfrm>
            <a:prstGeom prst="rect">
              <a:avLst/>
            </a:prstGeom>
            <a:noFill/>
          </p:spPr>
          <p:txBody>
            <a:bodyPr wrap="none" rtlCol="0">
              <a:spAutoFit/>
            </a:bodyPr>
            <a:lstStyle/>
            <a:p>
              <a:r>
                <a:rPr lang="zh-CN" altLang="en-US" sz="1400" dirty="0" smtClean="0"/>
                <a:t>词</a:t>
              </a:r>
              <a:r>
                <a:rPr lang="en-US" altLang="zh-CN" sz="1400" dirty="0" smtClean="0"/>
                <a:t>N</a:t>
              </a:r>
              <a:endParaRPr lang="zh-CN" altLang="en-US" sz="1400" dirty="0"/>
            </a:p>
          </p:txBody>
        </p:sp>
        <p:cxnSp>
          <p:nvCxnSpPr>
            <p:cNvPr id="240" name="直接箭头连接符 239"/>
            <p:cNvCxnSpPr>
              <a:stCxn id="63" idx="6"/>
              <a:endCxn id="77" idx="2"/>
            </p:cNvCxnSpPr>
            <p:nvPr/>
          </p:nvCxnSpPr>
          <p:spPr bwMode="auto">
            <a:xfrm>
              <a:off x="1979712" y="5375075"/>
              <a:ext cx="288032" cy="0"/>
            </a:xfrm>
            <a:prstGeom prst="straightConnector1">
              <a:avLst/>
            </a:prstGeom>
            <a:solidFill>
              <a:schemeClr val="accent1"/>
            </a:solidFill>
            <a:ln w="19050" cap="flat" cmpd="sng" algn="ctr">
              <a:solidFill>
                <a:srgbClr val="0070C0"/>
              </a:solidFill>
              <a:prstDash val="solid"/>
              <a:miter lim="800000"/>
              <a:headEnd type="none" w="med" len="med"/>
              <a:tailEnd type="triangle"/>
            </a:ln>
            <a:effectLst/>
          </p:spPr>
        </p:cxnSp>
        <p:cxnSp>
          <p:nvCxnSpPr>
            <p:cNvPr id="241" name="直接箭头连接符 240"/>
            <p:cNvCxnSpPr>
              <a:endCxn id="97" idx="2"/>
            </p:cNvCxnSpPr>
            <p:nvPr/>
          </p:nvCxnSpPr>
          <p:spPr bwMode="auto">
            <a:xfrm flipV="1">
              <a:off x="2339752" y="5192587"/>
              <a:ext cx="288032" cy="182488"/>
            </a:xfrm>
            <a:prstGeom prst="straightConnector1">
              <a:avLst/>
            </a:prstGeom>
            <a:solidFill>
              <a:schemeClr val="accent1"/>
            </a:solidFill>
            <a:ln w="19050" cap="flat" cmpd="sng" algn="ctr">
              <a:solidFill>
                <a:srgbClr val="0070C0"/>
              </a:solidFill>
              <a:prstDash val="solid"/>
              <a:miter lim="800000"/>
              <a:headEnd type="none" w="med" len="med"/>
              <a:tailEnd type="triangle"/>
            </a:ln>
            <a:effectLst/>
          </p:spPr>
        </p:cxnSp>
        <p:cxnSp>
          <p:nvCxnSpPr>
            <p:cNvPr id="243" name="直接箭头连接符 242"/>
            <p:cNvCxnSpPr>
              <a:endCxn id="110" idx="1"/>
            </p:cNvCxnSpPr>
            <p:nvPr/>
          </p:nvCxnSpPr>
          <p:spPr bwMode="auto">
            <a:xfrm flipV="1">
              <a:off x="2709802" y="5014728"/>
              <a:ext cx="288567" cy="158623"/>
            </a:xfrm>
            <a:prstGeom prst="straightConnector1">
              <a:avLst/>
            </a:prstGeom>
            <a:solidFill>
              <a:schemeClr val="accent1"/>
            </a:solidFill>
            <a:ln w="19050" cap="flat" cmpd="sng" algn="ctr">
              <a:solidFill>
                <a:srgbClr val="0070C0"/>
              </a:solidFill>
              <a:prstDash val="solid"/>
              <a:miter lim="800000"/>
              <a:headEnd type="none" w="med" len="med"/>
              <a:tailEnd type="triangle"/>
            </a:ln>
            <a:effectLst/>
          </p:spPr>
        </p:cxnSp>
        <p:cxnSp>
          <p:nvCxnSpPr>
            <p:cNvPr id="245" name="直接箭头连接符 244"/>
            <p:cNvCxnSpPr>
              <a:endCxn id="166" idx="2"/>
            </p:cNvCxnSpPr>
            <p:nvPr/>
          </p:nvCxnSpPr>
          <p:spPr bwMode="auto">
            <a:xfrm flipV="1">
              <a:off x="3031355" y="5040187"/>
              <a:ext cx="316509" cy="1897"/>
            </a:xfrm>
            <a:prstGeom prst="straightConnector1">
              <a:avLst/>
            </a:prstGeom>
            <a:solidFill>
              <a:schemeClr val="accent1"/>
            </a:solidFill>
            <a:ln w="19050" cap="flat" cmpd="sng" algn="ctr">
              <a:solidFill>
                <a:srgbClr val="0070C0"/>
              </a:solidFill>
              <a:prstDash val="solid"/>
              <a:miter lim="800000"/>
              <a:headEnd type="none" w="med" len="med"/>
              <a:tailEnd type="triangle"/>
            </a:ln>
            <a:effectLst/>
          </p:spPr>
        </p:cxnSp>
        <p:cxnSp>
          <p:nvCxnSpPr>
            <p:cNvPr id="247" name="直接箭头连接符 246"/>
            <p:cNvCxnSpPr>
              <a:endCxn id="173" idx="4"/>
            </p:cNvCxnSpPr>
            <p:nvPr/>
          </p:nvCxnSpPr>
          <p:spPr bwMode="auto">
            <a:xfrm flipV="1">
              <a:off x="3396667" y="2564295"/>
              <a:ext cx="347241" cy="2478738"/>
            </a:xfrm>
            <a:prstGeom prst="straightConnector1">
              <a:avLst/>
            </a:prstGeom>
            <a:solidFill>
              <a:schemeClr val="accent1"/>
            </a:solidFill>
            <a:ln w="19050" cap="flat" cmpd="sng" algn="ctr">
              <a:solidFill>
                <a:srgbClr val="0070C0"/>
              </a:solidFill>
              <a:prstDash val="solid"/>
              <a:miter lim="800000"/>
              <a:headEnd type="none" w="med" len="med"/>
              <a:tailEnd type="triangle"/>
            </a:ln>
            <a:effectLst/>
          </p:spPr>
        </p:cxnSp>
        <p:cxnSp>
          <p:nvCxnSpPr>
            <p:cNvPr id="249" name="直接箭头连接符 248"/>
            <p:cNvCxnSpPr>
              <a:stCxn id="173" idx="7"/>
              <a:endCxn id="186" idx="2"/>
            </p:cNvCxnSpPr>
            <p:nvPr/>
          </p:nvCxnSpPr>
          <p:spPr bwMode="auto">
            <a:xfrm flipV="1">
              <a:off x="3769367" y="2375891"/>
              <a:ext cx="298577" cy="126941"/>
            </a:xfrm>
            <a:prstGeom prst="straightConnector1">
              <a:avLst/>
            </a:prstGeom>
            <a:solidFill>
              <a:schemeClr val="accent1"/>
            </a:solidFill>
            <a:ln w="19050" cap="flat" cmpd="sng" algn="ctr">
              <a:solidFill>
                <a:srgbClr val="0070C0"/>
              </a:solidFill>
              <a:prstDash val="solid"/>
              <a:miter lim="800000"/>
              <a:headEnd type="none" w="med" len="med"/>
              <a:tailEnd type="triangle"/>
            </a:ln>
            <a:effectLst/>
          </p:spPr>
        </p:cxnSp>
        <p:cxnSp>
          <p:nvCxnSpPr>
            <p:cNvPr id="251" name="直接箭头连接符 250"/>
            <p:cNvCxnSpPr>
              <a:stCxn id="186" idx="6"/>
            </p:cNvCxnSpPr>
            <p:nvPr/>
          </p:nvCxnSpPr>
          <p:spPr bwMode="auto">
            <a:xfrm>
              <a:off x="4139952" y="2375891"/>
              <a:ext cx="277453" cy="757"/>
            </a:xfrm>
            <a:prstGeom prst="straightConnector1">
              <a:avLst/>
            </a:prstGeom>
            <a:solidFill>
              <a:schemeClr val="accent1"/>
            </a:solidFill>
            <a:ln w="19050" cap="flat" cmpd="sng" algn="ctr">
              <a:solidFill>
                <a:srgbClr val="0070C0"/>
              </a:solidFill>
              <a:prstDash val="solid"/>
              <a:miter lim="800000"/>
              <a:headEnd type="none" w="med" len="med"/>
              <a:tailEnd type="triangle"/>
            </a:ln>
            <a:effectLst/>
          </p:spPr>
        </p:cxnSp>
        <p:cxnSp>
          <p:nvCxnSpPr>
            <p:cNvPr id="255" name="直接箭头连接符 254"/>
            <p:cNvCxnSpPr/>
            <p:nvPr/>
          </p:nvCxnSpPr>
          <p:spPr bwMode="auto">
            <a:xfrm>
              <a:off x="7603344" y="5519447"/>
              <a:ext cx="277453" cy="757"/>
            </a:xfrm>
            <a:prstGeom prst="straightConnector1">
              <a:avLst/>
            </a:prstGeom>
            <a:solidFill>
              <a:schemeClr val="accent1"/>
            </a:solidFill>
            <a:ln w="19050" cap="flat" cmpd="sng" algn="ctr">
              <a:solidFill>
                <a:srgbClr val="0070C0"/>
              </a:solidFill>
              <a:prstDash val="solid"/>
              <a:miter lim="800000"/>
              <a:headEnd type="none" w="med" len="med"/>
              <a:tailEnd type="triangle"/>
            </a:ln>
            <a:effectLst/>
          </p:spPr>
        </p:cxnSp>
        <p:cxnSp>
          <p:nvCxnSpPr>
            <p:cNvPr id="256" name="直接箭头连接符 255"/>
            <p:cNvCxnSpPr>
              <a:stCxn id="149" idx="7"/>
            </p:cNvCxnSpPr>
            <p:nvPr/>
          </p:nvCxnSpPr>
          <p:spPr bwMode="auto">
            <a:xfrm flipV="1">
              <a:off x="7225751" y="5527475"/>
              <a:ext cx="298577" cy="126941"/>
            </a:xfrm>
            <a:prstGeom prst="straightConnector1">
              <a:avLst/>
            </a:prstGeom>
            <a:solidFill>
              <a:schemeClr val="accent1"/>
            </a:solidFill>
            <a:ln w="19050" cap="flat" cmpd="sng" algn="ctr">
              <a:solidFill>
                <a:srgbClr val="0070C0"/>
              </a:solidFill>
              <a:prstDash val="solid"/>
              <a:miter lim="800000"/>
              <a:headEnd type="none" w="med" len="med"/>
              <a:tailEnd type="triangle"/>
            </a:ln>
            <a:effectLst/>
          </p:spPr>
        </p:cxnSp>
      </p:grpSp>
      <p:sp>
        <p:nvSpPr>
          <p:cNvPr id="259" name="文本框 258"/>
          <p:cNvSpPr txBox="1"/>
          <p:nvPr/>
        </p:nvSpPr>
        <p:spPr>
          <a:xfrm>
            <a:off x="891798" y="1412776"/>
            <a:ext cx="1980029" cy="400110"/>
          </a:xfrm>
          <a:prstGeom prst="rect">
            <a:avLst/>
          </a:prstGeom>
          <a:noFill/>
        </p:spPr>
        <p:txBody>
          <a:bodyPr wrap="none" rtlCol="0">
            <a:spAutoFit/>
          </a:bodyPr>
          <a:lstStyle/>
          <a:p>
            <a:r>
              <a:rPr lang="zh-CN" altLang="en-US" sz="2000" dirty="0" smtClean="0">
                <a:latin typeface="黑体" panose="02010609060101010101" pitchFamily="49" charset="-122"/>
                <a:ea typeface="黑体" panose="02010609060101010101" pitchFamily="49" charset="-122"/>
              </a:rPr>
              <a:t>识别解码示意图</a:t>
            </a:r>
            <a:endParaRPr lang="zh-CN" altLang="en-US" sz="20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r>
              <a:rPr lang="zh-CN" altLang="en-US" smtClean="0">
                <a:latin typeface="华文中宋" panose="02010600040101010101" pitchFamily="2" charset="-122"/>
                <a:ea typeface="仿宋_GB2312" pitchFamily="49" charset="-122"/>
              </a:rPr>
              <a:t>语音识别算法</a:t>
            </a:r>
            <a:endParaRPr lang="zh-CN" altLang="en-US" smtClean="0">
              <a:solidFill>
                <a:schemeClr val="accent2"/>
              </a:solidFill>
            </a:endParaRPr>
          </a:p>
        </p:txBody>
      </p:sp>
      <p:sp>
        <p:nvSpPr>
          <p:cNvPr id="533507" name="Text Box 3"/>
          <p:cNvSpPr txBox="1">
            <a:spLocks noChangeArrowheads="1"/>
          </p:cNvSpPr>
          <p:nvPr/>
        </p:nvSpPr>
        <p:spPr bwMode="auto">
          <a:xfrm>
            <a:off x="719138" y="1417638"/>
            <a:ext cx="7848600" cy="478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eaLnBrk="1" hangingPunct="1">
              <a:spcAft>
                <a:spcPts val="600"/>
              </a:spcAft>
              <a:buClr>
                <a:srgbClr val="9900FF"/>
              </a:buClr>
              <a:buFont typeface="Wingdings" panose="05000000000000000000" pitchFamily="2" charset="2"/>
              <a:buChar char="u"/>
            </a:pPr>
            <a:r>
              <a:rPr kumimoji="1" lang="zh-CN" altLang="en-US" sz="2800" b="1" dirty="0" smtClean="0">
                <a:solidFill>
                  <a:srgbClr val="1F2039"/>
                </a:solidFill>
                <a:latin typeface="Times New Roman" panose="02020603050405020304" pitchFamily="18" charset="0"/>
                <a:cs typeface="Times New Roman" panose="02020603050405020304" pitchFamily="18" charset="0"/>
              </a:rPr>
              <a:t>在此状态空间上，计算量非常大，无法保证识别算法的实时性</a:t>
            </a:r>
            <a:endParaRPr kumimoji="1" lang="en-US" altLang="zh-CN" sz="2800" b="1" dirty="0" smtClean="0">
              <a:solidFill>
                <a:srgbClr val="1F2039"/>
              </a:solidFill>
              <a:latin typeface="Times New Roman" panose="02020603050405020304" pitchFamily="18" charset="0"/>
              <a:cs typeface="Times New Roman" panose="02020603050405020304" pitchFamily="18" charset="0"/>
            </a:endParaRPr>
          </a:p>
          <a:p>
            <a:pPr marL="457200" indent="-457200" eaLnBrk="1" hangingPunct="1">
              <a:spcAft>
                <a:spcPts val="600"/>
              </a:spcAft>
              <a:buClr>
                <a:srgbClr val="9900FF"/>
              </a:buClr>
              <a:buFont typeface="Wingdings" panose="05000000000000000000" pitchFamily="2" charset="2"/>
              <a:buChar char="u"/>
            </a:pPr>
            <a:r>
              <a:rPr kumimoji="1" lang="zh-CN" altLang="en-US" sz="2800" b="1" dirty="0" smtClean="0">
                <a:solidFill>
                  <a:srgbClr val="1F2039"/>
                </a:solidFill>
                <a:latin typeface="Times New Roman" panose="02020603050405020304" pitchFamily="18" charset="0"/>
                <a:cs typeface="Times New Roman" panose="02020603050405020304" pitchFamily="18" charset="0"/>
              </a:rPr>
              <a:t>解决方案：</a:t>
            </a:r>
            <a:r>
              <a:rPr kumimoji="1" lang="en-US" altLang="zh-CN" sz="2800" b="1" dirty="0" smtClean="0">
                <a:solidFill>
                  <a:srgbClr val="0070C0"/>
                </a:solidFill>
                <a:latin typeface="Times New Roman" panose="02020603050405020304" pitchFamily="18" charset="0"/>
                <a:cs typeface="Times New Roman" panose="02020603050405020304" pitchFamily="18" charset="0"/>
              </a:rPr>
              <a:t>Viterbi Beam </a:t>
            </a:r>
            <a:r>
              <a:rPr kumimoji="1" lang="zh-CN" altLang="en-US" sz="2800" b="1" dirty="0" smtClean="0">
                <a:solidFill>
                  <a:srgbClr val="0070C0"/>
                </a:solidFill>
                <a:latin typeface="Times New Roman" panose="02020603050405020304" pitchFamily="18" charset="0"/>
                <a:cs typeface="Times New Roman" panose="02020603050405020304" pitchFamily="18" charset="0"/>
              </a:rPr>
              <a:t>搜索算法</a:t>
            </a:r>
            <a:endParaRPr kumimoji="1" lang="en-US" altLang="zh-CN" sz="2800" b="1" dirty="0" smtClean="0">
              <a:solidFill>
                <a:srgbClr val="0070C0"/>
              </a:solidFill>
              <a:latin typeface="Times New Roman" panose="02020603050405020304" pitchFamily="18" charset="0"/>
              <a:cs typeface="Times New Roman" panose="02020603050405020304" pitchFamily="18" charset="0"/>
            </a:endParaRPr>
          </a:p>
          <a:p>
            <a:pPr marL="457200" indent="-457200" eaLnBrk="1" hangingPunct="1">
              <a:spcAft>
                <a:spcPts val="600"/>
              </a:spcAft>
              <a:buClr>
                <a:srgbClr val="9900FF"/>
              </a:buClr>
              <a:buFont typeface="Wingdings" panose="05000000000000000000" pitchFamily="2" charset="2"/>
              <a:buChar char="u"/>
            </a:pPr>
            <a:r>
              <a:rPr kumimoji="1" lang="zh-CN" altLang="en-US" sz="2800" b="1" dirty="0" smtClean="0">
                <a:solidFill>
                  <a:srgbClr val="1F2039"/>
                </a:solidFill>
                <a:latin typeface="Times New Roman" panose="02020603050405020304" pitchFamily="18" charset="0"/>
                <a:cs typeface="Times New Roman" panose="02020603050405020304" pitchFamily="18" charset="0"/>
              </a:rPr>
              <a:t>核心思想是</a:t>
            </a:r>
            <a:r>
              <a:rPr kumimoji="1" lang="zh-CN" altLang="en-US" sz="2800" b="1" dirty="0" smtClean="0">
                <a:solidFill>
                  <a:srgbClr val="0070C0"/>
                </a:solidFill>
                <a:latin typeface="Times New Roman" panose="02020603050405020304" pitchFamily="18" charset="0"/>
                <a:cs typeface="Times New Roman" panose="02020603050405020304" pitchFamily="18" charset="0"/>
              </a:rPr>
              <a:t>剪枝</a:t>
            </a:r>
            <a:r>
              <a:rPr kumimoji="1" lang="zh-CN" altLang="en-US" sz="2800" b="1" dirty="0" smtClean="0">
                <a:solidFill>
                  <a:srgbClr val="1F2039"/>
                </a:solidFill>
                <a:latin typeface="Times New Roman" panose="02020603050405020304" pitchFamily="18" charset="0"/>
                <a:cs typeface="Times New Roman" panose="02020603050405020304" pitchFamily="18" charset="0"/>
              </a:rPr>
              <a:t>，每个时刻仅保留少量状态可以向下个时刻扩展路径。</a:t>
            </a:r>
            <a:r>
              <a:rPr kumimoji="1" lang="zh-CN" altLang="en-US" sz="2800" b="1" dirty="0" smtClean="0">
                <a:solidFill>
                  <a:srgbClr val="0070C0"/>
                </a:solidFill>
                <a:latin typeface="Times New Roman" panose="02020603050405020304" pitchFamily="18" charset="0"/>
                <a:cs typeface="Times New Roman" panose="02020603050405020304" pitchFamily="18" charset="0"/>
              </a:rPr>
              <a:t>例如</a:t>
            </a:r>
            <a:r>
              <a:rPr kumimoji="1" lang="zh-CN" altLang="en-US" sz="2800" b="1" dirty="0" smtClean="0">
                <a:solidFill>
                  <a:srgbClr val="1F2039"/>
                </a:solidFill>
                <a:latin typeface="Times New Roman" panose="02020603050405020304" pitchFamily="18" charset="0"/>
                <a:cs typeface="Times New Roman" panose="02020603050405020304" pitchFamily="18" charset="0"/>
              </a:rPr>
              <a:t>，若仅保留</a:t>
            </a:r>
            <a:r>
              <a:rPr kumimoji="1" lang="en-US" altLang="zh-CN" sz="2800" b="1" dirty="0" smtClean="0">
                <a:solidFill>
                  <a:srgbClr val="1F2039"/>
                </a:solidFill>
                <a:latin typeface="Times New Roman" panose="02020603050405020304" pitchFamily="18" charset="0"/>
                <a:cs typeface="Times New Roman" panose="02020603050405020304" pitchFamily="18" charset="0"/>
              </a:rPr>
              <a:t>100</a:t>
            </a:r>
            <a:r>
              <a:rPr kumimoji="1" lang="zh-CN" altLang="en-US" sz="2800" b="1" dirty="0" smtClean="0">
                <a:solidFill>
                  <a:srgbClr val="1F2039"/>
                </a:solidFill>
                <a:latin typeface="Times New Roman" panose="02020603050405020304" pitchFamily="18" charset="0"/>
                <a:cs typeface="Times New Roman" panose="02020603050405020304" pitchFamily="18" charset="0"/>
              </a:rPr>
              <a:t>个状态，时间复杂度为：</a:t>
            </a:r>
            <a:endParaRPr kumimoji="1" lang="en-US" altLang="zh-CN" sz="2800" b="1" dirty="0" smtClean="0">
              <a:solidFill>
                <a:srgbClr val="1F2039"/>
              </a:solidFill>
              <a:latin typeface="Times New Roman" panose="02020603050405020304" pitchFamily="18" charset="0"/>
              <a:cs typeface="Times New Roman" panose="02020603050405020304" pitchFamily="18" charset="0"/>
            </a:endParaRPr>
          </a:p>
          <a:p>
            <a:pPr eaLnBrk="1" hangingPunct="1">
              <a:spcAft>
                <a:spcPts val="600"/>
              </a:spcAft>
              <a:buClr>
                <a:srgbClr val="9900FF"/>
              </a:buClr>
              <a:buNone/>
            </a:pPr>
            <a:endParaRPr kumimoji="1" lang="en-US" altLang="zh-CN" sz="2800" b="1" dirty="0" smtClean="0">
              <a:solidFill>
                <a:srgbClr val="1F2039"/>
              </a:solidFill>
              <a:latin typeface="Times New Roman" panose="02020603050405020304" pitchFamily="18" charset="0"/>
              <a:cs typeface="Times New Roman" panose="02020603050405020304" pitchFamily="18" charset="0"/>
            </a:endParaRPr>
          </a:p>
          <a:p>
            <a:pPr marL="457200" indent="-457200" eaLnBrk="1" hangingPunct="1">
              <a:spcAft>
                <a:spcPts val="600"/>
              </a:spcAft>
              <a:buClr>
                <a:srgbClr val="9900FF"/>
              </a:buClr>
              <a:buFont typeface="Wingdings" panose="05000000000000000000" pitchFamily="2" charset="2"/>
              <a:buChar char="u"/>
            </a:pPr>
            <a:r>
              <a:rPr kumimoji="1" lang="zh-CN" altLang="en-US" sz="2800" b="1" dirty="0" smtClean="0">
                <a:solidFill>
                  <a:srgbClr val="1F2039"/>
                </a:solidFill>
                <a:latin typeface="Times New Roman" panose="02020603050405020304" pitchFamily="18" charset="0"/>
                <a:cs typeface="Times New Roman" panose="02020603050405020304" pitchFamily="18" charset="0"/>
              </a:rPr>
              <a:t>剪枝的依据是当前局部路径的概率</a:t>
            </a:r>
            <a:endParaRPr kumimoji="1" lang="en-US" altLang="zh-CN" sz="2800" b="1" dirty="0" smtClean="0">
              <a:solidFill>
                <a:srgbClr val="1F2039"/>
              </a:solidFill>
              <a:latin typeface="Times New Roman" panose="02020603050405020304" pitchFamily="18" charset="0"/>
              <a:cs typeface="Times New Roman" panose="02020603050405020304" pitchFamily="18" charset="0"/>
            </a:endParaRPr>
          </a:p>
          <a:p>
            <a:pPr marL="457200" indent="-457200" eaLnBrk="1" hangingPunct="1">
              <a:spcAft>
                <a:spcPts val="600"/>
              </a:spcAft>
              <a:buClr>
                <a:srgbClr val="9900FF"/>
              </a:buClr>
              <a:buFont typeface="Wingdings" panose="05000000000000000000" pitchFamily="2" charset="2"/>
              <a:buChar char="u"/>
            </a:pPr>
            <a:r>
              <a:rPr lang="zh-CN" altLang="en-US" sz="2800" b="1" dirty="0">
                <a:solidFill>
                  <a:srgbClr val="0070C0"/>
                </a:solidFill>
              </a:rPr>
              <a:t>贪心</a:t>
            </a:r>
            <a:r>
              <a:rPr lang="zh-CN" altLang="en-US" sz="2800" b="1" dirty="0" smtClean="0">
                <a:solidFill>
                  <a:srgbClr val="0070C0"/>
                </a:solidFill>
              </a:rPr>
              <a:t>算法</a:t>
            </a:r>
            <a:endParaRPr kumimoji="1" lang="en-US" altLang="zh-CN" sz="2800" b="1" dirty="0">
              <a:solidFill>
                <a:srgbClr val="0070C0"/>
              </a:solidFill>
              <a:latin typeface="Times New Roman" panose="02020603050405020304" pitchFamily="18" charset="0"/>
            </a:endParaRPr>
          </a:p>
        </p:txBody>
      </p:sp>
      <p:graphicFrame>
        <p:nvGraphicFramePr>
          <p:cNvPr id="5" name="对象 4"/>
          <p:cNvGraphicFramePr>
            <a:graphicFrameLocks noChangeAspect="1"/>
          </p:cNvGraphicFramePr>
          <p:nvPr/>
        </p:nvGraphicFramePr>
        <p:xfrm>
          <a:off x="3707904" y="4509120"/>
          <a:ext cx="2336800" cy="431800"/>
        </p:xfrm>
        <a:graphic>
          <a:graphicData uri="http://schemas.openxmlformats.org/presentationml/2006/ole">
            <mc:AlternateContent xmlns:mc="http://schemas.openxmlformats.org/markup-compatibility/2006">
              <mc:Choice xmlns:v="urn:schemas-microsoft-com:vml" Requires="v">
                <p:oleObj spid="_x0000_s164895" name="Equation" r:id="rId1" imgW="1167765" imgH="215900" progId="">
                  <p:embed/>
                </p:oleObj>
              </mc:Choice>
              <mc:Fallback>
                <p:oleObj name="Equation" r:id="rId1" imgW="1167765" imgH="215900" progId="">
                  <p:embed/>
                  <p:pic>
                    <p:nvPicPr>
                      <p:cNvPr id="0"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4509120"/>
                        <a:ext cx="23368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33507">
                                            <p:txEl>
                                              <p:pRg st="0" end="0"/>
                                            </p:txEl>
                                          </p:spTgt>
                                        </p:tgtEl>
                                        <p:attrNameLst>
                                          <p:attrName>style.visibility</p:attrName>
                                        </p:attrNameLst>
                                      </p:cBhvr>
                                      <p:to>
                                        <p:strVal val="visible"/>
                                      </p:to>
                                    </p:set>
                                    <p:animEffect transition="in" filter="wipe(up)">
                                      <p:cBhvr>
                                        <p:cTn id="7" dur="500"/>
                                        <p:tgtEl>
                                          <p:spTgt spid="533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33507">
                                            <p:txEl>
                                              <p:pRg st="1" end="1"/>
                                            </p:txEl>
                                          </p:spTgt>
                                        </p:tgtEl>
                                        <p:attrNameLst>
                                          <p:attrName>style.visibility</p:attrName>
                                        </p:attrNameLst>
                                      </p:cBhvr>
                                      <p:to>
                                        <p:strVal val="visible"/>
                                      </p:to>
                                    </p:set>
                                    <p:animEffect transition="in" filter="wipe(up)">
                                      <p:cBhvr>
                                        <p:cTn id="12" dur="500"/>
                                        <p:tgtEl>
                                          <p:spTgt spid="533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33507">
                                            <p:txEl>
                                              <p:pRg st="2" end="2"/>
                                            </p:txEl>
                                          </p:spTgt>
                                        </p:tgtEl>
                                        <p:attrNameLst>
                                          <p:attrName>style.visibility</p:attrName>
                                        </p:attrNameLst>
                                      </p:cBhvr>
                                      <p:to>
                                        <p:strVal val="visible"/>
                                      </p:to>
                                    </p:set>
                                    <p:animEffect transition="in" filter="wipe(up)">
                                      <p:cBhvr>
                                        <p:cTn id="17" dur="500"/>
                                        <p:tgtEl>
                                          <p:spTgt spid="533507">
                                            <p:txEl>
                                              <p:pRg st="2" end="2"/>
                                            </p:txEl>
                                          </p:spTgt>
                                        </p:tgtEl>
                                      </p:cBhvr>
                                    </p:animEffect>
                                  </p:childTnLst>
                                </p:cTn>
                              </p:par>
                              <p:par>
                                <p:cTn id="18" presetID="22" presetClass="entr" presetSubtype="1"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533507">
                                            <p:txEl>
                                              <p:pRg st="4" end="4"/>
                                            </p:txEl>
                                          </p:spTgt>
                                        </p:tgtEl>
                                        <p:attrNameLst>
                                          <p:attrName>style.visibility</p:attrName>
                                        </p:attrNameLst>
                                      </p:cBhvr>
                                      <p:to>
                                        <p:strVal val="visible"/>
                                      </p:to>
                                    </p:set>
                                    <p:animEffect transition="in" filter="wipe(up)">
                                      <p:cBhvr>
                                        <p:cTn id="25" dur="500"/>
                                        <p:tgtEl>
                                          <p:spTgt spid="53350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533507">
                                            <p:txEl>
                                              <p:pRg st="5" end="5"/>
                                            </p:txEl>
                                          </p:spTgt>
                                        </p:tgtEl>
                                        <p:attrNameLst>
                                          <p:attrName>style.visibility</p:attrName>
                                        </p:attrNameLst>
                                      </p:cBhvr>
                                      <p:to>
                                        <p:strVal val="visible"/>
                                      </p:to>
                                    </p:set>
                                    <p:animEffect transition="in" filter="wipe(up)">
                                      <p:cBhvr>
                                        <p:cTn id="30" dur="500"/>
                                        <p:tgtEl>
                                          <p:spTgt spid="533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7" grpId="0" autoUpdateAnimBg="0" uiExpand="1" build="p"/>
    </p:bldLst>
  </p:timing>
</p:sld>
</file>

<file path=ppt/tags/tag1.xml><?xml version="1.0" encoding="utf-8"?>
<p:tagLst xmlns:p="http://schemas.openxmlformats.org/presentationml/2006/main">
  <p:tag name="COMMONDATA" val="eyJoZGlkIjoiMTdlMWFlOWY3ODUzY2IxNWQ1YmNlMzM3YjllMWJkOGIifQ=="/>
</p:tagLst>
</file>

<file path=ppt/theme/theme1.xml><?xml version="1.0" encoding="utf-8"?>
<a:theme xmlns:a="http://schemas.openxmlformats.org/drawingml/2006/main" name="1_Radial">
  <a:themeElements>
    <a:clrScheme name="1_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1_Radia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1_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1_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1_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1_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1_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1_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1_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1_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1_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adial">
  <a:themeElements>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Radia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Capsules</Template>
  <TotalTime>0</TotalTime>
  <Words>8426</Words>
  <Application>WPS 演示</Application>
  <PresentationFormat>全屏显示(4:3)</PresentationFormat>
  <Paragraphs>1174</Paragraphs>
  <Slides>91</Slides>
  <Notes>84</Notes>
  <HiddenSlides>0</HiddenSlides>
  <MMClips>0</MMClips>
  <ScaleCrop>false</ScaleCrop>
  <HeadingPairs>
    <vt:vector size="8" baseType="variant">
      <vt:variant>
        <vt:lpstr>已用的字体</vt:lpstr>
      </vt:variant>
      <vt:variant>
        <vt:i4>18</vt:i4>
      </vt:variant>
      <vt:variant>
        <vt:lpstr>主题</vt:lpstr>
      </vt:variant>
      <vt:variant>
        <vt:i4>3</vt:i4>
      </vt:variant>
      <vt:variant>
        <vt:lpstr>嵌入 OLE 服务器</vt:lpstr>
      </vt:variant>
      <vt:variant>
        <vt:i4>181</vt:i4>
      </vt:variant>
      <vt:variant>
        <vt:lpstr>幻灯片标题</vt:lpstr>
      </vt:variant>
      <vt:variant>
        <vt:i4>91</vt:i4>
      </vt:variant>
    </vt:vector>
  </HeadingPairs>
  <TitlesOfParts>
    <vt:vector size="293" baseType="lpstr">
      <vt:lpstr>Arial</vt:lpstr>
      <vt:lpstr>宋体</vt:lpstr>
      <vt:lpstr>Wingdings</vt:lpstr>
      <vt:lpstr>Times New Roman</vt:lpstr>
      <vt:lpstr>Arial Black</vt:lpstr>
      <vt:lpstr>Arial Narrow</vt:lpstr>
      <vt:lpstr>黑体</vt:lpstr>
      <vt:lpstr>仿宋_GB2312</vt:lpstr>
      <vt:lpstr>仿宋</vt:lpstr>
      <vt:lpstr>华文中宋</vt:lpstr>
      <vt:lpstr>微软雅黑</vt:lpstr>
      <vt:lpstr>Arial Unicode MS</vt:lpstr>
      <vt:lpstr>Wingdings</vt:lpstr>
      <vt:lpstr>隶书</vt:lpstr>
      <vt:lpstr>华文新魏</vt:lpstr>
      <vt:lpstr>Arial Unicode MS</vt:lpstr>
      <vt:lpstr>Symbol</vt:lpstr>
      <vt:lpstr>Cambria Math</vt:lpstr>
      <vt:lpstr>1_Radial</vt:lpstr>
      <vt:lpstr>Radial</vt:lpstr>
      <vt:lpstr>默认设计模板</vt:lpstr>
      <vt:lpstr>Equation.3</vt:lpstr>
      <vt:lpstr>Equation.3</vt:lpstr>
      <vt:lpstr>Equation.DSMT4</vt:lpstr>
      <vt:lpstr>Equation.DSMT4</vt:lpstr>
      <vt:lpstr>Equation.DSMT4</vt:lpstr>
      <vt:lpstr>Equation.DSMT4</vt:lpstr>
      <vt:lpstr>Equation.DSMT4</vt:lpstr>
      <vt:lpstr>Word.Document.8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Word.Document.8</vt:lpstr>
      <vt:lpstr>Equation.3</vt:lpstr>
      <vt:lpstr>Equation.3</vt:lpstr>
      <vt:lpstr>Word.Picture.8</vt:lpstr>
      <vt:lpstr>Equation.3</vt:lpstr>
      <vt:lpstr>Equation.3</vt:lpstr>
      <vt:lpstr>Equation.3</vt:lpstr>
      <vt:lpstr>Equation.DSMT4</vt:lpstr>
      <vt:lpstr>Equation.3</vt:lpstr>
      <vt:lpstr>Word.Document.8</vt:lpstr>
      <vt:lpstr>Equation.3</vt:lpstr>
      <vt:lpstr>Equation.3</vt:lpstr>
      <vt:lpstr>Equation.3</vt:lpstr>
      <vt:lpstr>Word.Document.8</vt:lpstr>
      <vt:lpstr>Equation.3</vt:lpstr>
      <vt:lpstr>Paint.Picture</vt:lpstr>
      <vt:lpstr>Equation.3</vt:lpstr>
      <vt:lpstr>Equation.3</vt:lpstr>
      <vt:lpstr>Equation.3</vt:lpstr>
      <vt:lpstr>Equation.3</vt:lpstr>
      <vt:lpstr>Word.Picture.8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Word.Picture.8</vt:lpstr>
      <vt:lpstr>Word.Picture.8</vt:lpstr>
      <vt:lpstr>Equation.3</vt:lpstr>
      <vt:lpstr>Equation.3</vt:lpstr>
      <vt:lpstr>Equation.3</vt:lpstr>
      <vt:lpstr>Word.Picture.8</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Word.Picture.8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PowerPoint 演示文稿</vt:lpstr>
      <vt:lpstr>基于统计模型的语音识别技术</vt:lpstr>
      <vt:lpstr>语音识别示意图</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马尔可夫链</vt:lpstr>
      <vt:lpstr>马尔可夫链</vt:lpstr>
      <vt:lpstr>PowerPoint 演示文稿</vt:lpstr>
      <vt:lpstr>马尔可夫链的定义</vt:lpstr>
      <vt:lpstr>PowerPoint 演示文稿</vt:lpstr>
      <vt:lpstr>PowerPoint 演示文稿</vt:lpstr>
      <vt:lpstr>PowerPoint 演示文稿</vt:lpstr>
      <vt:lpstr>马尔科夫链的定义</vt:lpstr>
      <vt:lpstr>马尔科夫链的定义</vt:lpstr>
      <vt:lpstr>隐马尔可夫模型</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语音识别算法</vt:lpstr>
      <vt:lpstr>HMM-GMM语音识别之学习</vt:lpstr>
      <vt:lpstr>语音识别算法</vt:lpstr>
      <vt:lpstr>语音识别算法</vt:lpstr>
      <vt:lpstr>语音识别算法</vt:lpstr>
      <vt:lpstr>语音识别算法</vt:lpstr>
    </vt:vector>
  </TitlesOfParts>
  <Company>雨薇在线</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语音信号处理</dc:title>
  <dc:creator>雨薇</dc:creator>
  <cp:lastModifiedBy>郑铁然</cp:lastModifiedBy>
  <cp:revision>160</cp:revision>
  <cp:lastPrinted>2019-07-15T08:06:00Z</cp:lastPrinted>
  <dcterms:created xsi:type="dcterms:W3CDTF">2004-08-18T11:10:00Z</dcterms:created>
  <dcterms:modified xsi:type="dcterms:W3CDTF">2025-05-13T02:49:48Z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0D0B3E849E374AE6B430D8760B268311_13</vt:lpwstr>
  </property>
  <property fmtid="{D5CDD505-2E9C-101B-9397-08002B2CF9AE}" pid="3" name="KSOProductBuildVer">
    <vt:lpwstr>2052-12.1.0.20784</vt:lpwstr>
  </property>
</Properties>
</file>